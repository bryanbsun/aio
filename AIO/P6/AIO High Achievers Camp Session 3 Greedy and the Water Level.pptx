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ink/ink1.xml" ContentType="application/inkml+xml"/>
  <Override PartName="/ppt/notesSlides/notesSlide22.xml" ContentType="application/vnd.openxmlformats-officedocument.presentationml.notesSlide+xml"/>
  <Override PartName="/ppt/ink/ink2.xml" ContentType="application/inkml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89" r:id="rId9"/>
    <p:sldId id="263" r:id="rId10"/>
    <p:sldId id="264" r:id="rId11"/>
    <p:sldId id="265" r:id="rId12"/>
    <p:sldId id="290" r:id="rId13"/>
    <p:sldId id="266" r:id="rId14"/>
    <p:sldId id="267" r:id="rId15"/>
    <p:sldId id="268" r:id="rId16"/>
    <p:sldId id="297" r:id="rId17"/>
    <p:sldId id="269" r:id="rId18"/>
    <p:sldId id="287" r:id="rId19"/>
    <p:sldId id="270" r:id="rId20"/>
    <p:sldId id="271" r:id="rId21"/>
    <p:sldId id="272" r:id="rId22"/>
    <p:sldId id="273" r:id="rId23"/>
    <p:sldId id="274" r:id="rId24"/>
    <p:sldId id="275" r:id="rId25"/>
    <p:sldId id="299" r:id="rId26"/>
    <p:sldId id="298" r:id="rId27"/>
    <p:sldId id="286" r:id="rId28"/>
    <p:sldId id="276" r:id="rId29"/>
    <p:sldId id="277" r:id="rId30"/>
    <p:sldId id="278" r:id="rId31"/>
    <p:sldId id="279" r:id="rId32"/>
    <p:sldId id="280" r:id="rId33"/>
    <p:sldId id="281" r:id="rId34"/>
    <p:sldId id="285" r:id="rId35"/>
    <p:sldId id="282" r:id="rId36"/>
    <p:sldId id="283" r:id="rId37"/>
    <p:sldId id="284" r:id="rId38"/>
    <p:sldId id="296" r:id="rId39"/>
    <p:sldId id="295" r:id="rId40"/>
    <p:sldId id="300" r:id="rId41"/>
    <p:sldId id="294" r:id="rId42"/>
    <p:sldId id="293" r:id="rId43"/>
    <p:sldId id="292" r:id="rId44"/>
    <p:sldId id="291" r:id="rId4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: Greedy, exchange arguments and the water-level picture" id="{B6AF70E9-2AEE-B273-4E8A-3617D1AD62A4}">
          <p14:sldIdLst>
            <p14:sldId id="256"/>
            <p14:sldId id="257"/>
            <p14:sldId id="258"/>
            <p14:sldId id="259"/>
          </p14:sldIdLst>
        </p14:section>
        <p14:section name="2026 P6 Mundane Square: row-by-row greedy with water-filling" id="{A2B4E55D-9B6A-D8A7-65C4-E1A6FAE3E05A}">
          <p14:sldIdLst>
            <p14:sldId id="260"/>
            <p14:sldId id="261"/>
            <p14:sldId id="262"/>
            <p14:sldId id="289"/>
            <p14:sldId id="263"/>
            <p14:sldId id="264"/>
            <p14:sldId id="265"/>
            <p14:sldId id="290"/>
            <p14:sldId id="266"/>
            <p14:sldId id="267"/>
            <p14:sldId id="268"/>
            <p14:sldId id="297"/>
            <p14:sldId id="269"/>
            <p14:sldId id="287"/>
          </p14:sldIdLst>
        </p14:section>
        <p14:section name="2023 P5 Wheeling and Dealing: cut the peaks, try every level" id="{C212C383-07E3-F873-1E65-6083A3D620F3}">
          <p14:sldIdLst>
            <p14:sldId id="270"/>
            <p14:sldId id="271"/>
            <p14:sldId id="272"/>
            <p14:sldId id="273"/>
            <p14:sldId id="274"/>
            <p14:sldId id="275"/>
            <p14:sldId id="299"/>
            <p14:sldId id="298"/>
            <p14:sldId id="286"/>
          </p14:sldIdLst>
        </p14:section>
        <p14:section name="2026 P5 Prime Minister: fill the valleys, binary search the level" id="{9D140A3A-0BF4-497E-02BF-19653F035357}">
          <p14:sldIdLst>
            <p14:sldId id="276"/>
            <p14:sldId id="277"/>
            <p14:sldId id="278"/>
            <p14:sldId id="279"/>
            <p14:sldId id="280"/>
            <p14:sldId id="281"/>
            <p14:sldId id="285"/>
          </p14:sldIdLst>
        </p14:section>
        <p14:section name="Live coding, recap and homework" id="{44621DEB-896F-EF79-48B0-9A96993650B8}">
          <p14:sldIdLst>
            <p14:sldId id="282"/>
            <p14:sldId id="283"/>
            <p14:sldId id="284"/>
          </p14:sldIdLst>
        </p14:section>
        <p14:section name="Extra reading: Fenwick tree for Wheeling and Dealing" id="{07821C5C-ECFC-4358-8143-98A2E94E1E43}">
          <p14:sldIdLst>
            <p14:sldId id="296"/>
            <p14:sldId id="295"/>
            <p14:sldId id="300"/>
            <p14:sldId id="294"/>
            <p14:sldId id="293"/>
            <p14:sldId id="292"/>
            <p14:sldId id="29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66" d="100"/>
          <a:sy n="66" d="100"/>
        </p:scale>
        <p:origin x="0" y="0"/>
      </p:cViewPr>
      <p:guideLst/>
    </p:cSldViewPr>
  </p:slide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microsoft.com/office/2016/11/relationships/changesInfo" Target="changesInfos/changesInfo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ryan Sun" userId="851caa7714272873" providerId="LiveId" clId="{9CD94D5E-0A18-4CEF-A655-0E4C15651F93}"/>
    <pc:docChg chg="custSel modSld">
      <pc:chgData name="Bryan Sun" userId="851caa7714272873" providerId="LiveId" clId="{9CD94D5E-0A18-4CEF-A655-0E4C15651F93}" dt="2026-10-10T23:33:50.861" v="2" actId="7634"/>
      <pc:docMkLst>
        <pc:docMk/>
      </pc:docMkLst>
      <pc:sldChg chg="addSp mod">
        <pc:chgData name="Bryan Sun" userId="851caa7714272873" providerId="LiveId" clId="{9CD94D5E-0A18-4CEF-A655-0E4C15651F93}" dt="2026-10-10T00:59:28.147" v="1" actId="7634"/>
        <pc:sldMkLst>
          <pc:docMk/>
          <pc:sldMk cId="0" sldId="262"/>
        </pc:sldMkLst>
        <pc:inkChg chg="add">
          <ac:chgData name="Bryan Sun" userId="851caa7714272873" providerId="LiveId" clId="{9CD94D5E-0A18-4CEF-A655-0E4C15651F93}" dt="2026-10-10T00:53:23.091" v="0"/>
          <ac:inkMkLst>
            <pc:docMk/>
            <pc:sldMk cId="0" sldId="262"/>
            <ac:inkMk id="9" creationId="{F57C62FF-193D-9725-0981-0397D17AD7C7}"/>
          </ac:inkMkLst>
        </pc:inkChg>
        <pc:inkChg chg="add">
          <ac:chgData name="Bryan Sun" userId="851caa7714272873" providerId="LiveId" clId="{9CD94D5E-0A18-4CEF-A655-0E4C15651F93}" dt="2026-10-10T00:59:28.147" v="1" actId="7634"/>
          <ac:inkMkLst>
            <pc:docMk/>
            <pc:sldMk cId="0" sldId="262"/>
            <ac:inkMk id="10" creationId="{8867CE75-9B6B-98B5-2530-CC2EEAB75D67}"/>
          </ac:inkMkLst>
        </pc:inkChg>
      </pc:sldChg>
      <pc:sldChg chg="addSp mod">
        <pc:chgData name="Bryan Sun" userId="851caa7714272873" providerId="LiveId" clId="{9CD94D5E-0A18-4CEF-A655-0E4C15651F93}" dt="2026-10-10T23:33:50.861" v="2" actId="7634"/>
        <pc:sldMkLst>
          <pc:docMk/>
          <pc:sldMk cId="0" sldId="272"/>
        </pc:sldMkLst>
        <pc:inkChg chg="add">
          <ac:chgData name="Bryan Sun" userId="851caa7714272873" providerId="LiveId" clId="{9CD94D5E-0A18-4CEF-A655-0E4C15651F93}" dt="2026-10-10T23:33:50.861" v="2" actId="7634"/>
          <ac:inkMkLst>
            <pc:docMk/>
            <pc:sldMk cId="0" sldId="272"/>
            <ac:inkMk id="11" creationId="{E8B69FB6-7C53-A977-9BD5-B476BCB5A174}"/>
          </ac:inkMkLst>
        </pc:inkChg>
      </pc:sldChg>
      <pc:sldChg chg="addSp mod">
        <pc:chgData name="Bryan Sun" userId="851caa7714272873" providerId="LiveId" clId="{9CD94D5E-0A18-4CEF-A655-0E4C15651F93}" dt="2026-10-10T23:33:50.861" v="2" actId="7634"/>
        <pc:sldMkLst>
          <pc:docMk/>
          <pc:sldMk cId="0" sldId="273"/>
        </pc:sldMkLst>
        <pc:inkChg chg="add">
          <ac:chgData name="Bryan Sun" userId="851caa7714272873" providerId="LiveId" clId="{9CD94D5E-0A18-4CEF-A655-0E4C15651F93}" dt="2026-10-10T23:33:50.861" v="2" actId="7634"/>
          <ac:inkMkLst>
            <pc:docMk/>
            <pc:sldMk cId="0" sldId="273"/>
            <ac:inkMk id="27" creationId="{BB2AFC71-2AAB-D408-A16A-87AE29D4A3C6}"/>
          </ac:inkMkLst>
        </pc:inkChg>
      </pc:sldChg>
      <pc:sldChg chg="addSp mod">
        <pc:chgData name="Bryan Sun" userId="851caa7714272873" providerId="LiveId" clId="{9CD94D5E-0A18-4CEF-A655-0E4C15651F93}" dt="2026-10-10T00:59:28.147" v="1" actId="7634"/>
        <pc:sldMkLst>
          <pc:docMk/>
          <pc:sldMk cId="0" sldId="289"/>
        </pc:sldMkLst>
        <pc:inkChg chg="add">
          <ac:chgData name="Bryan Sun" userId="851caa7714272873" providerId="LiveId" clId="{9CD94D5E-0A18-4CEF-A655-0E4C15651F93}" dt="2026-10-10T00:59:28.147" v="1" actId="7634"/>
          <ac:inkMkLst>
            <pc:docMk/>
            <pc:sldMk cId="0" sldId="289"/>
            <ac:inkMk id="9" creationId="{F0414801-E3FE-0FFC-4DB8-CDC3005AD013}"/>
          </ac:inkMkLst>
        </pc:inkChg>
      </pc:sldChg>
    </pc:docChg>
  </pc:docChgLst>
  <pc:docChgLst>
    <pc:chgData name="Bryan Sun" userId="851caa7714272873" providerId="LiveId" clId="{1DF0C224-3A3E-55A6-A8D1-F8F2208D385B}"/>
    <pc:docChg chg="undo custSel delSld modSld sldOrd modSection">
      <pc:chgData name="Bryan Sun" userId="851caa7714272873" providerId="LiveId" clId="{1DF0C224-3A3E-55A6-A8D1-F8F2208D385B}" dt="2026-10-10T21:51:20.013" v="269" actId="120"/>
      <pc:docMkLst>
        <pc:docMk/>
      </pc:docMkLst>
      <pc:sldChg chg="delSp modSp mod">
        <pc:chgData name="Bryan Sun" userId="851caa7714272873" providerId="LiveId" clId="{1DF0C224-3A3E-55A6-A8D1-F8F2208D385B}" dt="2026-10-06T10:56:33.938" v="40" actId="478"/>
        <pc:sldMkLst>
          <pc:docMk/>
          <pc:sldMk cId="0" sldId="256"/>
        </pc:sldMkLst>
        <pc:spChg chg="mod">
          <ac:chgData name="Bryan Sun" userId="851caa7714272873" providerId="LiveId" clId="{1DF0C224-3A3E-55A6-A8D1-F8F2208D385B}" dt="2026-10-06T10:56:29.899" v="39" actId="242"/>
          <ac:spMkLst>
            <pc:docMk/>
            <pc:sldMk cId="0" sldId="256"/>
            <ac:spMk id="3" creationId="{00000000-0000-0000-0000-000000000000}"/>
          </ac:spMkLst>
        </pc:spChg>
      </pc:sldChg>
      <pc:sldChg chg="modSp mod">
        <pc:chgData name="Bryan Sun" userId="851caa7714272873" providerId="LiveId" clId="{1DF0C224-3A3E-55A6-A8D1-F8F2208D385B}" dt="2026-10-06T10:57:28.163" v="43" actId="6549"/>
        <pc:sldMkLst>
          <pc:docMk/>
          <pc:sldMk cId="0" sldId="258"/>
        </pc:sldMkLst>
        <pc:spChg chg="mod">
          <ac:chgData name="Bryan Sun" userId="851caa7714272873" providerId="LiveId" clId="{1DF0C224-3A3E-55A6-A8D1-F8F2208D385B}" dt="2026-10-06T10:57:28.163" v="43" actId="6549"/>
          <ac:spMkLst>
            <pc:docMk/>
            <pc:sldMk cId="0" sldId="258"/>
            <ac:spMk id="7" creationId="{00000000-0000-0000-0000-000000000000}"/>
          </ac:spMkLst>
        </pc:spChg>
      </pc:sldChg>
      <pc:sldChg chg="modSp mod">
        <pc:chgData name="Bryan Sun" userId="851caa7714272873" providerId="LiveId" clId="{1DF0C224-3A3E-55A6-A8D1-F8F2208D385B}" dt="2026-10-06T10:57:53.069" v="44" actId="6549"/>
        <pc:sldMkLst>
          <pc:docMk/>
          <pc:sldMk cId="0" sldId="260"/>
        </pc:sldMkLst>
        <pc:spChg chg="mod">
          <ac:chgData name="Bryan Sun" userId="851caa7714272873" providerId="LiveId" clId="{1DF0C224-3A3E-55A6-A8D1-F8F2208D385B}" dt="2026-10-06T10:57:53.069" v="44" actId="6549"/>
          <ac:spMkLst>
            <pc:docMk/>
            <pc:sldMk cId="0" sldId="260"/>
            <ac:spMk id="3" creationId="{00000000-0000-0000-0000-000000000000}"/>
          </ac:spMkLst>
        </pc:spChg>
      </pc:sldChg>
      <pc:sldChg chg="delSp mod">
        <pc:chgData name="Bryan Sun" userId="851caa7714272873" providerId="LiveId" clId="{1DF0C224-3A3E-55A6-A8D1-F8F2208D385B}" dt="2026-10-10T21:38:06.677" v="255" actId="478"/>
        <pc:sldMkLst>
          <pc:docMk/>
          <pc:sldMk cId="0" sldId="262"/>
        </pc:sldMkLst>
        <pc:inkChg chg="del">
          <ac:chgData name="Bryan Sun" userId="851caa7714272873" providerId="LiveId" clId="{1DF0C224-3A3E-55A6-A8D1-F8F2208D385B}" dt="2026-10-10T21:38:06.677" v="255" actId="478"/>
          <ac:inkMkLst>
            <pc:docMk/>
            <pc:sldMk cId="0" sldId="262"/>
            <ac:inkMk id="9" creationId="{F57C62FF-193D-9725-0981-0397D17AD7C7}"/>
          </ac:inkMkLst>
        </pc:inkChg>
        <pc:inkChg chg="del">
          <ac:chgData name="Bryan Sun" userId="851caa7714272873" providerId="LiveId" clId="{1DF0C224-3A3E-55A6-A8D1-F8F2208D385B}" dt="2026-10-10T21:38:04.844" v="254" actId="478"/>
          <ac:inkMkLst>
            <pc:docMk/>
            <pc:sldMk cId="0" sldId="262"/>
            <ac:inkMk id="10" creationId="{8867CE75-9B6B-98B5-2530-CC2EEAB75D67}"/>
          </ac:inkMkLst>
        </pc:inkChg>
      </pc:sldChg>
      <pc:sldChg chg="modAnim">
        <pc:chgData name="Bryan Sun" userId="851caa7714272873" providerId="LiveId" clId="{1DF0C224-3A3E-55A6-A8D1-F8F2208D385B}" dt="2026-10-07T12:07:09.021" v="130"/>
        <pc:sldMkLst>
          <pc:docMk/>
          <pc:sldMk cId="0" sldId="267"/>
        </pc:sldMkLst>
      </pc:sldChg>
      <pc:sldChg chg="modSp mod">
        <pc:chgData name="Bryan Sun" userId="851caa7714272873" providerId="LiveId" clId="{1DF0C224-3A3E-55A6-A8D1-F8F2208D385B}" dt="2026-10-06T11:40:47.825" v="53" actId="20577"/>
        <pc:sldMkLst>
          <pc:docMk/>
          <pc:sldMk cId="0" sldId="270"/>
        </pc:sldMkLst>
        <pc:spChg chg="mod">
          <ac:chgData name="Bryan Sun" userId="851caa7714272873" providerId="LiveId" clId="{1DF0C224-3A3E-55A6-A8D1-F8F2208D385B}" dt="2026-10-06T11:40:47.825" v="53" actId="20577"/>
          <ac:spMkLst>
            <pc:docMk/>
            <pc:sldMk cId="0" sldId="270"/>
            <ac:spMk id="3" creationId="{00000000-0000-0000-0000-000000000000}"/>
          </ac:spMkLst>
        </pc:spChg>
      </pc:sldChg>
      <pc:sldChg chg="modSp mod modAnim">
        <pc:chgData name="Bryan Sun" userId="851caa7714272873" providerId="LiveId" clId="{1DF0C224-3A3E-55A6-A8D1-F8F2208D385B}" dt="2026-10-07T12:09:15.378" v="138"/>
        <pc:sldMkLst>
          <pc:docMk/>
          <pc:sldMk cId="0" sldId="273"/>
        </pc:sldMkLst>
        <pc:spChg chg="mod">
          <ac:chgData name="Bryan Sun" userId="851caa7714272873" providerId="LiveId" clId="{1DF0C224-3A3E-55A6-A8D1-F8F2208D385B}" dt="2026-10-06T11:41:09.795" v="83" actId="1037"/>
          <ac:spMkLst>
            <pc:docMk/>
            <pc:sldMk cId="0" sldId="273"/>
            <ac:spMk id="5" creationId="{00000000-0000-0000-0000-000000000000}"/>
          </ac:spMkLst>
        </pc:spChg>
        <pc:spChg chg="mod">
          <ac:chgData name="Bryan Sun" userId="851caa7714272873" providerId="LiveId" clId="{1DF0C224-3A3E-55A6-A8D1-F8F2208D385B}" dt="2026-10-06T11:41:09.795" v="83" actId="1037"/>
          <ac:spMkLst>
            <pc:docMk/>
            <pc:sldMk cId="0" sldId="273"/>
            <ac:spMk id="6" creationId="{00000000-0000-0000-0000-000000000000}"/>
          </ac:spMkLst>
        </pc:spChg>
        <pc:spChg chg="mod">
          <ac:chgData name="Bryan Sun" userId="851caa7714272873" providerId="LiveId" clId="{1DF0C224-3A3E-55A6-A8D1-F8F2208D385B}" dt="2026-10-06T11:41:27.960" v="103" actId="1038"/>
          <ac:spMkLst>
            <pc:docMk/>
            <pc:sldMk cId="0" sldId="273"/>
            <ac:spMk id="7" creationId="{00000000-0000-0000-0000-000000000000}"/>
          </ac:spMkLst>
        </pc:spChg>
        <pc:spChg chg="mod">
          <ac:chgData name="Bryan Sun" userId="851caa7714272873" providerId="LiveId" clId="{1DF0C224-3A3E-55A6-A8D1-F8F2208D385B}" dt="2026-10-06T11:41:09.795" v="83" actId="1037"/>
          <ac:spMkLst>
            <pc:docMk/>
            <pc:sldMk cId="0" sldId="273"/>
            <ac:spMk id="10" creationId="{00000000-0000-0000-0000-000000000000}"/>
          </ac:spMkLst>
        </pc:spChg>
        <pc:spChg chg="mod">
          <ac:chgData name="Bryan Sun" userId="851caa7714272873" providerId="LiveId" clId="{1DF0C224-3A3E-55A6-A8D1-F8F2208D385B}" dt="2026-10-06T11:41:27.960" v="103" actId="1038"/>
          <ac:spMkLst>
            <pc:docMk/>
            <pc:sldMk cId="0" sldId="273"/>
            <ac:spMk id="11" creationId="{00000000-0000-0000-0000-000000000000}"/>
          </ac:spMkLst>
        </pc:spChg>
        <pc:spChg chg="mod">
          <ac:chgData name="Bryan Sun" userId="851caa7714272873" providerId="LiveId" clId="{1DF0C224-3A3E-55A6-A8D1-F8F2208D385B}" dt="2026-10-06T11:41:09.795" v="83" actId="1037"/>
          <ac:spMkLst>
            <pc:docMk/>
            <pc:sldMk cId="0" sldId="273"/>
            <ac:spMk id="12" creationId="{00000000-0000-0000-0000-000000000000}"/>
          </ac:spMkLst>
        </pc:spChg>
        <pc:spChg chg="mod">
          <ac:chgData name="Bryan Sun" userId="851caa7714272873" providerId="LiveId" clId="{1DF0C224-3A3E-55A6-A8D1-F8F2208D385B}" dt="2026-10-06T11:41:09.795" v="83" actId="1037"/>
          <ac:spMkLst>
            <pc:docMk/>
            <pc:sldMk cId="0" sldId="273"/>
            <ac:spMk id="14" creationId="{00000000-0000-0000-0000-000000000000}"/>
          </ac:spMkLst>
        </pc:spChg>
        <pc:spChg chg="mod">
          <ac:chgData name="Bryan Sun" userId="851caa7714272873" providerId="LiveId" clId="{1DF0C224-3A3E-55A6-A8D1-F8F2208D385B}" dt="2026-10-06T11:41:27.960" v="103" actId="1038"/>
          <ac:spMkLst>
            <pc:docMk/>
            <pc:sldMk cId="0" sldId="273"/>
            <ac:spMk id="15" creationId="{00000000-0000-0000-0000-000000000000}"/>
          </ac:spMkLst>
        </pc:spChg>
        <pc:spChg chg="mod">
          <ac:chgData name="Bryan Sun" userId="851caa7714272873" providerId="LiveId" clId="{1DF0C224-3A3E-55A6-A8D1-F8F2208D385B}" dt="2026-10-06T11:41:09.795" v="83" actId="1037"/>
          <ac:spMkLst>
            <pc:docMk/>
            <pc:sldMk cId="0" sldId="273"/>
            <ac:spMk id="18" creationId="{00000000-0000-0000-0000-000000000000}"/>
          </ac:spMkLst>
        </pc:spChg>
        <pc:spChg chg="mod">
          <ac:chgData name="Bryan Sun" userId="851caa7714272873" providerId="LiveId" clId="{1DF0C224-3A3E-55A6-A8D1-F8F2208D385B}" dt="2026-10-06T11:41:27.960" v="103" actId="1038"/>
          <ac:spMkLst>
            <pc:docMk/>
            <pc:sldMk cId="0" sldId="273"/>
            <ac:spMk id="19" creationId="{00000000-0000-0000-0000-000000000000}"/>
          </ac:spMkLst>
        </pc:spChg>
        <pc:spChg chg="mod">
          <ac:chgData name="Bryan Sun" userId="851caa7714272873" providerId="LiveId" clId="{1DF0C224-3A3E-55A6-A8D1-F8F2208D385B}" dt="2026-10-06T11:41:27.960" v="103" actId="1038"/>
          <ac:spMkLst>
            <pc:docMk/>
            <pc:sldMk cId="0" sldId="273"/>
            <ac:spMk id="23" creationId="{00000000-0000-0000-0000-000000000000}"/>
          </ac:spMkLst>
        </pc:spChg>
      </pc:sldChg>
      <pc:sldChg chg="modSp mod">
        <pc:chgData name="Bryan Sun" userId="851caa7714272873" providerId="LiveId" clId="{1DF0C224-3A3E-55A6-A8D1-F8F2208D385B}" dt="2026-10-07T12:09:49.967" v="157" actId="20577"/>
        <pc:sldMkLst>
          <pc:docMk/>
          <pc:sldMk cId="0" sldId="276"/>
        </pc:sldMkLst>
        <pc:spChg chg="mod">
          <ac:chgData name="Bryan Sun" userId="851caa7714272873" providerId="LiveId" clId="{1DF0C224-3A3E-55A6-A8D1-F8F2208D385B}" dt="2026-10-07T12:09:49.967" v="157" actId="20577"/>
          <ac:spMkLst>
            <pc:docMk/>
            <pc:sldMk cId="0" sldId="276"/>
            <ac:spMk id="3" creationId="{00000000-0000-0000-0000-000000000000}"/>
          </ac:spMkLst>
        </pc:spChg>
      </pc:sldChg>
      <pc:sldChg chg="addSp modSp mod">
        <pc:chgData name="Bryan Sun" userId="851caa7714272873" providerId="LiveId" clId="{1DF0C224-3A3E-55A6-A8D1-F8F2208D385B}" dt="2026-10-08T12:17:53.793" v="250" actId="1036"/>
        <pc:sldMkLst>
          <pc:docMk/>
          <pc:sldMk cId="0" sldId="278"/>
        </pc:sldMkLst>
        <pc:spChg chg="mod">
          <ac:chgData name="Bryan Sun" userId="851caa7714272873" providerId="LiveId" clId="{1DF0C224-3A3E-55A6-A8D1-F8F2208D385B}" dt="2026-10-08T12:17:49.376" v="242" actId="14100"/>
          <ac:spMkLst>
            <pc:docMk/>
            <pc:sldMk cId="0" sldId="278"/>
            <ac:spMk id="6" creationId="{00000000-0000-0000-0000-000000000000}"/>
          </ac:spMkLst>
        </pc:spChg>
        <pc:spChg chg="mod">
          <ac:chgData name="Bryan Sun" userId="851caa7714272873" providerId="LiveId" clId="{1DF0C224-3A3E-55A6-A8D1-F8F2208D385B}" dt="2026-10-08T12:17:49.376" v="242" actId="14100"/>
          <ac:spMkLst>
            <pc:docMk/>
            <pc:sldMk cId="0" sldId="278"/>
            <ac:spMk id="7" creationId="{00000000-0000-0000-0000-000000000000}"/>
          </ac:spMkLst>
        </pc:spChg>
        <pc:spChg chg="mod">
          <ac:chgData name="Bryan Sun" userId="851caa7714272873" providerId="LiveId" clId="{1DF0C224-3A3E-55A6-A8D1-F8F2208D385B}" dt="2026-10-08T12:17:53.793" v="250" actId="1036"/>
          <ac:spMkLst>
            <pc:docMk/>
            <pc:sldMk cId="0" sldId="278"/>
            <ac:spMk id="8" creationId="{00000000-0000-0000-0000-000000000000}"/>
          </ac:spMkLst>
        </pc:spChg>
        <pc:spChg chg="add mod">
          <ac:chgData name="Bryan Sun" userId="851caa7714272873" providerId="LiveId" clId="{1DF0C224-3A3E-55A6-A8D1-F8F2208D385B}" dt="2026-10-08T12:08:28.392" v="194"/>
          <ac:spMkLst>
            <pc:docMk/>
            <pc:sldMk cId="0" sldId="278"/>
            <ac:spMk id="10" creationId="{51D0441D-E619-602D-9BFC-28D6DA9B4C66}"/>
          </ac:spMkLst>
        </pc:spChg>
      </pc:sldChg>
      <pc:sldChg chg="modAnim">
        <pc:chgData name="Bryan Sun" userId="851caa7714272873" providerId="LiveId" clId="{1DF0C224-3A3E-55A6-A8D1-F8F2208D385B}" dt="2026-10-07T12:14:05.606" v="188"/>
        <pc:sldMkLst>
          <pc:docMk/>
          <pc:sldMk cId="0" sldId="279"/>
        </pc:sldMkLst>
      </pc:sldChg>
      <pc:sldChg chg="addSp delSp modSp mod ord">
        <pc:chgData name="Bryan Sun" userId="851caa7714272873" providerId="LiveId" clId="{1DF0C224-3A3E-55A6-A8D1-F8F2208D385B}" dt="2026-10-10T21:38:00.090" v="253" actId="478"/>
        <pc:sldMkLst>
          <pc:docMk/>
          <pc:sldMk cId="0" sldId="289"/>
        </pc:sldMkLst>
        <pc:spChg chg="add mod">
          <ac:chgData name="Bryan Sun" userId="851caa7714272873" providerId="LiveId" clId="{1DF0C224-3A3E-55A6-A8D1-F8F2208D385B}" dt="2026-10-06T11:34:13.079" v="51" actId="1076"/>
          <ac:spMkLst>
            <pc:docMk/>
            <pc:sldMk cId="0" sldId="289"/>
            <ac:spMk id="7" creationId="{7CCBB945-DF17-60FE-C597-78B9D4F8E23E}"/>
          </ac:spMkLst>
        </pc:spChg>
        <pc:spChg chg="add mod">
          <ac:chgData name="Bryan Sun" userId="851caa7714272873" providerId="LiveId" clId="{1DF0C224-3A3E-55A6-A8D1-F8F2208D385B}" dt="2026-10-06T11:34:13.079" v="51" actId="1076"/>
          <ac:spMkLst>
            <pc:docMk/>
            <pc:sldMk cId="0" sldId="289"/>
            <ac:spMk id="8" creationId="{03BEA70A-2A2F-1B64-4962-2154CCE53BF2}"/>
          </ac:spMkLst>
        </pc:spChg>
        <pc:inkChg chg="del">
          <ac:chgData name="Bryan Sun" userId="851caa7714272873" providerId="LiveId" clId="{1DF0C224-3A3E-55A6-A8D1-F8F2208D385B}" dt="2026-10-10T21:38:00.090" v="253" actId="478"/>
          <ac:inkMkLst>
            <pc:docMk/>
            <pc:sldMk cId="0" sldId="289"/>
            <ac:inkMk id="9" creationId="{F0414801-E3FE-0FFC-4DB8-CDC3005AD013}"/>
          </ac:inkMkLst>
        </pc:inkChg>
      </pc:sldChg>
      <pc:sldChg chg="modSp">
        <pc:chgData name="Bryan Sun" userId="851caa7714272873" providerId="LiveId" clId="{1DF0C224-3A3E-55A6-A8D1-F8F2208D385B}" dt="2026-10-10T21:51:20.013" v="269" actId="120"/>
        <pc:sldMkLst>
          <pc:docMk/>
          <pc:sldMk cId="0" sldId="291"/>
        </pc:sldMkLst>
        <pc:graphicFrameChg chg="mod">
          <ac:chgData name="Bryan Sun" userId="851caa7714272873" providerId="LiveId" clId="{1DF0C224-3A3E-55A6-A8D1-F8F2208D385B}" dt="2026-10-10T21:51:20.013" v="269" actId="120"/>
          <ac:graphicFrameMkLst>
            <pc:docMk/>
            <pc:sldMk cId="0" sldId="291"/>
            <ac:graphicFrameMk id="44" creationId="{00000000-0000-0000-0000-000000000000}"/>
          </ac:graphicFrameMkLst>
        </pc:graphicFrameChg>
      </pc:sldChg>
      <pc:sldChg chg="modSp mod">
        <pc:chgData name="Bryan Sun" userId="851caa7714272873" providerId="LiveId" clId="{1DF0C224-3A3E-55A6-A8D1-F8F2208D385B}" dt="2026-10-09T11:27:47.253" v="252" actId="14100"/>
        <pc:sldMkLst>
          <pc:docMk/>
          <pc:sldMk cId="0" sldId="292"/>
        </pc:sldMkLst>
        <pc:spChg chg="mod">
          <ac:chgData name="Bryan Sun" userId="851caa7714272873" providerId="LiveId" clId="{1DF0C224-3A3E-55A6-A8D1-F8F2208D385B}" dt="2026-10-09T11:27:47.253" v="252" actId="14100"/>
          <ac:spMkLst>
            <pc:docMk/>
            <pc:sldMk cId="0" sldId="292"/>
            <ac:spMk id="4" creationId="{00000000-0000-0000-0000-000000000000}"/>
          </ac:spMkLst>
        </pc:spChg>
        <pc:spChg chg="mod">
          <ac:chgData name="Bryan Sun" userId="851caa7714272873" providerId="LiveId" clId="{1DF0C224-3A3E-55A6-A8D1-F8F2208D385B}" dt="2026-10-09T11:27:41.930" v="251" actId="14100"/>
          <ac:spMkLst>
            <pc:docMk/>
            <pc:sldMk cId="0" sldId="292"/>
            <ac:spMk id="5" creationId="{00000000-0000-0000-0000-000000000000}"/>
          </ac:spMkLst>
        </pc:spChg>
      </pc:sldChg>
      <pc:sldChg chg="modSp mod">
        <pc:chgData name="Bryan Sun" userId="851caa7714272873" providerId="LiveId" clId="{1DF0C224-3A3E-55A6-A8D1-F8F2208D385B}" dt="2026-10-10T21:49:56.155" v="264" actId="14100"/>
        <pc:sldMkLst>
          <pc:docMk/>
          <pc:sldMk cId="0" sldId="293"/>
        </pc:sldMkLst>
        <pc:spChg chg="mod">
          <ac:chgData name="Bryan Sun" userId="851caa7714272873" providerId="LiveId" clId="{1DF0C224-3A3E-55A6-A8D1-F8F2208D385B}" dt="2026-10-10T21:49:18.424" v="258" actId="14100"/>
          <ac:spMkLst>
            <pc:docMk/>
            <pc:sldMk cId="0" sldId="293"/>
            <ac:spMk id="5" creationId="{00000000-0000-0000-0000-000000000000}"/>
          </ac:spMkLst>
        </pc:spChg>
        <pc:spChg chg="mod">
          <ac:chgData name="Bryan Sun" userId="851caa7714272873" providerId="LiveId" clId="{1DF0C224-3A3E-55A6-A8D1-F8F2208D385B}" dt="2026-10-10T21:49:23.427" v="259" actId="14100"/>
          <ac:spMkLst>
            <pc:docMk/>
            <pc:sldMk cId="0" sldId="293"/>
            <ac:spMk id="6" creationId="{00000000-0000-0000-0000-000000000000}"/>
          </ac:spMkLst>
        </pc:spChg>
        <pc:spChg chg="mod">
          <ac:chgData name="Bryan Sun" userId="851caa7714272873" providerId="LiveId" clId="{1DF0C224-3A3E-55A6-A8D1-F8F2208D385B}" dt="2026-10-10T21:49:56.155" v="264" actId="14100"/>
          <ac:spMkLst>
            <pc:docMk/>
            <pc:sldMk cId="0" sldId="293"/>
            <ac:spMk id="7" creationId="{00000000-0000-0000-0000-000000000000}"/>
          </ac:spMkLst>
        </pc:spChg>
        <pc:spChg chg="mod">
          <ac:chgData name="Bryan Sun" userId="851caa7714272873" providerId="LiveId" clId="{1DF0C224-3A3E-55A6-A8D1-F8F2208D385B}" dt="2026-10-10T21:49:49.904" v="262" actId="14100"/>
          <ac:spMkLst>
            <pc:docMk/>
            <pc:sldMk cId="0" sldId="293"/>
            <ac:spMk id="9" creationId="{00000000-0000-0000-0000-000000000000}"/>
          </ac:spMkLst>
        </pc:spChg>
        <pc:spChg chg="mod">
          <ac:chgData name="Bryan Sun" userId="851caa7714272873" providerId="LiveId" clId="{1DF0C224-3A3E-55A6-A8D1-F8F2208D385B}" dt="2026-10-10T21:49:47.364" v="261" actId="14100"/>
          <ac:spMkLst>
            <pc:docMk/>
            <pc:sldMk cId="0" sldId="293"/>
            <ac:spMk id="10" creationId="{00000000-0000-0000-0000-000000000000}"/>
          </ac:spMkLst>
        </pc:spChg>
        <pc:spChg chg="mod">
          <ac:chgData name="Bryan Sun" userId="851caa7714272873" providerId="LiveId" clId="{1DF0C224-3A3E-55A6-A8D1-F8F2208D385B}" dt="2026-10-10T21:49:53.720" v="263" actId="14100"/>
          <ac:spMkLst>
            <pc:docMk/>
            <pc:sldMk cId="0" sldId="293"/>
            <ac:spMk id="11" creationId="{00000000-0000-0000-0000-000000000000}"/>
          </ac:spMkLst>
        </pc:spChg>
      </pc:sldChg>
      <pc:sldChg chg="modSp mod">
        <pc:chgData name="Bryan Sun" userId="851caa7714272873" providerId="LiveId" clId="{1DF0C224-3A3E-55A6-A8D1-F8F2208D385B}" dt="2026-10-10T21:43:40.655" v="257" actId="14100"/>
        <pc:sldMkLst>
          <pc:docMk/>
          <pc:sldMk cId="0" sldId="294"/>
        </pc:sldMkLst>
        <pc:spChg chg="mod">
          <ac:chgData name="Bryan Sun" userId="851caa7714272873" providerId="LiveId" clId="{1DF0C224-3A3E-55A6-A8D1-F8F2208D385B}" dt="2026-10-10T21:43:38.190" v="256" actId="14100"/>
          <ac:spMkLst>
            <pc:docMk/>
            <pc:sldMk cId="0" sldId="294"/>
            <ac:spMk id="8" creationId="{00000000-0000-0000-0000-000000000000}"/>
          </ac:spMkLst>
        </pc:spChg>
        <pc:spChg chg="mod">
          <ac:chgData name="Bryan Sun" userId="851caa7714272873" providerId="LiveId" clId="{1DF0C224-3A3E-55A6-A8D1-F8F2208D385B}" dt="2026-10-10T21:43:40.655" v="257" actId="14100"/>
          <ac:spMkLst>
            <pc:docMk/>
            <pc:sldMk cId="0" sldId="294"/>
            <ac:spMk id="13" creationId="{00000000-0000-0000-0000-000000000000}"/>
          </ac:spMkLst>
        </pc:spChg>
      </pc:sldChg>
      <pc:sldChg chg="modSp mod">
        <pc:chgData name="Bryan Sun" userId="851caa7714272873" providerId="LiveId" clId="{1DF0C224-3A3E-55A6-A8D1-F8F2208D385B}" dt="2026-10-08T12:00:37.941" v="190" actId="14100"/>
        <pc:sldMkLst>
          <pc:docMk/>
          <pc:sldMk cId="0" sldId="298"/>
        </pc:sldMkLst>
        <pc:spChg chg="mod">
          <ac:chgData name="Bryan Sun" userId="851caa7714272873" providerId="LiveId" clId="{1DF0C224-3A3E-55A6-A8D1-F8F2208D385B}" dt="2026-10-08T12:00:37.941" v="190" actId="14100"/>
          <ac:spMkLst>
            <pc:docMk/>
            <pc:sldMk cId="0" sldId="298"/>
            <ac:spMk id="4" creationId="{00000000-0000-0000-0000-000000000000}"/>
          </ac:spMkLst>
        </pc:spChg>
      </pc:sldChg>
      <pc:sldChg chg="modSp mod">
        <pc:chgData name="Bryan Sun" userId="851caa7714272873" providerId="LiveId" clId="{1DF0C224-3A3E-55A6-A8D1-F8F2208D385B}" dt="2026-10-08T12:00:48.682" v="191" actId="14100"/>
        <pc:sldMkLst>
          <pc:docMk/>
          <pc:sldMk cId="0" sldId="299"/>
        </pc:sldMkLst>
        <pc:spChg chg="mod">
          <ac:chgData name="Bryan Sun" userId="851caa7714272873" providerId="LiveId" clId="{1DF0C224-3A3E-55A6-A8D1-F8F2208D385B}" dt="2026-10-08T12:00:48.682" v="191" actId="14100"/>
          <ac:spMkLst>
            <pc:docMk/>
            <pc:sldMk cId="0" sldId="299"/>
            <ac:spMk id="4" creationId="{00000000-0000-0000-0000-000000000000}"/>
          </ac:spMkLst>
        </pc:spChg>
        <pc:graphicFrameChg chg="modGraphic">
          <ac:chgData name="Bryan Sun" userId="851caa7714272873" providerId="LiveId" clId="{1DF0C224-3A3E-55A6-A8D1-F8F2208D385B}" dt="2026-10-08T11:50:33.814" v="189" actId="404"/>
          <ac:graphicFrameMkLst>
            <pc:docMk/>
            <pc:sldMk cId="0" sldId="299"/>
            <ac:graphicFrameMk id="26" creationId="{00000000-0000-0000-0000-000000000000}"/>
          </ac:graphicFrameMkLst>
        </pc:graphicFrame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0T23:57:51.923"/>
    </inkml:context>
    <inkml:brush xml:id="br0">
      <inkml:brushProperty name="width" value="0.09086" units="cm"/>
      <inkml:brushProperty name="height" value="0.09086" units="cm"/>
      <inkml:brushProperty name="color" value="#FF0000"/>
    </inkml:brush>
    <inkml:brush xml:id="br1">
      <inkml:brushProperty name="width" value="0.09071" units="cm"/>
      <inkml:brushProperty name="height" value="0.09071" units="cm"/>
      <inkml:brushProperty name="color" value="#57D200"/>
    </inkml:brush>
    <inkml:brush xml:id="br2">
      <inkml:brushProperty name="width" value="0.09071" units="cm"/>
      <inkml:brushProperty name="height" value="0.09071" units="cm"/>
      <inkml:brushProperty name="color" value="#FF0000"/>
    </inkml:brush>
    <inkml:brush xml:id="br3">
      <inkml:brushProperty name="width" value="0.12095" units="cm"/>
      <inkml:brushProperty name="height" value="0.12095" units="cm"/>
      <inkml:brushProperty name="color" value="#57D200"/>
    </inkml:brush>
  </inkml:definitions>
  <inkml:trace contextRef="#ctx0" brushRef="#br0">16702 17496 7670,'33'0'0,"0"0"-181,0 0 1,2-6-1,2 1 1,3 1 244,2 2 1,4 0 0,11-1-1,11-3-98,13 2 0,0 1 0,3-1 1,-5-3 122,0-3 0,6 1 0,7-4 0,-44 8 0,1 1 93,-1 1 1,0-1 0,-1-2 0,0 1-1,41-1 1,-41 4 0,1-1-101,4-1 0,-1 0 0,0 3 0,-1 1 0,2-3 0,-1 0 0,-1 2 0,-1 0-101,1 1 0,0 0 1,1 1-1,2 0 1,6 1-1,0 0 1,-1 1-1,0-1 11,-4 0 1,0 0-1,5-1 1,1 0-1,2-1 1,0 0-1,3-1 1,2 0-92,1-1 1,0-2-1,-3 0 1,0-1-1,4-2 1,0 0-1,-2 0 1,0 1 81,-1 0 0,0 1 0,4-1 0,0 1 0,0-3 0,0 1 0,-1 1 1,0 1-27,-3 2 0,0 0 0,1 0 0,0-1 0,2 0 0,0 1 1,0-1-1,0 0 49,1 1 1,-1-1-1,-2 1 0,0 1 1,2 1-1,0 2 1,-2-1-1,0 0 35,-1 0 1,1 0 0,5 0 0,1 0 0,0 0 0,1 0 0,-1 0 0,1 0-30,-2 0 1,1 0 0,-2 0 0,1 0 0,2 0 0,1 0 0,0 0 0,1 0-3,1 0 0,0 0 0,-5-1 1,-1 0-1,2-1 0,-1 0 0,0-1 1,0-1-36,2-1 0,1 0 0,-5 3 0,1-1 1,2-1-1,-1-1 0,-1 0 0,0 1 4,0-1 0,1 0 0,-2 1 0,0-1 0,-1-1 0,1-1 0,1 2 0,0 1 9,3 1 1,1-1 0,-7-2 0,0 1 0,1 1 0,1 0 0,-1 1 0,0-1-10,2 1 0,0-1 1,-3-2-1,0 1 1,0 2-1,1 0 0,1 1 1,0 1-5,0-1 1,0 2 0,-3 0-1,0 0 1,-3 0 0,0 0-1,2 0 1,1 0 10,1 0 0,0 0 0,-5 0 0,-1 0 0,-3 0 0,-1 0 0,2 0 0,0 0-12,2 0 1,1 0 0,-4-3 0,1 0 0,0 0 0,-1-1 0,1 0 0,0 0 2,-1 1 0,-1-1 1,0-1-1,-2-1 0,-2 2 1,-1 1-1,-2-1 0,-1 0-7,2 1 0,-1-1 0,-2-2 0,-1 1 1,1 2-1,0 1 0,35-2-164,-10 2 0,-10 2 0,-2 0 194,1 0 0,1-5 0,-11-1 0,1 2 0,1 2 0</inkml:trace>
  <inkml:trace contextRef="#ctx0" brushRef="#br0" timeOffset="1">19083 15991 7687,'-11'5'0,"2"3"-3,2 1 0,1-4 0,4 6 1,-2 4-1,-1 3 121,1 4 1,2 8 0,2-3 149,0 5 1,0 1 0,0 2 0,0 1 33,0 3 1,6 1 0,-1-1 0,1 7-153,1 7 1,-5 6 0,4 9 0,-3 4-61,3 5 0,-4 5 0,5 3 0,-1-2-124,-1-8 0,6-9 0,-4-11 1,1-11-396,-1-7 0,6-13-42,-2-7 1,-4-10 0,-1-13-827,-4-5 1297,5-3 0,-12-69 0,4 33 0,0 1 0</inkml:trace>
  <inkml:trace contextRef="#ctx0" brushRef="#br0" timeOffset="2">19050 16305 7649,'0'-17'-92,"0"1"1,2 5 0,2 0 0,3-2 0,2-2 112,4-1 1,2-1 0,3 1 62,4-1 0,-2 8 0,8 2 0,1 1 33,2 1 1,-3-1 0,0 6 0,-1 2-92,-1 3 0,3-3 0,-7 6 0,-1-3 30,-3 1 0,-2 5 1,-1-4-1,-2 0 22,-2 1 1,-5 3-1,5-4-6,1 2 1,-4 2-1,-3 6 1,-1-1 144,1 1 0,-3-1 1,4 1-145,-4-1 0,-2 3 0,0 1 0,0 2-31,0-2 1,0-1 0,0-1 0,0 2 55,0 2 0,0 8 0,0-3 1,0 5-9,0 1 1,0 9 0,0 6-1,-2 5 37,-4 0 1,4 4-1,-3-2 1,3 0-92,2 2 1,0-7 0,0 0 0,0-8 31,0-2 1,2-5 0,2 4-1,1-6-131,-1-6 1,3 3-1,0-10 1,1-3-395,-1-5 0,6-2-541,-2 1 1,2-6 997,-2-10 0,-4-19 0,-7-11 0</inkml:trace>
  <inkml:trace contextRef="#ctx0" brushRef="#br0" timeOffset="3">19166 16685 7731,'-9'-2'91,"3"-3"1,6 3 142,6-3 0,-3-3 1,6 1-177,-1-2 0,5 5 0,-4-3 0,2 1-48,0 1 1,0-1 0,5 4 43,1-3 1,-6 3 0,0-4-24,2 5 0,2 1 40,1 0 0,-5 0 0,-2 1-28,-1 5 0,-3-2 0,-3 7-86,4 2 1,-5-4 34,5 2 1,-4 0 0,-2 5-14,0 1 0,0-6 0,-2 0 0,-2 2-1,-1 1 0,-1-3 0,4 0 1,-1 2 18,-3 2 1,-5 2-1,4-1 1,-2 1 11,-4-1 1,4-5-1,-1 0 1,1 2 10,0 2 0,0-4 1,-4-2-1,4 0 70,1 0 1,-3-3 0,4 3 364,-2-2-372,5 6 1,-1-11 0,10 4-62,6-5 0,6-2 0,3-3 0,2-3-23,-2-3 1,6 5 0,0-4 0,1 0-119,1-1 0,-1 5 0,5-4 0,-3-1-325,-1 1 1,-6 4-1,3-4 444,-1 1 0,6-12 0,-5 2 0</inkml:trace>
  <inkml:trace contextRef="#ctx0" brushRef="#br0" timeOffset="4">20340 13163 7361,'-9'2'-1049,"1"2"1148,1 1 3,5 1 1,-5-5 284,7 5-255,0-4 0,2 5 37,3-7 12,-3 0-112,13 7 1,-12-5 7,8 4 1,-7 3 0,3 0 3,1 0 0,-6 6 0,3-2 0,-3 5 22,-2 4 1,5 8-1,1-1 1,-1 8-30,3 7 0,-6 13 0,5 9 0,-1 9-61,-1 6 1,0-33 0,1 2 0,-2 2 0,-1 2 0,1 4 0,0 2-12,-1 3 0,1 1 0,2 1 0,1 0 1,-2 3-1,1 0 0,0 2 0,1 0-78,-2 1 1,1 1 0,1-3 0,1 0-1,-3-5 1,1-1 0,1-1 0,0 0 101,2-2 0,-1 0 1,-2-1-1,-1 0 0,0-9 1,1-1-1,7 43 80,1-6 1,-3 2-1,0 2 1,1 2-59,-8-44 0,1 0 1,1 1-1,1 1 0,-4 2 1,-1 1-1,1 1 0,0 2 51,0 1 1,1 0 0,-2 0 0,0 0 0,2-3-1,1 0 1,-1-3 0,-1-1-206,-1-2 1,0 0 0,5 38 0,1 0-1,-1-7 8,0-7 1,1-11 0,-5-10 0,3-9-549,-3-9 345,7-11 0,-9-9 1,7-18-1,-3-19 301,1-16 0,-3-12 0,3-14 0,7 0 0</inkml:trace>
  <inkml:trace contextRef="#ctx0" brushRef="#br0" timeOffset="5">20389 13163 7792,'0'-17'43,"2"3"0,2 1 0,3 4 0,3 0-35,2-1 1,5 7 0,5-5 28,6 1 0,-3 5 1,3-3-1,1 3 36,2 2 0,1-6 1,-3 1-1,-1 1 26,1 2 1,2 4 0,2 2 0,0 3-124,0 2 1,1 2 0,-3 6 0,-2-1 5,-1 1 0,-6-2 1,4-2-1,-3-2-8,-2 1 0,-3 3 0,-1 2 0,-3-1 20,-3 1 0,2-1 0,-6 1 0,1-1 50,-1 1 1,4 5-1,-3 2 1,-1 2 79,0 3 0,1 4 0,-5 6 0,3 6-69,-3 9 0,5 5 1,-3 10-1,1 9-49,1 10 0,-5-38 0,0 3 0,3 1 0,1 2 0,0 1 0,1 2-66,0 1 0,0 1 0,2-2 0,1 0 0,0 1 0,0 1 0,2-4 0,0 0 15,0-4 1,2-2 0,-1-4 0,1-4 0,19 31 0,-2 1 39,-3 8 1,1 5 0,-17-40 0,-2 0 0,1-1 0,-1 1-33,-1 2 0,0 1 0,-1 3 0,-1 1 0,-1 5 0,-1 1 0,-1 1 0,-1-1-72,1-1 1,0 0-1,-4 2 1,1 0-1,3-6 1,0-1-1,-1-3 1,-1 0 33,0-2 1,2-2 0,9 36 0,-2-16 0,1-13-79,-1-5 1,2-2 0,-7 1 0,-2 1 80,-3 0 0,-1-8 1,0-4-1,0-3-16,0-2 0,0 1 1,-1-1-1,-3 0-24,-2 0 0,-5 0 0,4 2 0,0 2 112,-1 1 0,-5-7 0,19 1 0,-4-7 0</inkml:trace>
  <inkml:trace contextRef="#ctx0" brushRef="#br0" timeOffset="6">20803 13907 7778,'-17'11'432,"3"0"1,3 2-208,5 2 1,2 10 0,1 9 181,-3 8 1,1 7 0,5 5 0,-2 3-61,-4 1 0,5 1 0,-5 0 0,4-7-533,2-7 0,8-15 0,3-3 1,5-8-332,6-8 1,-3-6 0,4-10 0,-1-6-196,1-4 1,4-9 0,-5-3 0,-2-6 711,-1-6 0,-5 4 0,-1-4 0,-4 5 0,-1 0 0,-3 9-73,-5 3 0,-2 5 1022,-3 6 0,1 6 2,-7 10 0,8-1-675,-3 7 0,6-13 1,6 0-1,5-5-138,3-6 1,-3-2 0,0-3 0,0-2-138,-1-2 1,2 0 0,-6 5-401,-2 1 1,1 6 168,-5 5 0,2 3 0,-11 4 1,0 2-53,-1 1 1,5 8 0,-4-2-244,1 4 0,-3 1 1,6 1-348,1-1 0,2-5 872,2 0 0,22 0 0,6 6 0</inkml:trace>
  <inkml:trace contextRef="#ctx0" brushRef="#br0" timeOffset="7">21084 14106 7778,'-17'9'153,"1"0"1,-1-4 0,3 7 432,3 2 1,3 5 0,8 3-359,0 5 1,0-1 0,0 1 0,2 1-62,4-2 0,8 3 0,8-7 0,0-3-255,2-7 1,-3-4 0,6-8 0,1-2-149,-3-4 0,-1-5 0,-9-11 0,-2-5-83,-2-4 1,-7-3-1,1 1 1,-5 0 137,-5 0 1,1 0-1,-9 0 1,-4 2 221,-3 3 1,-4 6-1,2 11 1,-5 6-45,-4 3 0,-1 2 1,3 2 2,1 3 0,1 19 0,-6 11 0</inkml:trace>
  <inkml:trace contextRef="#ctx0" brushRef="#br0" timeOffset="8">21960 12502 7790,'0'-17'140,"2"2"0,2 2 113,1 2 0,3 8 16,-3-3 0,-3 8 0,5 9 32,1 11 1,-6 9 0,5 10 0,-1 7-185,-1 5 1,6 9 0,-4-1-1,3 5-101,2 6 1,-2 14 0,-5-38 0,1 0-1,1 0 1,0 1-38,3 2 1,1 1 0,-2 2 0,0 2-1,2 7 1,0 3 0,-1 4 0,-2 1-121,1 4 1,-1 1-1,-2 8 1,-1 1-1,0 0 1,1 1 0,0 3-1,-1 2 100,-2-29 0,0 1 0,0-1 0,2 2 0,0 1 0,0-1 0,-2 0 1,0 0-1,0-1 0,2 26 0,1-3-62,-1-5 1,1-2-1,-1-14 1,1-2-1,3-4 1,1-2-1,-1-5 1,2-3 29,11 39 1,2-7 0,-4-13 0,2 2 49,-2 2 0,-3 16 0,-6 2 0,-7-42 1,-1 1-29,1 0 1,-1 0 0,1 37 0,5-1 0,-1-8-37,-5-4 1,1-1-1,0-8 1,3-3-53,2-6 1,-3-7-1,3-10-475,-2-10 0,4-12 614,-5-10 0,5-10 0,-6-18 0,1-4 0</inkml:trace>
  <inkml:trace contextRef="#ctx0" brushRef="#br0" timeOffset="9">22060 12535 7776,'-10'-33'5,"-2"-1"1,8 0 0,6-3 0,7-2 121,6 2 0,9 8 0,3 3-30,4 2 0,1 2 0,-3 6 0,-1 1 276,1 4 0,4 4 1,6 7-1,5 0-156,3 0 0,12 0 0,6 0 0,4 2-234,1 3 0,-9-3 0,-6 5 1,-4 1-153,-1 3 1,-8-2-1,-3 2 1,-6 4-46,-6 5 1,3 6 0,-8 7 0,-2 2 151,-1 3 0,-8 4 0,-2 8 0,0 1 70,0 5 0,-5 1 0,3 5 0,-1-1 124,-1 1 0,6 17 1,-5 11-1,-4-41 1,1 1-86,1 2 1,0 1 0,-3 6 0,-1 2 0,3 0 0,0 1 0,-2 4 0,0 2-135,-1 3 0,0 1 0,2 4 0,1 1 0,1-1 0,0 0 0,0-3 1,1-1 39,1-4 1,1-2 0,-3 1 0,1-1 0,0-3 0,1 0 0,0 1 0,1-1-6,0-2 1,0 0 0,1-2 0,-1-1-1,-1-3 1,-1 0 0,-2 5 0,0 0 33,-2 1 1,-1 1 0,1 6 0,-2 0-1,1-3 1,0 0 0,0 1 0,0-1 36,0 0 0,0-2 0,0-5 0,0-2 0,1 3 1,0 0-1,1-2 0,0 0-133,0-3 0,2 0 1,1-1-1,1-1 0,-1 34 1,-1 2-128,-2-1 0,-4-1 1,-2-7-1,-1-11 88,1-7 0,-3-13 1,1-8-1,2-1-4,2-1 1,-3 1-1,-1-8 1,3-2 156,1-1 0,-4-6 0,1 6 0,-1-1 0</inkml:trace>
  <inkml:trace contextRef="#ctx0" brushRef="#br0" timeOffset="10">22457 12435 7817,'-6'-27'0,"-1"1"363,-3 2 1,5 4-47,-6 9 0,7 5 1,-1 12-53,3 5 1,2 11 0,0 7 0,0 8-68,0 7 0,0 4 0,0 2 0,0-1-196,0 1 1,0 0-1,0-3 1,2-3-520,3-5 0,-1-6 1,7-4-1,2-3 517,2-2 0,8-39 0,3-14 0</inkml:trace>
  <inkml:trace contextRef="#ctx0" brushRef="#br0" timeOffset="11">22605 12551 7823,'0'-11'102,"0"0"1,2 7-1,4-1 56,5 3 0,3 2 0,3 0 0,-1 0-47,1 0 0,0 6 0,-3 1 0,-1 0-104,-2 1 1,-2 5 0,2-1 0,-5 7-88,-4 3 1,-2 5 0,0-3 0,0 2 14,0 3 0,-6 3 0,-1-1 1,-1-2 49,1-1 1,2-8 0,5 2-1,0-4 65,0-1 1,0-6 0,1-2 0,5-1-192,5-5 0,11-1 1,7-4 140,8-3 0,20-18 0,19-14 0,2-1 0,-12 7 0,-1-1 0,0 0 0,0 1 0</inkml:trace>
  <inkml:trace contextRef="#ctx0" brushRef="#br0" timeOffset="12">23928 14883 7820,'0'-17'-19,"0"1"0,0-1 0,0-1 1,0-2-24,0-2 55,0-8 0,0 12 0,2-4 0,2 3 0,1 1 1065,-1-4-687,5 4 1,-5 1-245,7 12 1,-7 17 0,1 12 0,-3 11 11,-2 9 0,0 13 0,2 11 0,1 13-154,3 11 1,-3-40 0,-1 1 0,-1 2 0,-2 2 0,1 3 0,0 1-46,0 5 0,0 0 1,0 4-1,0 2 0,1 4 1,0 0-1,1 1 1,0-1-29,0-2 0,1-1 1,1-3-1,0-1 0,-2-6 1,-1-2-1,3-5 0,0-2 6,0-6 1,1-1-1,12 43 1,5-9-1,-2-11-310,-2-11 0,-1-17 0,-1-7-205,1-6 0,-3-12-45,-3-6 1,2-13 621,-7-20 0,-1-4 0,-5-7 0</inkml:trace>
  <inkml:trace contextRef="#ctx0" brushRef="#br0" timeOffset="13">23994 14817 7876,'11'-19'81,"0"-3"0,0 4 1,6-4-1,1 3 1,4 3 31,6-1 1,-2 6 0,1 0 23,3-2 0,1-1 0,2-1 0,-2 2 58,-3 2 0,1 2 0,-5-4 0,2 2-113,3-2 1,-3 6 0,1 1 0,3 5-82,1 1 0,0 0 0,-1 0 0,-3 1-119,3 5 1,-5 1 0,1 6 0,0-2 3,0 2 0,-6-4 0,2 2 0,-4 2 139,-1 2 0,-1 1 0,1 1 1,-2-1 116,-4 1 0,1 1 0,-6 4 1,-2 6-57,-3 3 0,-1 2 1,0 2-1,0 6-59,0 8 1,0 15-1,-1 15 1,-3 10-34,2-41 0,-2 3 0,-1 5 0,-1 2 0,3 5 0,1 2 0,-1 2 0,0 1-62,-1 0 1,1 1 0,2-2 0,0-1-1,-2-4 1,1 1 0,0-2 0,2 1-84,0-2 0,0-1 0,1-1 1,0-2-1,0-3 0,1-1 0,2-4 1,0-1 93,5 45 1,-5-7 0,1 3 0,-1-7 5,1-10 0,-1-6 0,5-18 0,-2-2-325,-3-7 1,3-5-1,-1-5-1,-2-6 0,-2-7 377,-2-10 0,-8 1 0,-1-14 0</inkml:trace>
  <inkml:trace contextRef="#ctx0" brushRef="#br0" timeOffset="14">24441 14965 7764,'-9'2'-152,"1"2"1,3 3 0,-1 3 107,3 2 1,1 9-1,2 3 1,0 1 27,0 5 1,0-5-1,0 3 213,0 1 0,0-5 1,0 0-1,0-2 59,0 0 1,7 0-1,4-5-222,4-1 0,7-5 0,0-1 0,-2-3-34,-1-3 1,-8 5 0,-2 2-86,-2 3 0,-9-3 0,-9 0 1,-3 2-16,-3 2 1,-1 0-1,-3-2 1,-1-4-188,2-2 1,2 4 0,1-5 286,1-3 0,-30-67 0,19 23 0,1-1 0</inkml:trace>
  <inkml:trace contextRef="#ctx0" brushRef="#br0" timeOffset="15">24375 15015 7764,'16'-7'629,"3"-2"1,3-2-268,5 0 0,6 1 0,6-3-464,5 2 1,-2 8-1,1-3 1,-3 4 101,-3 2 0,-24 0 0,-8 0 0</inkml:trace>
  <inkml:trace contextRef="#ctx0" brushRef="#br0" timeOffset="16">16933 11113 8258,'-9'-24'-111,"-4"3"0,6-4 327,-2 1-145,5 9 0,-3 10 0,7 10 0,0 8 0,0 7 1,0 10-91,0 6 1,2 8-1,3 10 1,4 3 71,0 1 1,6 9 0,-4 8 0,6 6-72,5 9 1,-12-41 0,0 1 0,3 4 0,2 2 0,-1 5 0,1 1-1,1 5 0,-1 1 0,2 7 0,-1 2 0,1 7 0,-1 1 0,1 6 0,-1 2-84,-4-29 0,-1 1 0,-1 1 0,2 1 1,-1 1-1,0 0 0,-1 5 0,1 1 1,-1 0-1,0 1 0,0 0 0,-1 1 128,1 1 0,-1-1 0,0 1 1,-2-3-1,-1 0 0,1 0 1,0-2-1,1-1 0,-1-1 1,-1-2-1,0 0 0,0 0 25,0-1 1,-1 0 0,1-1 0,-1-3 0,1-1-1,-1 1 1,1 1 0,-1 0 0,1-1 0,3 28-1,0-2 30,2-3 1,0-1 0,-1-1 0,-1 1 0,2 0 0,0 1 0,-1 2 0,0 0-142,2 2 0,-2 0 1,-3 0-1,-1 0 0,2-1 1,0 0-1,0 0 0,-1-1 140,0 1 0,1 0 0,0-1 1,0-1-1,1-1 0,-1 0 1,0-2-1,0 0-138,1-5 1,-1 0 0,1-6 0,0-1 0,1-3 0,1-1 0,0 0 0,0-1 78,-1-1 1,0 0-1,2-7 1,0 0 0,-1-3-1,0 0 1,-1-3-1,0 0-114,0 0 0,-2-1 0,0 1 0,-1-1 0,0-4 1,-1-1-1,3 41-344,-2-10 1,-1-5-1,-6-5 1,0-6 236,0-3 1,-6-16-1,-1-14 1,-2-9-1071,-4-11 1270,2-6 0</inkml:trace>
  <inkml:trace contextRef="#ctx0" brushRef="#br0" timeOffset="17">17049 11063 8206,'0'-17'545,"-2"3"-255,-3 3 1,-4 11 0,-8 12-1,0 9-18,1 6 0,-2 4 1,-3 4-1,-3 4-92,-1 5 1,1 6 0,-7 3 0,-4 4-310,0 2 0,2-11 0,5-1 0,6-4-726,4-7 1,3-3-1,6-5 855,9-6 0,22-18 0,13-6 0</inkml:trace>
  <inkml:trace contextRef="#ctx0" brushRef="#br0" timeOffset="18">16983 11278 8241,'2'-15'190,"3"4"0,6 6 0,6 3 653,5 2 1,9 7-862,8 4 1,12 9 0,-1 4 0,1 0 0,1 2-400,-3 0 0,1-4 1,-2 3-1,-2 1 417,-2 0 0,37 9 0,-34-14 0,1 0 0</inkml:trace>
  <inkml:trace contextRef="#ctx0" brushRef="#br0" timeOffset="19">8301 14800 7896,'-9'-7'1018,"0"5"-116,3-4 1,5 6-691,-5 6 1,4 7-1,2 14 1,2 14-36,4 10 0,-3 12 0,8 12 0,2 10-217,2 5 0,-7-44 0,0 1 1,1 4-1,1-1 0,0 1 1,0-1-284,1 0 0,0 0 0,1-3 0,0-3 0,8 26 1,4-15-676,2-12 1,-4-18 997,5-8 0,8-45 0,7-18 0</inkml:trace>
  <inkml:trace contextRef="#ctx0" brushRef="#br0" timeOffset="20">8781 14932 7909,'-22'-11'0,"0"2"53,2 2 1,-4 1 0,2 6-1,0 0 65,-2 0 0,0 10 1,-4 4-1,4 8 47,0 4 1,4 2-1,-5 6 1,1 3-101,3 2 0,-2 5 1,0-6-1,5-1-156,5-2 0,0-4 0,6-3 136,-2-6 20,5-4 1,-1-3 0,10-4 0,6-5 76,4-5 1,1 5 0,1-1 0,0-1-128,-1-2 1,2 3 0,4 1-1,4-2-183,0-2 1,7 3 0,0 1 0,9-3-552,6-1 1,4 0 718,3 3 0,33-3 0,-37 2 0,1 0 0</inkml:trace>
  <inkml:trace contextRef="#ctx0" brushRef="#br0" timeOffset="21">9194 15048 8097,'4'-15'739,"5"4"-559,8 6 1,12 3 0,2 2-1,6-2-210,0-3 0,3 3 0,1-5 0,-1 1-292,0 1 0,-1-6 1,-6 5-1,-2 2-977,-3 2 1299,3 2 0,-34 8 0,-1 1 0</inkml:trace>
  <inkml:trace contextRef="#ctx0" brushRef="#br0" timeOffset="22">9360 15296 8111,'-22'6'0,"0"-1"577,1-1 0,8-2-568,2-2 1,17 0 0,3-2 0,13-4-51,9-5 1,-1-3 0,8-3 0,-1 1-149,2-1 0,3 1 0,8 1 189,-1 4 0,16-4 0,3 6 0</inkml:trace>
  <inkml:trace contextRef="#ctx0" brushRef="#br0" timeOffset="23">9955 14767 7946,'-11'-7'331,"0"-4"1,5 3 395,-5 3 1,8 16-1,-3 7-422,4 6 0,4 9 0,2 6 1,1-1-489,-1 3 0,3 1 0,1 9 1,1 5-366,4 4 0,1-3 1,3-4-1,0-7 548,-1-7 0,23-56 0,5-14 0</inkml:trace>
  <inkml:trace contextRef="#ctx0" brushRef="#br0" timeOffset="24">10253 14717 7944,'-6'-11'764,"-1"2"153,-2 2 1,5 9-1,-2 11-455,5 7 0,2 11 0,5 9 0,5 1-711,4-1 0,3 12 0,4-1 0,4 8 249,-1 9 0,1 4 0,2 10 0,-10-20 0,-1-1 0,1 0 0</inkml:trace>
  <inkml:trace contextRef="#ctx0" brushRef="#br1" timeOffset="25">14139 13130 8460,'-11'-6'-577,"1"-1"130,3-2 1,-4 3-1,6-5 712,1-1 1,2 2-1,2-1 443,0-2 1,0-1-177,0-3 1,0 6 54,0 0 1,0 4-501,0 1 0,0 8 0,0 16 0,2 5 71,3 4 0,-3 12 0,4 7 1,-3 5-188,3 4 0,-4 15 0,3 2 0,-1 7-208,1 3 0,-1-1 1,7-5-1,2-10-192,2-9 1,1-19-1,1-7 1,-1-7-374,1-9 0,-1-6 802,1-9 0,7-37 0,2-8 0</inkml:trace>
  <inkml:trace contextRef="#ctx0" brushRef="#br1" timeOffset="26">14519 13262 7639,'-2'-14'-1454,"-3"3"1556,3 3 1,-13 10-1,4 4 106,-4 5 0,-1-2 1,-1 2-1,-1 2 19,-4 1 1,-2 3 0,-5-1 0,1 1-3,-1-1 0,5 3 1,0 1-1,2 2-238,0-2 0,0-1 0,7-3-172,4 1 0,4-1 183,7 1 1,7-8 0,4-3 195,4-5 0,1-1 0,3 0 0,1 0-226,2 0 1,0 0-1,-5 0 1,-1 0-277,1 0 0,5 6 1,0 1-1,-2 1-643,-2-1 951,-1 6 0,14 3 0,4 10 0</inkml:trace>
  <inkml:trace contextRef="#ctx0" brushRef="#br1" timeOffset="27">14701 13279 8202,'16'-8'-437,"-5"5"0,0-6 0,2-1 805,2 1 0,2 6 0,-1-3 1,1 2-221,-1-1 0,1 3 1,-1-4-220,1 5 0,-1 1 1,1 0-90,-1 0 0,-5 0 78,0 0 82,-7 0 0,-11 7 0,-12 2 0</inkml:trace>
  <inkml:trace contextRef="#ctx0" brushRef="#br1" timeOffset="28">15015 13064 8407,'11'-9'-151,"-2"1"0,1 3-313,-1-1 1102,2-7 0,3 13 1,-1 0-402,-2 10 0,-7 4 1,1 3-1,-1-1-167,2 1 1,-4 5 0,3 0 0,-3 0-79,-2 2 1,5-4 0,1 6 0,-2 0-88,-3-1 0,-1-3 0,0 6 0,0 1-272,0 3 1,0 1 0,2 0 0,2 0 21,1 0 1,3-2 0,-5-3 0,3-6-825,-2-4 1169,5-1 0,7-52 0,10-13 0</inkml:trace>
  <inkml:trace contextRef="#ctx0" brushRef="#br1" timeOffset="29">15329 13196 8283,'2'-11'-68,"2"0"117,1-2 0,8 0 63,-2 2 1,-2 4 0,2 7-1,2 0-188,2 0 1,2 0 0,1 0 0,4 0-28,5 0 1,5-6 0,3 1 0,1 1-11,3 2 1,0 2-1,-8 0 1,-2 0 112,-1 0 0,-23 8 0,1 1 0</inkml:trace>
  <inkml:trace contextRef="#ctx0" brushRef="#br1" timeOffset="30">15395 13328 8283,'-16'0'-620,"-1"0"158,1 0 789,7 0 1,9 0 0,13-1 0,7-3-221,7-2 1,6-5 0,6 6 0,7-1-197,7-1 1,-1 5-1,3-5 1,-6 1-203,-5 1 0,-3-1 1,-8 6-1,-2 0 291,-3 0 0,-4-29 0,-8-8 0</inkml:trace>
  <inkml:trace contextRef="#ctx0" brushRef="#br1" timeOffset="31">15974 13064 8283,'0'-11'-506,"0"0"515,0-2 1,-2 0 0,-1 0 636,-3 2-432,1 7 0,5 4 0,0 11 1,0 4-109,0 2 1,5 1 0,1 2 0,-3 4-128,-1 2 1,0-4-1,2 4 1,3-1-580,2 1 1,2-4 599,6 6 0,36-15 0,10 1 0</inkml:trace>
  <inkml:trace contextRef="#ctx0" brushRef="#br1" timeOffset="32">16305 13113 8277,'-17'-5'9,"1"-1"0,1 3 0,2 8 87,2 6 1,8 4 0,-3 1 0,4 1 82,2 0 0,8-6 0,3 0 1,3 0-157,3-2 0,-1-2 1,3-7-1,1 0 3,2 0 0,0-7 1,-5-4-1,-1-4-100,1-1 1,-3-3 0,-1-1 0,-4-4 44,-1-2 1,-3 1 0,-5-5 0,-2 3 171,-3-3 1,-4 6 0,-8 2 0,1 6-263,-1 5 1,-1 3 0,-2 8 0,-2 2-593,1 4 711,3 3 0,9 44 0,1 10 0</inkml:trace>
  <inkml:trace contextRef="#ctx0" brushRef="#br1" timeOffset="33">16785 13113 8277,'-17'0'140,"0"0"0,3-1 0,1-5 1243,2-5-1215,7 4 0,-1-6 1,10 7-223,6 3 0,4 1 0,1 2 0,1 0-864,0 0 1,-1 0 917,1 0 0,29 15 0,7 3 0</inkml:trace>
  <inkml:trace contextRef="#ctx0" brushRef="#br1" timeOffset="34">17380 13080 8277,'0'-11'748,"0"0"-458,0-2-444,7 6 0,2-6 0,8 8-727,-1 1 1,1 2 880,-1 2 0,49-12 0,19-5 0,7-2 0,0 1 0</inkml:trace>
  <inkml:trace contextRef="#ctx0" brushRef="#br1" timeOffset="35">18058 12965 8277,'9'-8'30,"4"-1"0,-6-7 1,2 1 385,4 4 0,-4 3 0,2 8-504,2 0 0,2 0 1,0 2-1,-2 4-781,-2 5 0,0-2 869,5 2 0,45-15 0,10 3 0</inkml:trace>
  <inkml:trace contextRef="#ctx0" brushRef="#br1" timeOffset="36">18719 12981 8283,'9'-2'197,"-1"-1"0,-1-5-48,4-1 1,9 5-1,2-1-149,-1 3 0,48-5 0,12-2 0</inkml:trace>
  <inkml:trace contextRef="#ctx0" brushRef="#br1" timeOffset="37">19331 12948 8283,'11'-7'-36,"0"-4"0,0-2 0,8 2 1,1 5-403,2 4 0,0 10 1,-6 1 244,1 0 0,-1 0 0,1-5 0,0 2 193,-1-3 0,15-16 0,4-5 0</inkml:trace>
  <inkml:trace contextRef="#ctx0" brushRef="#br1" timeOffset="38">19844 13031 8226,'5'-11'52,"1"0"0,7 7 1,-2-2-1,3 5 3,3 1 1,1 0 0,2 0 0,3 1-56,-3 5 0,28 11 0,5 8 0</inkml:trace>
  <inkml:trace contextRef="#ctx0" brushRef="#br1" timeOffset="39">20356 13064 8027,'17'0'-520,"-1"2"0,1 1 0,0 3 405,-1-2 0,1-3 0,1-1 1,2 2 62,2 4 1,0-4-1,-3 3 52,3-3 0,3-2 0,9 0 0</inkml:trace>
  <inkml:trace contextRef="#ctx0" brushRef="#br1" timeOffset="40">20852 13146 8203,'0'-22'122,"0"0"0,8 2 0,3 9 0,4 6-590,1 3 0,2 2 1,3 2 190,1 3 1,0-1 0,-6 5 0,1-2 276,-1-3 0,1-2 0,-1-2 0,1 0 0,0 0 0,-1 0 0,23-15 0,5-3 0</inkml:trace>
  <inkml:trace contextRef="#ctx0" brushRef="#br1" timeOffset="41">21415 13097 8203,'14'-17'212,"-1"1"1,-2 1 191,2 4 1,2 4 0,3 7 0,2 0-573,2 0 0,1 0 0,-7 2 0,1 1-481,-1 3 0,1 5 1,-1-6 299,1-1 1,-6-2 0,0-2 0,2 0 219,1 0 0,-3 0 0,0 0 129,2 0 0,4 0 0,3 0 0,2 0 1,0 0 0,-5 0 0,-1 0 39,1 0 1,-1-2 0,1-2 533,-1-1 1,1-3 0,-1 5-156,1-3 0,-1-5 1,1 6-455,0 1 1,-1 2-1,1 2-807,-1 0 842,1 0 0,7 0 0,1 0 0</inkml:trace>
  <inkml:trace contextRef="#ctx0" brushRef="#br1" timeOffset="42">22341 12998 8203,'11'-17'299,"0"2"114,2 4 1,1 4 0,3 7-1,-1 2-713,1 3 1,0 5 0,-1 6 0,1-1-234,-1-4 1,1 2 0,-1-6 532,1 2 0,36-20 0,9 0 0</inkml:trace>
  <inkml:trace contextRef="#ctx0" brushRef="#br1" timeOffset="43">22853 13031 8203,'10'-8'-112,"-3"-1"-137,0 0 0,2 2 1,8 7-1,0 0 61,-1 0 188,1 7 0,14 10 0,4 8 0</inkml:trace>
  <inkml:trace contextRef="#ctx0" brushRef="#br1" timeOffset="44">23283 13031 8163,'10'-8'151,"2"-1"1,-4-7-1,1 1 1,4 4 268,1 5 1,9 5 0,-1 2-859,-2 5 438,6-4 0,21 5 0,14-7 0</inkml:trace>
  <inkml:trace contextRef="#ctx0" brushRef="#br1" timeOffset="45">23829 13031 8206,'0'-17'194,"7"8"0,4 3-1467,4 5 1273,2 8 0,29 10 0,7 8 0</inkml:trace>
  <inkml:trace contextRef="#ctx0" brushRef="#br1" timeOffset="46">24375 13047 8456,'0'-25'0,"2"2"674,3 5 0,-1 9 1,7 3-992,2 5 0,-4 6 0,0 2 1,0 1-640,0-1 0,2 4 0,6-3 956,-1 1 0,1-6 0,0 3 0,21-12 0,6-3 0</inkml:trace>
  <inkml:trace contextRef="#ctx0" brushRef="#br1" timeOffset="47">24871 13047 8171,'2'-14'571,"3"3"-451,6 5 1,-2 4 0,1 4-1534,-3 4 1413,-2 3 0,17 7 0,6 1 0</inkml:trace>
  <inkml:trace contextRef="#ctx0" brushRef="#br1" timeOffset="48">25086 13064 8279,'0'-17'178,"7"8"1,6 4-1,5 3-1686,4 2 1508,8 0 0,32 7 0,17 2 0</inkml:trace>
  <inkml:trace contextRef="#ctx0" brushRef="#br1" timeOffset="49">25615 13031 8163,'0'-17'204,"2"1"0,3 1 0,6 2 0,4 4 62,2 2 1,-1 1 0,1 8-948,-1 3 1,-5-1 0,0 5 0,2-1 394,2-5 1,1-1 0,1-2-1,-1 0 286,1 0 0,-1 0 0,8-7 0,2-2 0</inkml:trace>
  <inkml:trace contextRef="#ctx0" brushRef="#br1" timeOffset="50">26210 12898 8198,'17'-14'275,"-6"3"1,0-9 0,2 7 0,1 7-537,3 4 0,-6 4 1,-2 4-478,-1 5 738,4-4 0,-10 8 0,6-6 0</inkml:trace>
  <inkml:trace contextRef="#ctx0" brushRef="#br1" timeOffset="51">26359 12882 8198,'17'0'0,"-8"0"0,28-15 0,-1-3 0</inkml:trace>
  <inkml:trace contextRef="#ctx0" brushRef="#br2" timeOffset="52">19513 18322 8087,'-17'0'407,"6"0"1,2-1-82,2-5 0,1-3-260,6-8 1,8-1 0,3-2-1,3-4 1,3 0-265,0 0 1,-1-3 0,1 3 101,-1-2 1,4 6-1,-1-2 1,-5 3-28,1 3 0,-6 1 0,1 2 0,-1 4-61,0 2 383,-5 1 1,8 8 0,-6 3 70,-2 7 1,-3 2 0,-1 3 0,0-1 31,0 1 0,0 5 1,0 2-1,0 1-71,0 5 0,0 8 1,0 7-1,0 2-230,0 3 1,2 1-1,2 5 1,3 2-405,3 1 1,-5-7-1,4-10 1,0-2-401,1-3 0,-1-4 0,2-5 803,-6-6 0,-18-26 0,-5-7 0</inkml:trace>
  <inkml:trace contextRef="#ctx0" brushRef="#br2" timeOffset="53">19546 18852 9112,'-9'0'720,"16"-6"0,15-1-340,8-2 1,12-1 0,8-3-1,8 4-778,7 2 1,8-4 397,4 5 0,-20 3 0,4 1 0,3 2 0,1 0 0</inkml:trace>
  <inkml:trace contextRef="#ctx0" brushRef="#br2" timeOffset="54">21101 18025 7854,'-12'0'584,"1"0"1874,-1 0-1873,4 0 1,3 0 0,10 0-364,6 0 1,6 0 0,3 0 0,4 2-90,2 3 1,-4-3 0,3 3 0,1-1-162,0 2 0,-4-3 1,4 8-1,-2 0-346,-4-1 0,-7 4 1,-2-1-1,0 5 43,-2 5 0,-4 4 1,-10-3-1,-6 2 87,-4 3 0,-3 2 1,-2 2-1,-4 0 232,-2 1 0,6-7 1,-4-1-1,2-2 410,0-4 0,0-2 0,5-1 1311,1-1-1454,6-6 1,10-5 0,13-9-200,7-1 1,1-2-1,6 3 1,3-2-515,1 3 1,15-5 0,5 3 457,6 1 0,3-9 0,7-5 0,7 0 0,1-1 0</inkml:trace>
  <inkml:trace contextRef="#ctx0" brushRef="#br2" timeOffset="55">23035 17909 8166,'-25'-11'0,"1"2"874,0 1 0,11-3-1439,-4 6 1061,12-1 1,7 6 0,12 0 0,8 0-347,4 0 1,2 0 0,7 2-1,1 2-250,3 1 1,-6 6-1,-7-3 1,0-1-67,-1 0 0,-5 6 0,1-2 0,-7 4-193,-3 2 1,-7-1-1,0 1 1,-8-1 48,-7 1 1,-6 5 0,-5 2-1,-7 0 279,-8-1 1,2-1 0,-3-5-1,3 0 323,2-1 0,2-1 0,1-2 286,3-2 1,10-8-379,6 3 1,13-4 0,20-2 0,6 0-76,3 0 1,7 0 0,3 0 0,1 0 38,4 0 1,-6 0 0,-1 0 0,-4 0-26,-2 0 0,-2 0 0,-3 0 0,-8 2-68,-7 3 0,0 4 0,-10 10-120,-4 3 1,-7-4 0,-10 4 0,-2-2-254,-2 2 1,-8-1 0,3 4 0,-3-1-2025,3-4 2326,-5-1 0,-15-10 0,-14-2 0</inkml:trace>
  <inkml:trace contextRef="#ctx0" brushRef="#br2" timeOffset="56">24474 17826 7820,'0'-16'747,"0"5"278,0 0 0,-2 7-810,-3-1 1,3 10 0,-6 6 0,1 4-83,-4 1 1,-4 6 0,1 2 0,1 2 6,2 3 1,0 3 0,-6 1 0,1-2-228,-1-4 1,6 5 0,2-5-1,2 3-75,3-3 1,2-1-1,2-6 1,2 2-18,3-2 0,5-1 0,6-3 0,3-1 19,3-4 0,-2-2 0,7-5 0,3 1 99,1-1 1,8-2 0,1-2 0,4 0 64,8 0 0,-3-7 0,6-3 0,-5-1-42,-6 0 0,2 0 0,-8-5 0,-3 1-284,-5 4 1,-6-2-1,-10 6-316,-3-2 0,-3 3 0,-10-3 638,-4 2 0,-25-14 0,-13 3 0</inkml:trace>
  <inkml:trace contextRef="#ctx0" brushRef="#br2" timeOffset="57">24772 17892 7820,'-11'-16'17,"0"-1"0,5 6-40,-5 0 0,7 9 296,-1 2 0,3 8 0,2 8 0,0 3 259,0 3 1,0 4-1,0 7 1,0 0-160,0 0 0,0 7 0,0 4 0,0 4-414,0 2 1,0-1-1,2 1 1,2-2-263,1-4 0,6 0 1,-4-9-1,1-6-88,-1-3 1,-1-4-1,-5-6 1,3 1-1633,2 0 2023,-1-8 0,-5-24 0,0-13 0</inkml:trace>
  <inkml:trace contextRef="#ctx0" brushRef="#br1" timeOffset="58">27401 13891 7716,'-11'-17'6,"0"1"0,7-1 1,-3 0-1,1 1 320,1-1 0,-1 1 1,4-1 57,-3 1 1,3-1-1,-5 1-98,-1-1 1,1 1 0,-6 1 0,2 4-240,-2 5 1,2 5-1,-3 1 1,-5 0-70,1 0 1,-1 1 0,3 5-1,-1 7-60,1 7 1,-1 0 0,1 8 0,-1 3 69,1 6 0,-1 0 0,2 7 0,3 2 134,1 1 1,7 8 0,-2 1 0,5-3-49,1-2 0,7-1 0,4-2 0,4-4-198,1-6 0,3-10 0,3-6 0,5-6-108,4-4 1,4-5 0,2-7-1,5-2-173,6-3 0,-4-10 0,8-9 0,-8-4 405,-4-7 0,-9-19 0,-1-13 0,0-8 0,0 0 0</inkml:trace>
  <inkml:trace contextRef="#ctx0" brushRef="#br1" timeOffset="59">27847 13841 8186,'10'-17'-271,"2"6"1,-4 0-1,1-1 312,4-3 0,2-4 1,1-1-1,1-2 96,-1 2 0,1-4 1,-1 2-1,1 0-70,-1-2 0,-1 6 0,-2-4 1,-4 3 79,-2 3 0,4 5 555,-5 0-434,-1 7 1,-5 4 0,0 13-164,0 7 0,0-1 1,0 4-1,0 1-30,0 4 0,0 3 1,-1 2-1,-3 2-9,-2 4 1,1 1 0,5 8 0,0 0-159,0 3 0,0 10 1,0-1-1,0 3-260,0-3 0,0-8 0,0-12 0,0-3-131,0-6 1,5-9 0,1 0-1,-2-3-831,-3-3 1314,-1-6 0,0-3 0</inkml:trace>
  <inkml:trace contextRef="#ctx0" brushRef="#br1" timeOffset="60">27930 14403 7755,'-16'6'519,"-1"-1"1,10 6-229,7-5 1,7-1-1,11-5 1,4-2-111,6-3 1,3 1-1,2-5 1,2 0-536,4 0 1,-4 5 0,3-3 0,-1 1 353,2 1 0,47-23 0,-34 14 0,1 1 0</inkml:trace>
  <inkml:trace contextRef="#ctx0" brushRef="#br1" timeOffset="61">28707 13824 8036,'-16'0'1999,"5"-5"-1875,0-1 0,9 1 11,2 5 1,9 0 0,11 0 0,2 0 30,-1 0 1,4 0-1,3 0 1,5 0-241,5 0 0,-3 0 1,4-2-1,-2-2-274,1-1 1,-8-1 0,3 6 0,-4-1-720,-3-5 1,-2 4-223,-8-3 1289,-7 3 0,-23 2 0,-14 0 0</inkml:trace>
  <inkml:trace contextRef="#ctx0" brushRef="#br1" timeOffset="62">28773 14023 8303,'-7'9'118,"5"-2"1,4-7 0,13 0 0,9 0-374,7 0 1,0-5 0,13-2 0,2-1 44,2 1 0,7-6 210,0 2 0,22-11 0,1-4 0</inkml:trace>
  <inkml:trace contextRef="#ctx0" brushRef="#br1" timeOffset="63">29600 13791 7775,'-9'-16'1191,"-4"-1"-688,8 1 1,-1-1 0,8 1-309,4-1 0,1 6 1,6 2-1,-2 0-181,2 0 1,1-2 0,3-4 0,1 2 44,4 2 1,-3 0 0,3-6 0,-4 3 48,-1 3 1,-1-4 0,1 6 0,-1 0-79,1 3 0,1 2 0,2 1 0,2-3-87,-1 3 0,-9 1 1,0 4-1,0 1-52,3 3 1,2 5 0,-3-4-1,-1 2 50,-2 4 0,-7 2 1,1 1 37,-3 1 1,-2 0 0,0-1 0,-2 1-27,-3-1 0,1 1 1,-7-1-1,-2 3-20,-1 3 0,-3-2 0,-1 6 0,-3-1 21,-1 1 0,-1-4 1,2 6-1,-3 1 31,-1 2 1,5 2 0,-3 0 0,3 0 10,-2 1 1,4-1 0,-4 0-1,5-2 189,6-4 0,-3-3 0,4-7 182,1-1 0,0-5-63,3 0 0,6-7-63,0 2 1,8 1-129,8-1 1,1-1 0,-1-5-1,1 0-41,-1 0 1,1-2 0,0-1-1,1-3-24,4 2 0,4-5 1,7 0-1,2-2-73,3 0 0,-3 2 0,4-4 1,-4 4-129,-2 1 0,0 1 0,-2 3 0,-3-1-609,-6 1 1,-9 2-386,-2 2 0,-8 2 1147,3 4 0,-26 3 0,-8 7 0</inkml:trace>
  <inkml:trace contextRef="#ctx0" brushRef="#br1" timeOffset="64">30444 13957 7826,'-17'0'723,"2"-2"-617,4-4 0,13-1 1,15-4-1,8 4 437,7-1 0,8 5 0,2-7-304,1 3 0,4-4 0,-2 4 0,0-2-375,0-4 0,0 5 0,-8 1 0,-4 2-1359,-3-1 1,-10 0 1494,2 6 0,-48-22 0,-12-5 0</inkml:trace>
  <inkml:trace contextRef="#ctx0" brushRef="#br1" timeOffset="65">30758 13626 7826,'-11'0'1070,"0"2"-756,-2 3 1,0 5-1,2 8 1,6 4-130,3 6 0,2 5 0,0 3 0,2 5-53,3 1 0,-1 0 0,5 4 0,0-2-503,0 2 1,-3-5 0,5-3-1,0-5 371,-2-5 0,35-26 0,2-13 0</inkml:trace>
  <inkml:trace contextRef="#ctx0" brushRef="#br1" timeOffset="66">31122 13626 8620,'0'-16'705,"0"-1"0,1 6 0,5 2-526,5 1 0,6 3 1,3 5-1,4 0 41,1 0 0,-4 0 0,1 0 0,-2 2-157,2 3 0,-2-1 0,6 7 1,-2 2-318,-4 2 0,-2 1 0,-3 1 0,-2 1-124,-2 4 1,-7 4-1,-1 7 1,-6 0 75,-8 0 0,-6 7 0,-5 4 1,-4 4 166,0 2 0,-3-2 0,7-2 0,2-4 232,1-2 0,5-3 0,3-9 1,5-6 251,4-4 1,4-9 0,6-3-242,8-5 1,2-10-1,12-5 1,3-7-197,4 1 0,14-6 0,2-1 0,8-4-565,7-2 1,0-6 652,-7 0 0,-4-21 0,-8-1 0</inkml:trace>
  <inkml:trace contextRef="#ctx0" brushRef="#br1" timeOffset="67">31866 13659 7988,'-17'0'1350,"3"-2"-1159,2-3 1,14 3 0,13-4-35,5 5 0,10 1 0,-3 0 0,6 0-153,6 0 0,-2-2 0,5-2 0,0-1-363,0 1 0,-5 2 0,0 2 0,-6 0-518,-3 0 0,-14 2 877,3 3 0,-41 19 0,-5 11 0</inkml:trace>
  <inkml:trace contextRef="#ctx0" brushRef="#br1" timeOffset="68">32081 13858 8042,'-32'11'0,"5"-2"873,5-2 1,7 4-536,10-5 0,14-3 0,18-6 0,5-5-386,1-1 0,5-2 0,3-5 0,1-1-250,4 0 0,-6 1 1,1-1-1,-3 1-220,1-1 0,5 1 0,-5-1 0,-3 1 144,-1-1 1,-3-1 0,-3-2 0,-5-2 373,-6 1 0,1-3 0,-12 1 0,0-1 26,1 0 1,-3-4-1,-5 6 1,0 2 607,0 2 1,-7 3 842,-4 4 1,-4 4-1104,-1 7 0,-1 7 0,2 4 0,4 4-219,6 1 1,-3 6-1,3 2 1,1 2-10,2 3 0,4 2 0,2 1 0,3-3-111,2-1 1,4-1-1,7 4 1,4-3-102,2-6 1,-4-4 0,6-3 0,1-2 88,2-2 1,2-7-1,2-1 1,2-6-139,2-8 0,7 1 0,-2-1 1,2-3-220,-2-6 0,-4 1 0,-7-3 1,0 4-46,0 1 0,-12 6 0,-7-2 0,-5-3-245,-5-4 1,-2-4 0,-2 2 0,-2-6 286,-3-3 1,1-2 0,-7 0 0,-2 0 310,-2 0 1,-3 5-1,-2 2 1,-2 2 229,2 4 0,1 2 0,1 3 0,-2 2 256,-2 2 1,-1 8 0,7-3 527,-1 4 0,6 2-555,0 0 1,8 8 0,-3 3-1,4 3-99,2 3 1,-2 7 0,-1 5 0,-3 10-131,3 10 1,-1 3-1,0 8 1,-3 3-137,-2 1 0,0 13 1,-4 2-1,2 0-450,-2 2 1,-2-2 0,-1 0 0,1-5-224,4-6 1,-2-8 0,7-17-1,1-9-656,-2-4 1261,5-10 0,2-18 0,9-13 0</inkml:trace>
  <inkml:trace contextRef="#ctx0" brushRef="#br1" timeOffset="69">33271 14436 14633,'8'-9'-212,"3"4"0,33-19 0,9-4 0</inkml:trace>
  <inkml:trace contextRef="#ctx0" brushRef="#br1" timeOffset="70">8318 16206 8505,'-11'-2'26,"0"-2"398,-2-1-278,6-8 0,1 11-6,12-4 1,3-1 0,7 0 0,1-1 70,-1 1 1,3-4 0,3 4 0,4-2-114,-1-4 0,12-2 0,-2-2 1,5 1-99,6-1 0,4 1 1,3-1-1,4 1-47,2-1 1,-6 1 0,0-1 0,-7 2-179,-7 4 0,-6-1 1,-5 6-1,-6 2-387,-4 3 1,-7 1 172,0 0 0,-7 1 0,-1 3 439,-6 2 0,-51 14 0,-17-2 0</inkml:trace>
  <inkml:trace contextRef="#ctx0" brushRef="#br1" timeOffset="71">8351 16272 8505,'-11'9'-483,"0"-3"631,-2-5 109,6-1 0,7 0 0,13 0 0,7-1-54,7-5 0,5 2 0,2-7 0,7-1-83,8-3 1,3-2-1,10 1 1,5-3-87,2-3 0,5 2 1,-6-6-1,-2 1-84,-7-1 0,-8 6 0,-7-2 1,-3 3-54,-1 3 0,-7 7 1,0 1-1,-7 3 56,-2-1 0,-11 1 47,3 5 0,-18 0 0,1 0 0</inkml:trace>
  <inkml:trace contextRef="#ctx0" brushRef="#br1" timeOffset="72">11824 14949 8045,'-15'-7'-166,"4"-4"0,-2-4 0,6-2 0,-3 1 1,-1-1 303,2 1 1,0 1 186,4 4 1,1-4 0,-5 4 384,1-3 1,1 4-412,1 5 0,3 3-377,-8 2 0,7 7 1,-3 6-1,1 7 141,1 8 0,-3 3 1,5 4-1,-3 4-66,3 5 1,1 9 0,2 2-1,0-1-67,0-3 1,0-1 0,2-3-1,3-3-74,6-5 0,4-6 0,3-5 0,6-8-171,9-7 0,2-6 0,9-9 1,4-5-10,5-10 0,-1-6 1,3-12-1,-6-2 103,-5-2 0,-11-5 0,-10 4 1,-5-1 220,-2 1 0,-5 1 0,-1 8 0,-3 4 130,-3 4 164,-2 12 0,-2 13 0,0 15 1,0 9 76,0 5 0,0 2 0,0 0 1,0 0-175,0 0 1,1 0-1,5-2 1,5-5-196,4-9 0,1-3 0,2-8 0,5-2-67,4-3 0,-1-8 0,1-6 1,1-7-96,-2-8 0,-2 3 0,-10-3 1,-3-1 14,-5-3 1,-4-1 0,-2 0 0,-2 0 91,-4 0 1,-8 2 0,-10 3 0,-2 6 206,-3 4 1,3 3 0,-2 4 0,1 6 11,1 3 0,0 2 0,6 0 1,-2 0-28,2 0 1,1 2 0,3 1 0,1 5-19,4 1 1,-2-4-140,8 6 0,1-7 0,10 0 0,7-8-131,7-7 1,5-4 0,9-3 0,0-2 29,5-2 0,3-2 0,6 4 0,-2-2 109,-2 1 1,-7 9 0,1 2 0,-3 3 29,-2 3 1,-1 3 0,-5 1-1,-5 1 7,-3 5 1,-3 3-1,-1 8 1,-2-1 13,-2 1 0,-8 7 1,3 1-1,-4 3 5,-2-1 1,5 1-1,1 7 1,-3 2-71,-1 1 0,0 1 0,2-8 0,3-2-53,2-1 0,-3-8 0,5 0 0,2-5 29,1-4 0,-3-5 7,0 5 1,-7-6 183,2 6 0,-6-7 0,-6 1 70,-5-3 1,-4-4 0,-1-1-212,-1-3 1,1-5 0,-1 4-68,1-2 1,-1-2 0,3-6 14,2 1 0,5-1 0,9-1-70,3-4 1,1 1-1,9-4 1,5-1-86,4 0 1,5-1 0,10-6 0,5-2 42,4-4 1,1 2 0,-1-5 0,-4 2 3,-5 3 0,-4 2 0,-4 4 0,-4 3-304,-5 6 462,-11 4 0,-3-21 0,-8-5 0</inkml:trace>
  <inkml:trace contextRef="#ctx0" brushRef="#br1" timeOffset="73">13312 14569 8167,'-17'9'-65,"6"0"0,0-3-88,-2 5 1,6 5 0,2 4-1,3 4 464,2 2 1,0 1-1,0 7 1,0-1-9,0 0 1,2 7 0,1 2 0,5 2-301,1 1 1,2-9 0,5 1 0,1-6-139,-1-3 0,1-8 0,1 0 0,1-5 135,-3-4 0,-10-44 0,-15-6 0</inkml:trace>
  <inkml:trace contextRef="#ctx0" brushRef="#br1" timeOffset="74">13196 14883 8167,'-16'9'843,"1"-3"-663,4-12 0,11 4 0,13-5 0,7-1-364,7-3 1,7 2 183,4-2 0,22-4 0,11-3 0,9-4 0,-1 0 0</inkml:trace>
  <inkml:trace contextRef="#ctx0" brushRef="#br1" timeOffset="75">14039 14337 8141,'-16'9'-110,"-6"-1"1,-2-7 0,-2 3-1,-3 4 564,-2 1 0,3 4 0,2 9 42,2 5 1,1 4 0,4 4 0,1 6-119,3 8 1,8 3-1,-2 8 1,1 3-302,5 1 0,3-3 0,5-2 1,6-2-435,4-4 1,9-7 0,3-6-1,6-5-2036,6-9 2393,3-13 0,9-20 0,7-8 0,3-4 0,1 1 0</inkml:trace>
  <inkml:trace contextRef="#ctx0" brushRef="#br1" timeOffset="76">14254 14536 8341,'-9'16'885,"4"2"0,3 5-629,2 4 1,0 6 0,0 6-1,-2 3-402,-3 0 1,3 4 0,-4-5 0,4-1-450,2 0 0,2-3 0,2-9 595,1-6 0,30-77 0,2-21 0</inkml:trace>
  <inkml:trace contextRef="#ctx0" brushRef="#br1" timeOffset="77">14370 14552 8110,'0'-16'-182,"0"-1"1,0 6 12,0 0 393,0 7 0,2-3 1400,4 7-963,-5 0 0,7 7 0,-8 4-348,0 4 0,0 3 0,0 4 1,0 8-175,0 7 0,0-1 1,0 8-1,0 2-488,0 2 1,0 7-1,0 0 1,0 0 348,0 2 0,22-27 0,5-1 0</inkml:trace>
  <inkml:trace contextRef="#ctx0" brushRef="#br1" timeOffset="78">14717 14287 8394,'11'-5'0,"0"-2"562,2-3 0,2 7 0,2-1 0,1 6-82,4 3 0,2 8 0,5-2 0,-1 6-133,1 5 1,4-2 0,2 8 0,0 1-208,-4 2 1,-9 12-1,-1 6 1,-8 10-270,-8 5 0,-10 8 0,-8 1 0,-9 3-299,-11 3 1,11-35 0,-2 0 427,-2 2 0,-4 2 0,-17 14 0,-5 2 0,0 4 0,0 0 0</inkml:trace>
  <inkml:trace contextRef="#ctx0" brushRef="#br3" timeOffset="79">20505 13378 10662,'-9'-11'-1503,"4"0"1,5 7 1583,5-1 0,-1 3 91,7 2 0,-8 2 9,3 3 0,-4 4-68,-2 8 0,0-6-80,0 0 0,0-5 1,0 5-36,0 1 1,0 3 0,0 2 0,0-1 18,0 1 1,0-1 0,0 3 0,0 1 116,0 2 0,0 7 0,-2-3 1,-2 0-81,-1-4 0,-1 2 1,4-2-1,-1-2-25,-3-2 1,1-7 0,5 0-1,0 2-23,0 2 1,0 1 0,0 1 0,0 0-56,0-1 1,5 1 0,3-1-1,-1 3 34,0 3 1,4-2 0,-5 6-1,-3-3 50,-1-2 1,-2-3 0,0-1 0,0-1 10,0 1 1,2-6 0,2 0-68,1 2 1,1 1 0,-6 3-17,0-1 0,5 1 0,1-1 52,-2 1 1,-3-1 0,-1 1 0,0 0 60,0-1 0,0 1 1,2-3-1,2-1-16,1-2 1,1 0 0,-4 6 0,1-1-59,3 1 1,5-1 0,-4 3-23,2 3 1,-5-4 0,2 4 0,-4-3 2,-2-3 0,1 2 0,3 3 1,2 1 47,-3-2 0,-1 4 0,-2-2 0,0 0 36,0 2 1,0-6-1,0 4 1,0-2-13,0 2 1,0-1-1,0 4 1,0-1 10,0-3 0,2 4 0,2 3 0,1 5-67,-1 5 1,3 5-1,0 6 1,1 3-85,-1 3 1,4 4 0,-5 5 0,-3-3 55,-1-6 0,-2-2 1,0 2-1,0 6 50,0 3 0,0 0 1,0-1-1,0-4 160,0-2 1,0 0 0,0-2 0,0 5-87,0 5 1,0-1 0,0-2 0,2-3 16,4-2 1,-3-2 0,8-3-1,0 3-82,-2 6 0,6-1 1,-6 3-1,2-1-15,0-5 1,-5-4 0,3-3 0,0 0-4,0-1 1,1-7-1,2-3 1,0-4-131,0-2 0,3-7 1,0-4-1,-2-6-681,-2-5 1,-8-1 468,3-5 0,-4-12 1,-2-6-1,2-18 316,3-17 0,-13-16 1,-9-19-1,0-4 0,5 16 1,0-1-1,0 0 1,0 1-1</inkml:trace>
  <inkml:trace contextRef="#ctx0" brushRef="#br3" timeOffset="80">20241 13312 11236,'-8'-33'-607,"6"0"1,-3 1 0,3 3 0,2 3 405,0 2 1,6 2 0,1 6 444,2-1 1,2 1 0,6 1 0,-1 2-6,1 2 0,-1 2 1,1-4-1,1 4-97,4 2 1,4-4 0,7 3 0,0 1-64,0 0 1,0-1-1,0 5 1,2-3-131,4 2 1,-4 3 0,3 1-1,-1 0-8,2 0 0,-3 1 0,7 3 1,-3 3 41,-3 3 0,-2-1 0,-4 4 0,-2-2-26,-1 1 0,-8 3 1,2 2-1,-3-1-45,-3 1 0,1-1 1,-3 1-1,-1-1-34,-2 1 1,-2 1 0,4 3-1,-2 1 22,2-2 0,2-2 1,1-1-1,1-3 44,-1-3 0,7 4 0,0-4 1,1 2 38,0-2 0,-2 4 1,-7-4-1,-2 5 44,-2 6 0,-7 4 0,1 9 0,-5 4 0,-5 5 1,1 13 0,-5 7 0,-1 6 1,1 0 1,6 5 0,-3 2 0,4 6 19,2 5 0,8-9 0,3 5 1,3 3 4,3 5 0,-11-42 1,-1 1-1,0 2 0,1 0 1,0 3-1,-1 0-18,0 0 1,-1 0 0,1 4 0,-1 0 0,-2 2 0,0 1 0,1 0 0,-1 1 37,0-1 1,0 0 0,2-5 0,0-2 0,-1 1 0,1 0 0,0-2 0,1-1-4,1-3 0,1 1 1,0-1-1,1 0 1,-1 0-1,0 0 0,0-1 1,-1 1 8,0-2 1,-1-1-1,4 40 1,4 0 0,-2-3-214,2-2 1,-6-3 0,1-2 0,-3-7-66,1-3 1,1-9 0,-3-8 0,1-8-283,-1-10 1,5-13 102,2-3 0,-3-10 0,-1-13-30,0-5 0,3-13 407,6-9 0,1-7 0,-1-10 0</inkml:trace>
  <inkml:trace contextRef="#ctx0" brushRef="#br1" timeOffset="81">22275 13146 8498,'-6'-11'-365,"1"0"-434,1-1 858,-5-3 0,9 0 47,0 4 0,2 4 0,7 9 0,-2 5 17,-3 10 1,-1 6-1,1 12 1,2 4-76,-3 5 1,1 13-1,0 9 1,1 11-54,-1 10 0,-3-39 0,0 3 0,-1 5 0,0 2 0,0 3 0,2 1 24,0 4 1,1 0 0,-2 1-1,0 0 1,2-2 0,1-1-1,-1-1 1,0 1-50,-1 0 1,1 0 0,0 3-1,0 0 1,-3 0 0,0-1 0,0-3-1,0 1 83,0-2 0,0 0 0,-3-3 0,0 0 0,0 3 0,1-1 0,0-2 0,0 0-72,1-4 0,0 0 0,1 1 0,0-2 1,0 38-1,0 0 13,0-4 0,0-5 0,0-6 0,0-7 13,0-8 0,6-1 1,-1-10-1,-1-5 57,-2-3 1,3-7 0,1-6-1,-3-3-23,-1 3 1,-2 3-1,0 4 1,-2 3-32,-3 2 0,3-3 0,-3 5 0,3-2-96,2-5 0,0 0 0,2-17 1,3-5 8,6-8 0,4-7 0,3-7 0,2-12-271,2-12 1,8-19 0,-3-16 347,5-9 0,-22 11 0,-4-18 0,-2-7 0,1 0 0,0 12 0,0 0 0,0 0 0,-1 0 0,1 0 0</inkml:trace>
  <inkml:trace contextRef="#ctx0" brushRef="#br1" timeOffset="82">22407 13345 8538,'-9'-17'-45,"1"-1"0,8-2 0,2-2-15,4 2-59,10 1 1,10 3-1,9-1 1,3-1 0,7-2-1,2-4 1,1 0 267,-4 0 0,-3 0 0,-10 4 0,-2-4 65,-1-2 1,5 6 0,5 0 0,-1 5-253,-2 4 0,4 7 0,1-1 0,1 3-98,-1 2 1,-3 0 0,-10 0 0,-5 2 46,-3 3 1,-8 5-1,-2 6 1,-2 2 40,-3 4 0,-4 2 0,-4 8 0,-1-1 148,1 4 1,2-4 0,2-3-1,0 1-79,0 2 0,0 2 0,0 0 0,0 0 14,0 0 1,8 2 0,1 4 0,2 5 18,0 4 1,-6 9 0,5 5 0,-3 8 9,-3 7 0,-3 10 1,-1 3-1,0 2-40,0-45 1,0 1-1,3 1 1,0-1 0,0 3-1,1-1 1,0 1 0,0 0-11,-1-2 1,1 1 0,2-2 0,1-1 0,4 36-1,2-2 2,-2-4 0,-2 2 1,-5-5-1,1 1 130,-1 4 0,-4 2 0,-4 1 0,-1-1 36,1-4 0,2 10 0,2-5 1,0 3-173,0-1 0,0 5 1,0-1-1,2-2-127,3-1 1,-3-10 0,4-3 0,-4-8-73,-2-9 1,0-7 0,0-17 0,0-3 52,0-6 0,0-4 0,1-3 0,3-2-171,2-2 0,7-8 1,-1 3-1,9-6 307,6-6 0,7-46 0,0-22 0,6-8 0,-1 0 0</inkml:trace>
  <inkml:trace contextRef="#ctx0" brushRef="#br1" timeOffset="83">24342 14701 8485,'-22'-33'-92,"0"0"0,1 2 1,5 3-74,5 6 0,-2 4 0,6 3 216,-3 4 1,5-2 230,-6 7 1,5 1 65,-5 5 0,6 0 0,-4 2-211,1 3 0,1 6 1,3 13-1,-3 9-6,-2 10 0,3 6 1,-3 8-1,0 9-130,0 10 1,-1 12 0,4-41-1,0 1 1,0 3 0,1 1 2,-2 3 0,1 0 0,-1 6 0,-1 0 1,0 3-1,-1 0 0,1 2 0,0 1-90,0-1 0,-1 0 1,1-5-1,0-1 1,0-7-1,-1-1 1,2-2-1,0-1 71,1-2 0,1 0 0,-2 0 0,1 0 0,0 37 0,1-5 24,-3-4 0,5 4 1,-6 0-1,-1 4-59,1 0 0,5-12 0,-1-15 0,3-7-82,2-5 1,0-5-1,0-12 1,2-5-62,3-3 1,-1-10 0,7-5 79,2-8 1,7-7 0,4-13 0,2-9-1000,3-9 1112,10-6 0,-4-9 0,5-2 0</inkml:trace>
  <inkml:trace contextRef="#ctx0" brushRef="#br1" timeOffset="84">24358 14949 8466,'8'-17'8,"-5"-5"0,8-2 1,2-1-1,4-3 342,5 2-357,3-5 1,10 11 0,4-6-1,5 2 1,4 4 0,0 2-46,-4 1 0,-4 6 0,-9 2 0,-3 2 108,-6 3 1,-9 2 0,-2 2 204,2 0 1,-4 0-183,2 0 1,-2 2 0,4 2 0,-4 3-77,-2 2 1,4 2 0,-3 6 0,-1 1 35,1 4 1,-1 4 0,-3 9-1,1 2 24,-1 1 0,-4 8 1,-4 0-1,-3 9 92,-2 11 1,-2 2 0,-6 8 0,0-1-28,1 0 0,-1 8 1,3 5-1,1-1-77,2-3 1,7-3 0,-3-2 0,1-4-88,1-1 0,-1 3 0,8-5 0,2-3-10,1-1 1,1-3 0,-4-5 0,1-5-37,3-3 1,-1-8 0,-3 2 0,2 2-34,1-1 1,1 7-1,-4-12 1,1 0-139,3-3 0,1-1 0,-3-3 0,3-5-115,2-4 0,1 1 1,2-5-1,-2-2-345,-3-1 0,0-3 713,-1 1 0,-26-52 0,-1-13 0</inkml:trace>
  <inkml:trace contextRef="#ctx0" brushRef="#br1" timeOffset="85">29997 15660 8157,'-16'0'245,"-6"0"1,0 0 520,1 0 1,10 2-818,6 3 0,10-1 0,8 5 1,6-1 269,3-5 1,12 5 0,0-3 0,2-1-157,5-2 0,-6-8 1,3-1-1,-1-2-29,2-4 0,-1-2 0,8-2 1,2 3-172,-2 3 1,-2-4 0,0 6 0,-4 0-455,1 3 1,-12 4 0,2 2-518,-5 0 1,-11 8 1107,-10 3 0,-32-11 0,-10-2 0</inkml:trace>
  <inkml:trace contextRef="#ctx0" brushRef="#br1" timeOffset="86">30377 15329 7988,'-14'-11'-184,"1"2"1800,2 2-1296,7 1-194,-3 6 1,9 0-1,1 2 5,3 4 1,5 3 0,-6 7 0,1 1-36,1-1 1,-5 1 0,5 1-1,-1 4-80,-1 6 0,1 5 0,-6 6 0,0 5-119,0 3 1,0 9-1,0 0 1,0 1-17,0 0 1,0-1-1,0-9 1,0-3-134,0-5 1,6-6 0,1-5-1,2-8-287,4-7 1,7-6-1,2-9 539,-2-3 0,4-39 0,0-17 0,3-7 0,-1 0 0</inkml:trace>
  <inkml:trace contextRef="#ctx0" brushRef="#br1" timeOffset="87">30791 15180 8289,'-17'0'338,"6"0"194,0 0 0,9 0-240,2 0 0,8 0 0,8 0 1,1 0-254,-1 0 1,6 0 0,2 0 0,4 0 2,7 0 0,-2-1 0,7-3 0,-1-2-51,-1 3 1,8-5 0,-3 1 0,-1 0-241,-3-1 1,-1-3-1,-3 4 1,-4 0-209,0-1 1,-7-3 415,-2 6 0,-9-1 183,-2 6 1,-7 2 0,0 2 13,-8 1 1,0 6 0,-5-3 0,2 1-23,3 4 0,-3 1 1,1 3-1,1-1 20,-3 1 1,5 0 0,-6 1 0,-1 2-71,1 2 0,4 8 0,-5-5 1,1 3-113,0-1 1,4 3 0,-5 8 0,1 6-91,0 4 1,5 2 0,-3-1 0,1 1-55,1 0 1,-6-1 0,4-1 0,-1-4-164,1-5 1,-4-2 0,4-1 0,-1 1-170,1-6 1,-4 0 0,3-8 0,1-3 503,0-2 0,1-67 0,6-18 0</inkml:trace>
  <inkml:trace contextRef="#ctx0" brushRef="#br1" timeOffset="88">31899 15081 8080,'-17'8'-7,"1"-7"0,-1 5 0,1-4 160,-1-2 0,2 2 0,3 1 62,1 3 1,1 7 0,-2-2-1,0 3 5,0 3 1,2 7 0,-1 3 0,-1 5-6,-3 1 0,0 5 0,2 3 0,4 1-192,2 4 0,-4 0 0,5 0 0,4-2-324,6 2 0,7 0 0,9 0 0,4-4-559,2-2 860,1-8 0,43-9 0,9-6 0</inkml:trace>
  <inkml:trace contextRef="#ctx0" brushRef="#br1" timeOffset="89">31982 15313 8080,'-17'-9'-14,"0"3"425,1 4 1,7 4 0,3 4-201,4 5 0,2 5 0,0 6 0,0 6-160,0 3 0,0 4 0,2 3 0,2 7-147,1 2 1,3 3 0,-5 0 0,5-3-396,1-3 1,-4-5-1,5-10 491,-3-1 0,-9-52 0,-7-7 0</inkml:trace>
  <inkml:trace contextRef="#ctx0" brushRef="#br1" timeOffset="90">31800 15627 8008,'0'-17'-5,"0"6"0,0 0 1,1-1 95,5-3 0,3-2 0,8 1 0,1-1-11,4 1 0,6-1 1,8 1-1,5-1-152,1 1 0,-5 1 1,1 2-1,-4 4 54,-7 1 1,2 5 0,-8 8 68,-7 6 0,-4 4 0,-10 3 1,0 4 29,0 6 0,-8 1 1,-1 1-1,-2-3 127,0 3 0,7-1 1,-3 1-1,1-5-48,1-1 0,-1-7 1,8-8-1,4-2-83,5-3 0,3-4 0,5-6 0,1-7-110,2-7 1,6-5 0,-6-7 0,0 1-145,2-2 1,-6 9 0,4-9 0,-5 4 132,-6 3 0,-4 2 210,-7 8 0,-7 6 1,-6 5-1,-6 3 131,-3 2 1,-2 5-1,4 3 1,-4 1-117,-1 4 1,4-4-1,-1 0 1,6 0-1085,5 1 0,-2-5 33,7 6 0,8-7 870,9 1 0,31-26 0,12-15 0,5 0 0,-1-1 0</inkml:trace>
  <inkml:trace contextRef="#ctx0" brushRef="#br1" timeOffset="91">32527 15362 7704,'-11'0'982,"2"2"-495,2 4 0,1-3 0,6 8 1,0 2-181,0 2 0,2 14 1,2 8-1,3 9-235,2 11 0,2 5 0,4 6 0,-2 4-93,-2 5 1,0-5 0,4-4 0,-3-7-495,-1-4 0,0-6 1,6-12-1,-2-12-1870,-4-7 2385,3-10 0,-16-50 0,-8-23 0,4-6 0,1 0 0</inkml:trace>
  <inkml:trace contextRef="#ctx0" brushRef="#br1" timeOffset="92">32511 15594 8080,'-17'-26'144,"2"-3"0,4 7 0,6 1-184,3 3 0,4 2 1,5-1 541,10 1 0,-1 6 0,8 5 0,0 3-252,4 2 0,1 0 0,-1 2 0,-4 3-245,-1 6 0,-6 4 0,1 3 0,-7 3-357,-3 1 0,-3 5 0,-5-3 1,0 0-415,0 0 1,0 3 765,0-4 0,-15-23 0,-3-12 0</inkml:trace>
  <inkml:trace contextRef="#ctx0" brushRef="#br1" timeOffset="93">32941 15296 8080,'1'-11'1547,"5"0"-885,-4 8 1,5-3 0,-7 13 0,0 8-387,0 5 1,0 2-1,0-3 1,0 1-236,0 2 1,0 0 0,2-5-270,4-1 1,-3-7 0,8-3 0,2-4-452,2-2 1,1-4-1,3-5 1,1-10 205,2-5 1,2 2-1,-4-3 1,0 1 370,-5 4 0,0 1 1,-10 3 589,-1-1 1,-2 10 0,-4 7 29,-4 9 0,3 11 0,-7 4 0,3 0-169,3 0 0,3-2 1,1-6-1,1-1-268,5-4 0,3 2 0,8-7 0,1-3-409,4-1 0,-2-11 0,8-6 0,-1-5-255,-1 0 1,0-6 0,-6 0 0,0-1 116,-5-1 1,2 8 0,-8-2-1,0 4 527,-4 1 234,-3 8 0,-4 1 1,-1 10-1,-5 4 375,-1 5 0,6 4-128,-3 1 0,2 1 0,1-1-272,-3 1 0,1-1 1,6 1-1,3-1-236,2 1 1,-1-1 0,-3 3 0,2 1-326,1 2 0,3 0 0,-5-5 1,3-1-117,-3 1 1,5-1-1,-3 1-169,-1-1 0,-2-5 177,-2 0 0,0-5 123,0 5 0,0-9 180,0-2 1,-2-2 0,-2-9-14,-1-2 1,-1 4-1,6-2 1,0-4-83,0-5 0,-5 0 1,-1-8-1,3 1 51,1 1 1,-4-5-1,1 3 1,-1-3 246,-1-2 0,3 5 0,-5 2 0,2 3 348,3 2 0,-3 3 0,1 1 1567,2 1-1505,3-1 1,8 8-1,4 4-261,4 3 0,1 7 0,1 3 0,1 1-166,4 4 0,-3 7 0,3 4 1,-4 0-272,-2 0 0,-5 3 0,1-3 0,-1 2-209,-2 3 1,-2-3-1,-7 0 1,0-1-109,0 1 1,-7-6 0,-6 2-1,-7-3 18,-8-3 1,2 1 0,-1-3 0,-1-3 479,3-5 0,-5-4 0,8-2 0,2-2 0,1-4 0,5-5 0,3-11 0,5-5 0,34-56 0,-10 34 0,1 1 0</inkml:trace>
  <inkml:trace contextRef="#ctx0" brushRef="#br1" timeOffset="94">33404 15263 7499,'0'-16'2394,"0"-1"-2026,0 8 0,0 3 0,0 12 1,0 7-148,0 7 1,5 6 0,1 7 0,-3 2-161,-1 3 0,-2 5 0,2 8 0,2 2-200,1 2 1,1 2-1,-4-3 1,1 1-330,3-2 1,-1-5-1,-5-8 1,0-9-174,0-5 0,2-11 0,2-11 641,1-8 0,1-42 0,-6-17 0</inkml:trace>
  <inkml:trace contextRef="#ctx0" brushRef="#br1" timeOffset="95">33371 15313 8060,'-11'-8'132,"0"-3"0,7-3 1,-2-3-1,6 2 33,6 4 0,-2-3 1,7 3-1,3-2 0,5 0 359,3 2 1,2 7-1,-4-1-175,2 3 1,5 2-1,-3 0 1,2 2-227,3 3 0,-5 4 0,-4 8 0,-7 1-227,-7 4 0,-4-1 0,-4 6 0,-4 3-325,-5 1 0,-11 2 0,-3 0 0,-3-2-204,0-3 1,8-4-1,-4-10 1,2-3 632,0-5 0,0-70 0,6-19 0</inkml:trace>
  <inkml:trace contextRef="#ctx0" brushRef="#br1" timeOffset="96">33552 14899 8403,'58'25'0,"0"0"0</inkml:trace>
  <inkml:trace contextRef="#ctx0" brushRef="#br1" timeOffset="97">33486 14982 8050,'-9'0'3523,"2"0"-3022,7 0 1,2 2-348,3 3 1,-1-1 0,7 9 0,2 3-111,1 5 1,3 8 0,-1 0 0,3 6-96,3 4 51,-4 7 0,10 1 0,5 7 0,-2 7 0,0 1 0</inkml:trace>
  <inkml:trace contextRef="#ctx0" brushRef="#br1" timeOffset="98">33619 15792 7939,'-33'26'0,"-8"20"0,-1-2 0</inkml:trace>
  <inkml:trace contextRef="#ctx0" brushRef="#br1" timeOffset="99">8599 14221 7857,'9'-11'-558,"-3"0"1,-5-2 393,-1-1 1,0 3 0,0 0 182,0-2 0,0 4 123,0-2 1,-1 7-1,-5-3-18,-5-1 0,2 6 0,-2-3-74,-2 3 0,-2 2 0,-1 0-23,-1 0 0,1 0 1,-1 0-1,1 2-33,-1 3 0,1 5 0,-3 6 0,-3 3-19,-5 3 0,-5 3 0,-3 8 0,-5 2 11,-10 4 1,-1-1 0,-8 12 0,2 7 16,4 5 0,0 6 1,-1 2-1,25-32 1,0 0 14,-3 2 0,-1 0 0,2-3 0,0 0 0,-4 5 0,0 2 0,2 1 0,2 0-29,-1 3 1,3 2-1,3 2 1,1 0 0,-1 0-1,2-1 1,3 2 0,2-1 75,1-1 0,1 1 0,1 1 0,0 1 0,2-2 1,-1 0-1,1 0 0,0-1 18,0 0 1,-1-1 0,3 2-1,0 1 1,1-1 0,2 1-1,2-3 1,1 1-27,3-3 1,1-1-1,1 3 1,2-1-1,1-1 1,3 0 0,2 2-1,2-1-31,3 1 0,2-2 0,25 32 1,5-2-1,4-9-19,1-2 1,3-9-1,5-2 1,9-7-46,9-5 1,-32-26 0,2-3 0,45 6-1,-1-9-26,-7-6 0,6-6 0,-39-2 0,2-2 1,2-2-1,0-2 32,2-4 0,-1-2 0,-3-3 1,-1-3-1,-1-5 0,-1-3 0,4-1 1,1-1 9,4-1 0,0-2 1,0-2-1,-2-2 1,-2-6-1,-1-4 1,-2-2-1,-1-3-80,-2-4 0,-1-2 0,3-2 0,-2-3 0,-3-3 0,-2 0 0,0 0 0,-1-1 71,0 1 0,-3 0 0,-6 4 1,-1 1-1,-1 2 0,0 0 1,-3 3-1,-2-1 11,-3-2 0,0 0 0,-1 1 0,-2-2 1,-3-2-1,-2-1 0,-2 0 0,-2 0 14,-4-2 0,-1-1 1,-4 1-1,-2 0 1,-3-6-1,-3 0 1,-4-1-1,-2-1-31,-4-3 1,-1 0 0,0 6 0,-1 0 0,-3-5 0,-2-1-1,0 4 1,-2 1 35,0-1 0,-1 1 0,-1 4 0,-1 1 1,2 4-1,-3 1 0,-2 6 0,-4 4 46,-2 5 0,-5 4 1,-3 4-1,-5 6 1,-3 4-1,-2 4 1,-1 3-1,-2 2 68,-1 3 1,-1 4 0,-5 8 0,0 5 0,-5 3 0,0 4 0,-1 6-1,1 4-34,-1 4 1,0 3 0,-2 6 0,0 3 0,-2 3 0,1 3 0,3 0 0,2 3-179,5-1 1,2 4-1,5 5 1,4 4-1,2 4 1,5 2 98,3 0 0,3 1 0,0 0 0,3 1 0,7-3 0,1 1 0,-2 2 0,0-1 0</inkml:trace>
  <inkml:trace contextRef="#ctx0" brushRef="#br3" timeOffset="100">7938 14502 9099,'-17'28'974,"0"0"0,1-1 0,-2 6 1,-3 0-1,-3 0 776,-1 0-1673,-3 1 0,-3-1 0,2-2 0,1-2 1,0-3-1,1-2-141,-1-4 0,8-2 0,-4-1 0,2-2-19,0-4 1,0 3 0,5-3-1,3 4 220,3 2 1,-4 5 0,4 2 0,-2 3 74,2 8 1,-2 0 0,6 9 0,-2 4 338,-4 5 1,4-1-1,-2 5 1,0-1-435,1 5 1,1 3 0,6 3 0,-3-3 75,2-3 1,3-6 0,1-9 0,0-2 65,0 2 1,1-6 0,3-1-1,3-3-14,3 3 0,1 3 0,5 6 1,1-2-25,-1-2 0,6-5 0,2 3 0,4 0-293,7 0 1,0-5-1,9 2 1,3-4-236,7-2 0,-1 0 0,6-2 0,-2-5-169,-4-10 0,-1-7 0,-3-9 0,4-1-35,8-5 1,0-5 0,10-11-1,-5-4 66,-5 1 1,2-7 0,-8 7 0,0-3 28,2 0 0,2 1 0,7-6 0,2 0 103,3 0 1,-10-2 0,0-2-1,-10-3 158,-7-3 1,6 5 0,-2-6 0,5 0 71,0 1 1,4 8 0,-4 10-1,-3-1 97,-4 0 0,-15 6 1,0-4-1,-3 0 239,-2-3 0,3-8 0,8-7 1,1-10 111,-1-5 0,-2-11 1,-2-11-1,0-7-66,-16 39 1,-1 0-1,10-39 1,-6-2 0,-5-4-12,-9 44 1,-1 0-1,-3-1 1,0 1 0,3-44-1,-3 9 126,-2 10 0,-2 5 0,-3 3 0,-6 3-195,-4 1 0,-3 14 0,-5-1 0,-4 5-120,-4 7 0,-10-7 0,-1 1 0,-2 0 1,0 3 0,5-1 1,-3 0-1,0-1-136,-1 1 0,3 3 0,-8 9 1,-7 4-263,-7 1 1,-3 4 0,-10-1 0,3 5-165,8 4 1,3 8 0,4-3 0,-9 6-127,-9 6 1,-4 3 0,2 9 0,7 4-104,7 6 0,-1 10 0,4 6 577,-5 4 1,0-4 0,-15 10 0,-3 1 0,16-11 0,0 1 0,0-1 0,0 1 0</inkml:trace>
  <inkml:trace contextRef="#ctx0" brushRef="#br1" timeOffset="101">11939 15958 7630,'-35'0'225,"-1"-2"1,-3-2-1,2-1 339,2 1 0,15 2 0,6 4-729,4 3 109,5-3 0,14 6 0,8-8 1,10-2-64,10-4 1,11-3 0,9-7 0,0-3 20,-1-3 1,5 2 0,-2-6 0,3 1-91,6-1 0,4 6 1,2-2-1,5 5 134,1 6 0,12-4 0,-11 6 1,2-2 99,1 0 1,1 2 0,-38 3 0,1-1 0,44-4-19,-2-2 0,2-2 0,0-3 0,-43 8 1,1 0-48,1-1 0,-1 0 1,3-4-1,-1 0 1,0 2-1,-1-1 1,-1-1-1,1 0 21,0 2 1,1-1-1,-1-2 1,1 1-1,-3 2 1,1 0 0,0-1-1,-1 0-6,1 0 1,-1 1-1,1 2 1,0 2-1,-2-3 1,-1 2-1,41-9-81,-10 3 1,-3 1 0,-3 2 0,-4 4-110,-6 2 1,0-5-1,-8 5 1,-8 0-885,-11-1 1078,-10 3 0,-16 10 0,-3 1 0,-4-1 0</inkml:trace>
  <inkml:trace contextRef="#ctx0" brushRef="#br1" timeOffset="102">12435 15875 7625,'-64'15'83,"3"-4"1,8 3-1,13-4 1,9 1-1,7 0 1144,9 2-1092,6 1 0,11-3 0,3-2 0,8-1-178,7-5 0,8-1 0,12-2 0,10 0 11,9 0 0,16-2 0,4-3 0,-2-4-130,-2 0 0,4-6 0,0 2 0,8-5 50,-40 7 1,-1 0 0,0-3-1,-1 0 1,43-10 0,-4-2 149,-1-3 1,-38 14 0,0 1 0,1-1 0,0 0 0,44-11 90,-7 3 1,-1-5 0,-3 4 0,8 0-87,-41 13 0,1-2 0,-1 0 0,-2-1 1,43-10-1,-6-2-32,-4-3 0,7 3 0,-38 12 0,0 1 0,0-1 0,0 0-35,42-12 0,-11 1 0,-3 4 0,-1-1-106,4 2 0,2 4 0,-1 3 0,-9 3-130,-6 3 0,-1-4 0,-6 4 0,-1-1-241,2 1 1,1-4 500,9 6 0,-38-38 0,-9-3 0</inkml:trace>
  <inkml:trace contextRef="#ctx0" brushRef="#br1" timeOffset="103">24375 1025 7723,'-8'-16'862,"-3"-1"-594,4 1 1,0-1 0,7 1 728,0-1 0,0 6-305,0 0 1,2 7-153,3-1 0,4 3-442,8 2 1,-3 7 0,-3 6 0,-5 7 65,-4 8 0,-2 12 0,0 10 1,0 11-80,0 8 0,-2 7 1,-2 6-1,-3 3 15,-2 3 0,5-5 1,-3 3-1,1-7-338,1-5 1,-1-1 0,6-20-1,0-3-487,0-4 0,2-6 1,2 1-1,1-10-178,-1-5 1,3-4-1,1-7-9,1-4 0,-4-4 912,6-7 0,6-44 0,-1-22 0,6-3 0,0 0 0</inkml:trace>
  <inkml:trace contextRef="#ctx0" brushRef="#br1" timeOffset="104">24920 1174 9499,'0'-16'3774,"0"6"-3513,0 3 1,-1 7 0,-5 2-217,-5 3 0,-4 5 0,-3 6 1,-4 2-182,-6 5 1,-10 2-1,-6 8 1,-4 0-54,-2 0 1,-5 1-1,0-1 1,4 0 82,5 0 0,7-8 1,12-2-1,5-5 14,3-2 1,3-1 0,1-2 157,4-2 1,5-7-74,12 1 1,1-1 0,6 0 0,-2 1 82,2-1 1,2 5 0,3 0 0,2 2 113,2 0 0,8-2 0,-3 4 1,6-2-82,6 2 1,-2-4-1,7 2 1,2 2-33,1 2 1,1 0 0,-2-3-1,-4-1-77,-1 2 1,-8-4-1,-7 1 1,-2-1-987,-4 0 0,-7-3-1469,-2 5 2455,-8 0 0,-17-10 0,-14-2 0</inkml:trace>
  <inkml:trace contextRef="#ctx0" brushRef="#br1" timeOffset="105">23101 1339 7726,'-16'-7'247,"-1"-2"1,1-2 460,-1 0 0,3 5 0,1-3-363,2 2 0,0 1 0,-6 6-294,1 0 0,-1 0 0,1 2 0,-3 2-49,-3 1 1,2 8 0,-8-2 0,-3 4-90,-6 1 0,1 7 1,-7-1-1,1 0-18,0 1 0,-2-4 0,-4 3 0,4-6 131,5-5 1,6 2 0,6-7 0,5-1 95,3 3 1,8-6-7,0 3 0,6-3 42,-6-2-61,7 0 1,4 5 73,11 1 0,-2-1 0,2-5-20,2 0 0,-4 0 0,2 0 0,2 0-117,2 0 0,-4 2 0,2 2 1,3 1 5,4-1 0,4 3 0,-2 1 1,6-1-137,3 1 0,2 4 1,2-1-1,2 4-119,2 2 1,5-1 0,-4 1 0,2-1-43,4 1 0,2-1 0,2 1 0,-3-1-18,-3 1 0,-3-1 0,-10-1 1,-1-2-327,-3-2 1,-12-7-874,1 1 1474,-10 4 0,-28-21 0,-15 1 0</inkml:trace>
  <inkml:trace contextRef="#ctx0" brushRef="#br1" timeOffset="106">22291 2034 7946,'-16'0'925,"-1"0"1,12 0 0,8 0-817,12 0 0,20 0 1,3 0-1,10 2 108,7 3 0,4-1 0,7 7 0,0 0 49,1-2 1,-1 6 0,-2-4 0,-3 2-452,-6-2 0,-11 2 0,-6-6 0,-4 0-784,-7 1 0,-9-3 0,-8-3 0,-5 2 969,-7 1 0,-56-7 0,-23-7 0</inkml:trace>
  <inkml:trace contextRef="#ctx0" brushRef="#br1" timeOffset="107">21630 1306 7774,'-15'-11'528,"2"2"-159,2 2 0,2 3-167,-2 10 1,4 3 0,8 7-1,3 3 106,2 3 1,5 4 0,-4 8-1,0 5-24,1 5 0,-1 6 1,-3 7-1,3 9-109,2 9 1,-5 13 0,1 4-1,-3 2-160,-2 0 1,2-14-1,2 1 1,1-3-157,-1-3 1,0-20 0,-1-5 0,5-14-295,1-8 1,-4-2 0,6-6-986,2 2 0,2-2 1420,1-9 0,16-26 0,3-12 0</inkml:trace>
  <inkml:trace contextRef="#ctx0" brushRef="#br1" timeOffset="108">26591 1158 7766,'-15'-8'483,"4"-3"1,-2 2 0,6 0 514,-2 1 1,3 3-801,-5 5 0,5 0 1,-5 2-270,-1 3 0,-9 4 0,-4 10 1,-5 3-67,-5 5 0,-9 7 1,-2 2-1,-5 3 92,-4-2 0,0-2 0,7-4 0,6-4 49,8-5 1,5-3 0,11-3 0,3-1 26,0-4 0,8 4-18,1-4 0,6 2 0,6-1 0,3-1-3,0 2 0,6 0 0,-2 0 0,7-2-38,8 2 1,3-4-1,4 0 1,5-1-65,10-5 0,3-1 0,10-2 0,1 0-1599,-2 0 1691,1 0 0,0-12 0,6-5 0,6-2 0,-1 1 0</inkml:trace>
  <inkml:trace contextRef="#ctx0" brushRef="#br1" timeOffset="109">27500 1124 7766,'-16'0'941,"-1"0"1,2 2-701,4 4 1,4 7-1,7 14-173,0 12 1,0 14-1,2 10 1,1 6-137,3 9 0,5 1 0,-5-2 0,-3-6-299,-1-3 0,-2-14 0,2-10-257,3-13 1,-3-13-1,4-27 624,-4-13 0,-11-40 0,-4-19 0,3 18 0,1 1 0,0-1 0</inkml:trace>
  <inkml:trace contextRef="#ctx0" brushRef="#br1" timeOffset="110">27384 976 7766,'0'-17'344,"-7"2"464,-4 4 0,4 6 1,1 12-546,4 10 1,11 7-1,6 9 1,7 2-83,4 3 0,-4 3 0,6 5 0,1-2-107,2 2 1,2-4 0,0 0 0,0-1-267,0-5 0,-1-10 0,-3-9 0,-3-10-190,-2-5 1,0-6 0,-4-5 0,2-9-20,-2-6 1,-2-6 0,1-8 0,1-6 256,2-4 0,0-2 0,-5 1 1,1-1 253,4 0 0,-4 6 0,5 2 1,-5 2 91,-2 3 1,-1 9 0,-2 6 0,-2 4 326,2 1 1,2 8 0,1 4-260,1 3 1,-1 4-1,1 3 1,-1 6-84,1 4 1,-1 3-1,1 4 1,-1 8-14,1 6 0,-2 8 1,-2 12-1,-4 4-119,-2 5 0,0 10 1,-3 6-1,3 3-462,3-3 1,-7-6-1,5-10 1,-3-5-460,1-5 1,5-7 0,-6-7 865,-1-8 0,5-55 0,0-10 0</inkml:trace>
  <inkml:trace contextRef="#ctx0" brushRef="#br1" timeOffset="111">23250 3175 8201,'-5'-11'647,"-1"0"-417,1 7-19,5-10 1,7 12 0,4-4 0,4 4 73,1 2 0,1 0 1,1-1-1,4-3-210,6-2 1,3 1 0,4 5 0,4 0-109,5 0 0,11 0 1,5-2-1,7-2-99,4-1 1,-1-1 0,11 4 0,7-1 105,-40 0 1,1 0-1,0 0 1,0-1 0,-2 2-1,0 0 1,0-1 0,1-1 16,1 0 0,-1-1 0,5 0 1,-1-1-1,1-2 0,-1-1 0,-1 1 1,-1 0 17,-2-1 0,0 1 1,0 1-1,1-1 1,-1 2-1,-1 0 1,4 0-1,0 1 54,1-2 1,0 1 0,-3-1 0,-2 1 0,37-7 0,-3 4 55,4 1 1,1-3-1,2 4 1,-11 0-191,-7-1 1,-11-3-1,-2 6 1,-2-1-70,0-1 0,-1 5 1,-10-3-1,-6 3-85,-3 2 0,-4-6 0,-3 1-1154,-6 1-284,-4 2 1663,-8 2 0,-40-22 0,-16-5 0</inkml:trace>
  <inkml:trace contextRef="#ctx0" brushRef="#br1" timeOffset="112">26095 2662 7610,'-17'0'16,"8"0"0,9 6 1,13 1-1,5 1 304,4-1 0,7 4 0,1-4 0,5 1-120,3-1 0,8 4 0,-2-5 1,2-1-74,-2 2 1,4-5 0,-6 6 0,3-3-133,-1 1 0,-8-1 1,3-3-1,-4 2 69,-2 1 0,-7 2-12,-4-1 1,-19 1-1,-10 6 1,-11-2-103,-10 2 0,-10 9 0,-7 4 0,-2 3-1890,-3 4 1940,0-3 0,-7 3 0,-9 4 0,-4-3 0,-1 1 0</inkml:trace>
  <inkml:trace contextRef="#ctx0" brushRef="#br1" timeOffset="113">26872 3721 7991,'-19'-2'136,"-1"-2"1,-4-1 193,-1 1 1,-10 2 0,-11 2-277,-8 0 1,1 0 0,-9 2 0,-10 2-29,-14 1 0,37 1 1,-2-1-1,-6-1 1,-1 0-1,-2 0 1,0 1-17,-3 1 0,-1 1 0,-3 0 0,-1 0 0,-9 1 0,-1 1 0,-2 0 0,-2 0-109,-2 2 1,-1 0 0,2-2-1,-1 1 1,-2 1 0,0 2-1,0-2 1,1 0 246,-1-1 0,1 2 1,1 1-1,1 1 0,5-2 1,1-2-1,6 0 0,1 0-12,4 0 1,1-1 0,7-1-1,2 0 1,5 0 0,1-1 0,3 0-1,1-1 71,-44 5 1,5-7 0,13 3 0,12-2-291,6 1 1,20 0 0,8-5-1,9 3-233,6 2 1,9-1 0,2-3 0,10 2-1012,4 1 0,12 2 1327,7-1 0,0-4 0,8 5 0</inkml:trace>
  <inkml:trace contextRef="#ctx0" brushRef="#br1" timeOffset="114">24408 3820 8071,'9'-17'0,"-3"1"194,-5-1 0,-8 8 0,-4 4 0,-4 3-102,-1 2 0,-14 0 1,-6 2-1,-12 5 21,-15 9 0,-6 1 1,-9 7-1,7-2-1,3 0 1,2 6-1,-2-5 1,-2 1-92,-2 0 1,0 4-1,6-6 1,2-2 17,3-2 0,6-1 0,11-2 0,6-2 77,3-2 1,2-2 0,1 4 0,5-4-17,5-2 0,11 0 0,5-1-86,4 5 1,10-2 0,3 2 0,3 0 48,3-2 1,7 4 0,5-5-1,6 1-94,4 4 1,1-6 0,1 0 0,6-1-137,7-1 0,14 6 0,-2-3 0,0-1-1256,-4 1 1423,3 4 0,23 5 0,-37-4 0,1 0 0</inkml:trace>
  <inkml:trace contextRef="#ctx0" brushRef="#br1" timeOffset="115">28972 2712 8065,'-17'-22'0,"1"0"75,-1 2 1,1 1-1,1 3 1,2-1 828,2 1 1,0 1-436,-5 4 0,5-2 0,0 8-167,-2 1 1,-2 2-1,-2 4 1,1 3-142,-1 6 0,1 4 0,-1 4 0,1 3-142,-1 5 1,6 6 0,0 6 0,0 5-43,2 4 1,0 1 0,5 1 0,-1 1-170,1 4 0,9-5 0,8 0 1,7-10-154,8-5 1,3-11 0,6-8-1,3-8 48,5-6 0,6-10 0,-7-5 0,2-7-189,-2-7 0,0-6 0,-9-4 0,-5-4 239,-5-1 0,-8 4 0,-6-5 0,0 3 591,-2 3 1,-2 10 61,-7 4 0,-5 14 0,-2 9 0,-1 9-30,1 6 0,-1 9 0,5 4 0,-3 1-165,3-1 1,1 1 0,2-5 0,0 0-212,0 0 0,7-4 1,4-7-1,4-4-112,1-2 0,1-1 0,1-8 0,3-4-160,1-5 1,0-9 0,-6-4 0,1-1-18,-1-5 1,-1-1-1,-4-2 1,-6 0 161,-3 0 0,-2 0 0,-2 0 0,-3 1 87,-6 5 1,-9 3 0,-4 9 0,0 4 122,0 6 1,-4 3 0,6 2 0,2 0 25,2 0 0,1 2 0,1 3 126,-1 6 0,10-2 0,7 1-200,9-3 1,8-3 0,5-8-1,5-3-93,4-3 1,8 1 0,1-4 0,1 2 78,-1-2 1,1-1 0,-5-3 0,1 3 78,-6 3 1,1-4-1,-10 6 1,-2-1 59,-2 5 1,-1 3 0,-2 4-78,-4 3 1,-4 1 0,-7 9 0,0 3-68,0 0 1,0 8-1,-2 0 1,-2 1-152,-1 1 0,-1-8 1,6 4-1,0-2 72,0 0 1,2 2-1,4-4 1,5 2 14,3-1 1,1 2 0,-2-1 0,-2-1 2,2-3 1,-4 4-1,0 0 1,-1-2 65,-5-1 1,5-3 0,-3 1 0,-1-1 131,-2 1 1,-4-2 0,-4-4-99,-5-6 1,2-3-1,-2-2-239,-2 0 1,-1-6 0,-3-1-73,0-2 1,1-2 0,-1-4-1,3 2-518,3 2 0,-2 6 774,7-6 0,8 0 0,7-6 0</inkml:trace>
  <inkml:trace contextRef="#ctx0" brushRef="#br1" timeOffset="116">29931 2332 8105,'0'-17'-282,"2"2"662,3 4 0,-1 4 0,5 9 1,-1 5 163,-5 10 0,5 7 0,-1 11-353,2 3 0,-3 10 0,3 7 0,0 0-118,0 2 1,-5-4 0,1 8 0,-3 1-418,-2 3 1,0-6 0,0-6 0,0-7-273,0-8 0,0-10 0,2-8-1235,4-7 1851,-5-6 0,7-43 0,-8-10 0</inkml:trace>
  <inkml:trace contextRef="#ctx0" brushRef="#br1" timeOffset="117">29799 2646 8159,'-9'-11'499,"5"2"-28,8 1 1,7-3-1,12 6 1,10-1-293,10-1 1,10 0 0,2-4 0,0 3-508,2 1 1,-7 5-1,1-5 1,-7 1-706,-3 1 1033,-3-1 0,18-1 0,4-2 0</inkml:trace>
  <inkml:trace contextRef="#ctx0" brushRef="#br1" timeOffset="118">30774 2365 8100,'0'-17'-107,"-5"1"0,-1-1 0,3 1 0,-1 1 1134,-2 4 0,3-2-352,-8 7 0,5 1 0,-5 9-263,-2 7 1,-1 3 0,-3 18 0,1 6-125,-1 8 0,1 2 1,-3 13-1,1 1-279,1 2 1,-1 4 0,12 2-1,3 4-631,1 1 0,15-2 1,5-1-1,8-15-1078,9-15 1,-2-10 1699,5-16 0,16-46 0,8-19 0,5-2 0,0-1 0</inkml:trace>
  <inkml:trace contextRef="#ctx0" brushRef="#br1" timeOffset="119">31237 2447 8089,'-9'-16'306,"0"-6"68,3 0 1,6 3 23,0 14 1,0 9-1,6 18 1,-2 5 199,1 4 0,-3 8 0,5 1 0,-1 3-561,-1 3 1,3 9-1,-5 5 1,5 5-1167,1 1 0,-4 0 0,5-2 1,-1-5 1128,0-9 0,24-52 0,11-20 0</inkml:trace>
  <inkml:trace contextRef="#ctx0" brushRef="#br1" timeOffset="120">31700 2580 8072,'-11'-17'0,"0"2"466,-2 4 1,-1 4 0,-3 7-1,1 0-72,-1 0 0,-7 7 1,-5 6-1,-6 6-518,-4 3 1,-7 7 0,4-1 0,0 1 234,3-1 0,4 1 0,4-7 0,5-2 13,10-1 0,7-3-112,9 1 1,9-3 0,6-3 0,7-5-200,3-4 0,3-2 1,5 0-1,2 0-557,4 0 1,3 0-1,6 0 744,-4 0 0,18-8 0,-1-1 0</inkml:trace>
  <inkml:trace contextRef="#ctx0" brushRef="#br1" timeOffset="121">31783 2315 8106,'-9'-16'489,"2"-1"-85,7 0 0,1 8 0,7 6 1,6 6-77,7 8 0,6 10 1,-3 4-1,2 5 83,3 5 1,2 3 0,3 1-1,-1 5-180,0 4 0,-9 7 1,-8 0-1,-10 0-635,-10 2 1,-9 4 0,-15 8 0,-10 1-467,-8-5 0,-4-1 870,1-9 0,-18-38 0,-11-8 0,-7-3 0,1 1 0</inkml:trace>
  <inkml:trace contextRef="#ctx0" brushRef="#br3" timeOffset="122">28740 3621 31606,'8'-9'-1873,"-5"-4"1,7 6 0,1 0 0,1-1 2073,7 5 0,8-5 12,1 3 1,16-1 0,8 6 0,3 0 0,5 0-76,5 0 1,8 0-1,19 0 1,-43 0-1,1 0-36,1 1 1,-1-2-1,2-2 1,-1-1 0,1 0-1,1-1 1,2-1 0,2 1-107,2-1 0,1 1 0,-2 0 0,0 1 0,1-3 0,0 1 0,-3 1 0,0 1 48,0 0 0,0 0 1,3-1-1,1-1 1,0 3-1,0 1 1,-4 0-1,0 0-61,-5 1 1,-1 0 0,0 1 0,-1 0 0,43 0 0,0 0 348,-4 0 0,-18 0 1,-10 0-1,-6 0-300,-5 0 1,-6 0 0,-7 0-247,-6 0 1,-8 2-230,-11 3 1,-6-1-1,-10 5 1,-8 1 242,-7-1 0,-8-6 0,-10 5 0,-6-3 200,-4 1 0,5 7 0,3-4 0</inkml:trace>
  <inkml:trace contextRef="#ctx0" brushRef="#br3" timeOffset="123">28856 3655 30541,'-16'0'-919,"8"0"0,10 0 716,13 0 0,16 0 1,13 0-1,6 0 242,5 0 1,7 0 0,15-2 0,15-2 35,-39 2 1,1-1 0,0-1-1,0 0 1,5 2 0,0 1 0,-2-3-1,0 0-5,1 0 0,1-1 0,3 1 1,0-1-1,2-2 0,0 1 0,-2 1 1,-1 1-94,-3 0 1,0 0 0,1-1-1,0-1 1,0 2 0,1 1 0,-2-1-1,0 1 35,-2-1 0,0 0 0,-8 1 0,-1 1 0,1 1 0,0 2 0,40-1-22,-5 0 1,-4 0 0,-17 0 0,-7 0 20,-10 0 1,-9 0 0,-3 0 0,0 0-24,0 0 1,-7 0-16,-4 0-441,-11 0 142,-3 0 1,-10 0 190,-4 0 0,-3 2 0,-7 1 2,-1 3 0,0-1 0,1-3-10,-1 4 0,6-4 1,0 3-1,0-1 20,2 1 1,-6-3 0,6 5-1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0T23:57:52.047"/>
    </inkml:context>
    <inkml:brush xml:id="br0">
      <inkml:brushProperty name="width" value="0.09071" units="cm"/>
      <inkml:brushProperty name="height" value="0.09071" units="cm"/>
      <inkml:brushProperty name="color" value="#FF0000"/>
    </inkml:brush>
    <inkml:brush xml:id="br1">
      <inkml:brushProperty name="width" value="0.12095" units="cm"/>
      <inkml:brushProperty name="height" value="0.12095" units="cm"/>
      <inkml:brushProperty name="color" value="#FF0000"/>
    </inkml:brush>
  </inkml:definitions>
  <inkml:trace contextRef="#ctx0" brushRef="#br0">23366 2828 7899,'-7'-9'1314,"5"-6"0,-6 15-1106,8 0 1,0 7-1,0 12 1,0 1-43,0 2 0,6 2 0,0-2 1,-3 3 28,-1 1 1,-2 7-1,0-1 1,0 4-57,0 1 0,0 5 0,0 4 0,0 6-272,0 3 1,0-2-1,0-9 1,2-5-381,3-4 0,-3-4 0,4-4 0,-3-6-778,3-8 0,-4-8 419,3-10 1,-3-6 871,-2-12 0,0-30 0,0-15 0,0-8 0,0 0 0</inkml:trace>
  <inkml:trace contextRef="#ctx0" brushRef="#br0" timeOffset="1">23399 2993 7784,'-5'-11'268,"-1"0"0,1 6 0,5-6 1207,0-2-1076,0 5 1,1 1-289,5 7 1,-2 0 0,7 0-1,1 0-112,3 0 1,2 0 0,1 0-1,2 0-155,2 0 0,8 0 0,-3 0 1,5 0-23,1 0 0,0 0 0,0 0 1,0 0-8,0 0 1,-2 0 0,-1 0 0,-5 0-84,-1 0 0,-2 0 202,-5 0 1,-6 0 440,0 0-296,-8 0 0,12 0 28,-4 0 0,-2 0 0,1 2 45,-3 3 1,0-3 244,-1 4 1,-4 3-153,3 2 1,-3 4-1,-2 1-118,0 1 0,0-1 0,0 1 0,0 1-22,0 4 1,0-3 0,0 4 0,0-1-80,0 0 1,2 8 0,1-4 0,3 1-294,-2 1 0,-3-6 0,-1 4 0,0-1-201,0 1 1,6-6-1,-1 2 1,-1-3-27,-2-3 0,0 1 0,2-1 1,1 1-85,-1-1 0,-2-5 578,-2 0 0,0-14 0,0 1 0</inkml:trace>
  <inkml:trace contextRef="#ctx0" brushRef="#br0" timeOffset="2">22572 3555 7784,'-11'0'0,"0"-1"0,-2-3 91,-1-2 1,3 1 387,0 5 0,7-2-199,-2-4 1,12 5-1,5-5-105,4 4 0,1 2 0,3 0 0,1 0-84,2 0 0,7 0 1,-3 0-1,2 0-215,-1 0 0,1 0 0,5 0 1,0 0-35,0 0 0,7 0 1,6 0-1,7 0 58,8 0 0,3 0 1,3 0-1,-1 0 36,0 0 1,-5-5-1,-1-1 1,4 3-16,6 1 0,2 4 0,1 1 0,-8 3-151,-6-3 0,-4-1 0,-6-2 0,3 0 165,3 0 0,-2-2 0,8-1 1,1-5 444,3-1 0,1-2 1,0-5-1,0-1-191,0 1 1,9 6 0,6 3 0,4 2-195,-4-1 1,-1 1-1,-4 3 1,5-2-13,9-2 1,-44 3 0,1 1 0,47 2-1,-6-2-65,-3-3 1,5 1 0,-43 0 0,1-1-1,2 1 1,0 0 32,-1 3 1,1-1 0,1-2 0,1 0 0,-4 1 0,-1-1 0,4 0 0,1 1 79,3-1 1,0 0 0,-1-1 0,-1-1 0,0 2-1,1 1 1,-1-1 0,0 1 33,2-1 1,0 0 0,-1 1 0,-1 1-1,0 1 1,0 2 0,0-1 0,-1 0-54,1 0 1,-1 0 0,1 0 0,1 0 0,-4 0 0,1 0 0,-1 0 0,1 0-29,-3 0 1,1 0 0,2 0 0,1 0-1,2-1 1,0 0 0,1-1 0,-1 0 4,-2 0 0,0-1 0,0 0 0,-1 0 0,2 3 0,1 0 0,2 0 0,0 0-7,1 0 1,0 0-1,-1 0 1,0 0-1,-5 0 1,-1-2-1,2 1 1,1-1-40,2-1 1,0 0-1,0 0 1,0 1-1,-2 1 1,-1 2 0,42-1 33,-8 0 1,4 5 0,-43-2-1,0 0 1,0-1 0,0 1 8,41 5 1,-6-5 0,-8 8 0,7 0-72,5-2 0,6 4 0,-11-7 0,-11-1-1145,-12 3 1230,-6-6 0,-1 10 0,4-6 0,4-1 0</inkml:trace>
  <inkml:trace contextRef="#ctx0" brushRef="#br0" timeOffset="3">23763 3192 7724,'-17'-8'2455,"1"-3"-1186,-1 4-814,8-1 0,9 10 0,9 4-447,0 5 1,1 4-1,-7 1 1,5 1-707,1-1 0,-5 3 698,1 3 0,12 25 0,1 14 0</inkml:trace>
  <inkml:trace contextRef="#ctx0" brushRef="#br0" timeOffset="4">24920 1124 7842,'-11'6'-140,"0"0"469,8-1 0,-6-5 16,3 0 0,4 9 0,-3 6-88,3 5 1,7 17 0,1 1 0,-1 10-130,3 7 1,-6 11-1,5 13 1,-2 8-142,-2-41 0,0 2 1,0 3-1,-1 2 1,-1 2-1,0 1 0,1 0 1,0 0-49,1-1 1,-1 0-1,1-1 1,0 0-1,-2-2 1,0-1-1,0 2 1,1 1-36,1 0 1,0 0-1,1 0 1,-1 1-1,-1 1 1,0 0-1,1-1 1,0 0 56,-2 1 0,1 0 1,0-3-1,0-1 0,0-1 1,0-1-1,3 42-109,-1-8 0,-2-14 0,-2-20 0,1-12-179,5-8 0,-4-7 178,3-6 1,-3-10-51,-2-7 1,0-7-1,2-13 199,3-8 0,-10 8 0,3-11 0</inkml:trace>
  <inkml:trace contextRef="#ctx0" brushRef="#br0" timeOffset="5">25003 1224 7871,'-5'-17'123,"-1"1"988,2-1-1055,3 8 1,2-6 0,5 6 0,5 0 0,4 1-21,1 1 0,8 3 1,5-5-1,6 2 16,4 3 1,5-3 0,-5 1 0,-3 3-158,-1 1 1,2 2 0,-2 2 0,-6 1-57,-3 3 0,-4 1 0,-5-3 0,-3 3 38,-3 2 1,4-5-1,-6 3 1,2-1 27,0 0 1,-1 6-1,2-2 80,-1-1 1,-7 5 0,2-3 0,-5 4 149,-1 2 1,0 5 0,0 2 0,0 0 175,0-1 1,0 7 0,0-4 0,0 1-198,0 1 0,0-6 0,0 5 0,0 3-135,0 1 0,6 4 1,-1 2-1,1 3 13,1 2 0,-5 10 1,4 10-1,-4 8-31,-2 7 0,0 4 0,0 5 0,0 6-81,0-42 0,0-1 0,-1 0 0,2-2 0,0 39 1,5-8-81,5-12 0,-2-2 0,2-11 0,0-3 249,-2-4 0,4-2 1,-5 7-1,-1 1-8,0-3 0,1 5 0,-5-12 0,3 2-35,-3 0 0,-1-5 1,-2 3-1,2-2 15,4-3 1,-5-2 0,7 0 0,-3 0-87,1-2 0,5-4 0,-6-12 0,1-2-521,1-4 15,-5 3 1,5-14 570,-7 0 0,0-14 0,0-12 0</inkml:trace>
  <inkml:trace contextRef="#ctx0" brushRef="#br0" timeOffset="6">25350 2216 7660,'0'-11'819,"0"0"0,-1 2-325,-5-2 1,4 1 261,-3 5-576,3 3 0,0-3-317,-3 10 0,1-1 0,-5 7 1,-1 2-105,1 1 0,-2-1 1,-3 2-1,-1 3 76,-2 1 1,4 1 0,-7 0 0,6 2-71,3-2 1,-1-1 0,-2-3 129,3 1 1,2-3 0,5-1 110,-2-2 1,3-7 0,8 2 54,6-5 1,-2-1-1,2 0 6,2 0 0,-3 0 0,1 0-8,1 0 1,3 0 0,2 0-70,-1 0 0,1 0 0,-1 0 1,1 0-75,-1 0 0,3 0 0,1 0 0,2 0-83,-2 0 1,-1 0-1,-3 0 1,1 0-74,-1 0 1,-5 0 0,0 0-100,2 0 1,-4-1 338,2-5 0,-7 4 0,-26-12 0,-15 4 0</inkml:trace>
  <inkml:trace contextRef="#ctx0" brushRef="#br0" timeOffset="7">25367 2299 7811,'-11'-6'1005,"0"1"-726,7-1 0,-3 8 0,7 5-124,0 10 1,5 1-1,3 10 1,-1 1-293,0 2 0,1 4 1,-5 2-1,3 2-378,-2-3 515,5 7 0,0-1 0,8 7 0</inkml:trace>
  <inkml:trace contextRef="#ctx0" brushRef="#br0" timeOffset="8">26756 2265 7804,'0'-16'-53,"0"-1"-46,0 1 1,-2 1 357,-3 4 135,3-4 165,-6 14-425,8 1 0,2 7-10,4 4-19,-4 4 0,5-6 1,-7 7-39,0 1 0,0 1 1,0 3-1,0 2-48,0 3 1,6 4-1,-1 8 1,-1 6-21,-2 4 0,-2 3 0,0 3 0,0 3-28,0 1 1,0 3 0,0 3 0,0-3-22,0-6 1,0-3 0,0-5 0,0-1-13,0-2 0,0-9 1,0 0-1,0-7-53,0-4 1,0-8-1,1-7-149,5-1 1,-2-3-16,7-5 1,-8-7 0,5-6 0,-3-7 278,1-8 0,0-25 0,0-13 0,-1-6 0,0 1 0</inkml:trace>
  <inkml:trace contextRef="#ctx0" brushRef="#br0" timeOffset="9">26756 2150 8192,'-7'0'524,"7"0"0,7 0 0,10 0-435,-1 0 1,2 0 0,3 0 0,3 0-174,1 0 0,-3 0 0,6 0 0,-1 0-13,-1 0 1,5 2-1,-5 1 1,2 3 15,-1-3 0,-7-1 0,2-2 0,-3 0 39,-3 0 0,1 6 0,-1-1 17,1-1 1,0-2 0,-1-2-4,1 0 1,-6 0 178,0 0-11,0 0 1,3 2 57,-3 3 1,-3-1-73,-8 7 0,0 0-61,0 5 1,0 1 0,0-1 0,0 1-18,0 0 0,0-1 1,0 2-1,0 3-32,0 1 0,-6 2 0,1-2 0,1 3-3,2 1 1,2 5 0,0-5 0,0 2-6,0-1 0,0 1 1,0 5-1,0-2-48,0-3 0,0 3 1,2-4-1,2 5-12,1 1 1,1 0 0,-6 0 0,2 2 19,3 3 1,-3-3-1,3 4 1,-3-6-61,-2-5 0,2 3 0,2-6 1,1 1 46,-1-4 0,-2-3 0,-2-3 1,0 1-4,0-1 0,0 1 1,0-1-115,0 1 1,-2-1-408,-4 1 1,5-10 568,-5-7 0,-10-81 0,6 27 0,1 0 0</inkml:trace>
  <inkml:trace contextRef="#ctx0" brushRef="#br0" timeOffset="10">26971 2729 7608,'-9'-12'1294,"3"1"-1145,4-1 1,2 2-1,2 1-177,4 2 1,-3 0-1,8 3-51,2-2 0,2-5 0,2 6 24,-1 1 0,1 2 0,-1 2-9,1 0 1,-6 0 0,0 0 90,2 0 0,-6 8 21,-2 3 1,-3 3 0,-2 3-56,0-1 0,-5 1 1,-1 0-1,1-3-91,-3-3 1,5 6 0,-6-3 0,-1 7-19,1-1 0,4-2 0,-4-1 0,-1-1 56,1 1 0,4-1 0,-5 1 199,3-1 0,-4 1 480,6 0 189,-1-8-624,6-2 1,2-9 0,3-1-117,6-3 0,-1 1 0,1 5 1,3-2-178,7-4 1,-1 4 0,5-5 0,1 2-403,0-1 0,3 0 0,8 5 0,2-3 511,-3-2 0,29-6 0,5 2 0</inkml:trace>
  <inkml:trace contextRef="#ctx0" brushRef="#br1" timeOffset="11">678 9145 14907,'-2'7'116,"-3"-7"0,1-2-823,-7-9 78,7 7 1,-1-3 0,10 7 667,6 0 1,4 0 0,3 0-1,3 0 94,1 0 0,7 0 1,0 0-1,6 0-33,4 0 0,1 0 1,-1 0-1,5 0 0,4 0 1,3 0-1,4 0 1,8 0-122,7 0 1,-2 2-1,3 2 1,-1 3-158,2 2 0,-10-5 1,4 3-1,-1-1 80,-1-1 1,2 1 0,-2-6 0,-5 0-9,-9 0 0,-8 0 149,-9 0 1,-7-15 0,-2-3-1</inkml:trace>
  <inkml:trace contextRef="#ctx0" brushRef="#br1" timeOffset="12">1769 8847 10833,'2'-9'-341,"4"3"0,7 4 380,7 2 0,0 8 1,8 3-1,1 4-276,2 1 1,2 2 0,0 3-1,0 1 131,1-2 0,-3-2 0,-2-1 0,-3 1 47,-2 4 0,-2-9 1,-6 4-1,1-3 16,-1 1 0,-5 2 0,-1-1 188,-3 1 1,-2-1 0,-5 1-1,-1-1 78,-5 1 1,-3-1-1,-8 3 1,1 1-69,-1 2 0,-5 2 0,-2-4 0,-1 4-86,-5 2 0,-1-1 0,-4 5 0,-3-3-159,-7 3 1,-4 1 0,-4 2 0,-4-2 137,-2-3 0,-1-11 1,-7-3-1,-7-1 1,-1 0-1</inkml:trace>
  <inkml:trace contextRef="#ctx0" brushRef="#br1" timeOffset="13">18521 6218 8035,'0'-17'0,"0"1"573,0-1 0,2 1 0,3-1 0,6 2 0,4 2 881,1 2 1,10 6-1,5-4-677,6 1 0,11 3 0,0 5 0,7 0-379,4 0 1,-6 0 0,2 0 0,-4 0-53,-1 0 0,2 0 0,4-2 1,11-2-46,8-1 0,6-8 0,1 2 0,3-4-155,3-1 0,-38 7 0,1 1 0,6 0 1,0 0-1,2-1 0,0 1 112,-2 0 1,0 0 0,1 0 0,1 1 0,0 0 0,0 1 0,2 1-1,1 1-49,-2 0 0,-1 0 0,1 1 0,-2-1 0,-11 2 0,0 0 0,1 0 0,1-1-175,1 1 0,-1 0 0,-1-1 0,0-1 0,42-3 0,-7-1-81,-3 1 1,-1-4-1,0 5 1,-5 3-7,-6 1 0,-13 2 1,-16 0-1,-4 0-88,-2 0 1,5 0 140,1 0 0,-1 0 0,-5 0 0,0 0 0</inkml:trace>
  <inkml:trace contextRef="#ctx0" brushRef="#br1" timeOffset="14">30526 6003 22327,'17'-6'-407,"-1"1"1,1-6 0,1 3 0,2 1 0,4 0 622,2 3 1,2-3 0,7 1-165,3 2 0,4 3 1,8 1-1,1 0-43,5 0 0,2 0 0,9 0 0,-3 0-5,-4 0 1,3 0 0,-6 0-1,2 0 46,3 0 0,2 0 0,1 0 1,-5 0-30,-4 0 0,-5-6 0,-3 1 0,-4 1-37,-6 2 0,-3 2 0,0 0 0,2 0 80,2 0 0,-1 0 0,-7 2 1,-3 2-317,-6 1 1,-9 6-1,-4-4 1,-2 3 192,-3 2 0,-53-41 0,-16-9 0</inkml:trace>
  <inkml:trace contextRef="#ctx0" brushRef="#br1" timeOffset="15">22109 3142 28637,'9'-7'-2327,"6"-3"0,-4-4 1346,4 3 1,-4 3-1,0 8 2207,2 0-1240,1 0 0,25 15 0,5 3 1</inkml:trace>
  <inkml:trace contextRef="#ctx0" brushRef="#br1" timeOffset="16">22721 3092 25110,'6'-16'-1654,"-1"-1"0,6 6 1,-4 2-1,3 2 1129,3 3 0,-4 4 1658,2 6-1461,0 3 1,13 29-1,1 6 1</inkml:trace>
  <inkml:trace contextRef="#ctx0" brushRef="#br0" timeOffset="17">23862 3076 8576,'11'-17'-329,"0"1"1,-5 1-1,3 2 1,0 4 328,0 2 0,-5 3 0,3 8 0,1 1 0,1 30 0,7 2 0</inkml:trace>
  <inkml:trace contextRef="#ctx0" brushRef="#br0" timeOffset="18">24424 3043 8576,'26'0'-463,"-4"0"1,-4-6 0,-1-1 0,0-1 0,-1 1 217,1 3 0,-1-3 245,1 2 0,7 6 0,1 9 0</inkml:trace>
  <inkml:trace contextRef="#ctx0" brushRef="#br0" timeOffset="19">25284 3010 8585,'17'0'-709,"-1"0"-267,1 0 0,-1 0 976,1 0 0,36-8 0,10-1 0</inkml:trace>
  <inkml:trace contextRef="#ctx0" brushRef="#br0" timeOffset="20">25962 2977 8585,'11'0'-331,"0"0"-17,2 0 1,2-6 0,1-1 170,1-2 1,1 5-1,3-4 1,2 3 108,3-1 0,0 1 1,3 5-1,-1 0 18,1 0 0,2 0 0,3 0 0,-3 0-14,-4 0 1,3 0-1,-6 0 1,-1 0 63,1 0 0,-2 0 0,24-7 0,8-3 0</inkml:trace>
  <inkml:trace contextRef="#ctx0" brushRef="#br0" timeOffset="21">26739 2927 8585,'17'-2'-146,"0"-3"1,5 1 0,0-7 0,0 0-142,2 2 0,-6-4 0,4 5 0,-4 1 270,-1 0 0,-1 1 0,-1 8 205,-4 4-176,4 3 1,-6 22-1,8 4 1</inkml:trace>
  <inkml:trace contextRef="#ctx0" brushRef="#br1" timeOffset="22">27318 2927 9219,'15'-7'-338,"-4"-4"1,7-4 0,-5-2 0,0 3 0,2 3 405,-1 5 0,5 4 0,1 2 55,2 0 0,-5 2 0,-6 2 0,2 3-148,1 2 0,3 2 138,-1 6 1,23-15 0,5-4 0</inkml:trace>
  <inkml:trace contextRef="#ctx0" brushRef="#br1" timeOffset="23">27847 2910 13297,'11'-14'-908,"0"3"0,-5-2 0,5 7 869,2 3 0,2 1 0,1 2 176,1 0 0,3 2-140,-4 3 1,34 12 0,-4 8 0</inkml:trace>
  <inkml:trace contextRef="#ctx0" brushRef="#br1" timeOffset="24">28443 2894 15003,'9'-7'-647,"6"-1"0,-4-3 0,3 4 298,3-1 1,-1 7 0,1-5 284,-1 4 1,-5 2 0,-1 2-67,-3 4 0,6 3 0,-4 7-320,0 1 440,6-8 1,16 13 0,13-4 0</inkml:trace>
  <inkml:trace contextRef="#ctx0" brushRef="#br1" timeOffset="25">29088 2927 14873,'22'-7'-607,"2"-6"1,1-6 136,5-3 0,8 2 0,5 7 0,1 4 759,0 2 1,-2 1-1,4 6 1,-4 2-491,-1 4 0,-10 3 0,-9 7 0,-4 3 188,-1 3 0,-15-33 0,-4-2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646597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第 3 次课：三道题画出来是同一幅图，一排柱子和一条水平线。两道题削掉线上方的峰（cut the peaks），一道题填平线下方的谷（fill the valleys）。其中两道用 Binary Search 找这条线，第三道枚举每一个值。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Wheeling and Dealing 的完整解法只需要按花费分桶（每 100 个花费一块），全是数组和循环。课上讲思路、手算和分桶的代码。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没有第 3 步的 Greedy 规则只是猜测。AIO 的题通常猜规则很容易，证明才是真正的工作。整节课把第 3 步留在黑板上。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整节课都把这幅图留在黑板上。每道题都问：柱子是什么？这条线代表什么？
参考：Mundane Square：柱子 = 每列还缺的数量，线 = λ（削峰）；Wheeling and Dealing：柱子 = 每个对手的票数，线 = k − 1（削峰）；Prime Minister：柱子 = 右半边每个人的财富，线 = x（填谷）。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约 35 分钟。这是本次课的核心题，另外两道都拿来和它比较。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在黑板上写样例 1：K = 4，R = 6 8 3，C = 5 5 7。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提到 max-flow 只是让较强的学生知道这题在理论上属于哪一类，课上不讲。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换个角度看这道题：它其实是一个 max flow（最大流）问题。</a:t>
            </a:r>
          </a:p>
          <a:p>
            <a:r>
              <a:rPr lang="zh-CN" altLang="en-US"/>
              <a:t>建图：源点 S → 每一行 r_i，容量 R[i]（这一行要发出的总量）；每一行 r_i → 每一列 c_j，一条边对应一个格子，容量 K（格子里的数在 0 到 K 之间）；每一列 c_j → 汇点 T，容量 C[j]（这一列要收到的总量）。</a:t>
            </a:r>
          </a:p>
          <a:p>
            <a:r>
              <a:rPr lang="zh-CN" altLang="en-US"/>
              <a:t>中间边上的流量就是格子里的数：左边格子 (1, 3) = 3，对应右边 r1 → c3 的流量 3（橙色）。</a:t>
            </a:r>
          </a:p>
          <a:p>
            <a:r>
              <a:rPr lang="zh-CN" altLang="en-US"/>
              <a:t>结论：存在合法网格 ⇔ 从 S 到 T 的最大流 = ΣR = ΣC（样例 1 是 17），也就是所有 S 出边和 T 入边都被流满。</a:t>
            </a:r>
          </a:p>
          <a:p>
            <a:r>
              <a:rPr lang="zh-CN" altLang="en-US"/>
              <a:t>为什么不直接写 max flow：N² 条边、容量到 10⁹，超出 AIO 的范围也太慢。我们用 greedy + 水位线二分，算出的正是这样一个满流。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这是 Greedy 三步法的第 1 步：猜规则。下一页是第 3 步：exchange argument。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在右侧画一个 2×2 的子网格：当前行和第 r 行、第 i 列和第 j 列，四个格子分别标 +1/−1。K = 1 时这就是 Gale–Ryser 定理背后的构造。这份解答也用 max-flow 暴力对拍验证过。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指回水位线图的左半边：这就是"削峰"。上限 K 表示每一格最多削 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用样例 1 第 1 行演示水位线算法（K = 4，R[1] = 6，rem = 5 5 7）。</a:t>
            </a:r>
          </a:p>
          <a:p>
            <a:r>
              <a:rPr lang="zh-CN" altLang="en-US"/>
              <a:t>柱子高度 = 每一列还缺多少（rem）。蓝色虚线是水位 λ：线以上的部分（橙色）这一行发出去，但每列最多 K。</a:t>
            </a:r>
          </a:p>
          <a:p>
            <a:r>
              <a:rPr lang="zh-CN" altLang="en-US"/>
              <a:t>λ = 2：发 3 + 3 + 4 = 10，太多；第 3 列线以上有 5，但最多发 K = 4，所以有 1 格留在线以上（深色）。λ = 3：发 8，还是太多。λ = 4：发 5 ≤ 6，这是满足条件的最小 λ。</a:t>
            </a:r>
          </a:p>
          <a:p>
            <a:r>
              <a:rPr lang="zh-CN" altLang="en-US"/>
              <a:t>零头 6 − 5 = 1：给一个正好在水位线上、而且还没发满 K 的列。这里选第 1 列（紫色），第 1 行最终 = 2 1 3，rem 变成 3 4 4。</a:t>
            </a:r>
          </a:p>
          <a:p>
            <a:r>
              <a:rPr lang="zh-CN" altLang="en-US"/>
              <a:t>下方一行是 give(λ) 的值：λ 越大发得越少，单调递减，所以可以二分 λ，找第一个 give(λ) ≤ R[i] 的位置。</a:t>
            </a:r>
          </a:p>
          <a:p>
            <a:r>
              <a:rPr lang="zh-CN" altLang="en-US"/>
              <a:t>和上一页公式 x[j] = min(K, max(0, rem[j] − λ)) 一一对应；下一步就是第 2、3 行（见手算页）。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第 2 步常被误解：capacity 是这一行最多能发出多少（每格 ≤ K，也不超过该列还缺的数量）。如果连这个都小于 R[i]，这一行就填不满；如果 ≥ R[i]，说明有余量，由 λ 决定少发多少。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放映时按键（或点击）逐步显示红色答案：①λ = 3 行 ②λ = 4 行 ③λ ④零头和给哪一列 ⑤第 1 行 ⑥新的 rem。先让学生在纸上填，再一下一下揭晓。</a:t>
            </a:r>
          </a:p>
          <a:p>
            <a:r>
              <a:rPr lang="zh-CN" altLang="en-US"/>
              <a:t>答案：λ = 3：2 2 4 = 8 &gt; 6。λ = 4：1 1 3 = 5 ≤ 6。所以 λ = 4，零头 leftover = 1，给第 1 列（5 − 1 = 4 = λ，且 1 &lt; K）。第 1 行 = 2 1 3，rem = 3 4 4。</a:t>
            </a:r>
          </a:p>
          <a:p>
            <a:r>
              <a:rPr lang="zh-CN" altLang="en-US"/>
              <a:t>第 2 行（发 8）：λ = 0 得 11，λ = 1 得 2 3 3 = 8 → 第 2 行 = 2 3 3，rem = 1 1 1。</a:t>
            </a:r>
          </a:p>
          <a:p>
            <a:r>
              <a:rPr lang="zh-CN" altLang="en-US"/>
              <a:t>第 3 行（发 3）：1 1 1。输出 YES / 2 1 3 / 2 3 3 / 1 1 1（和样例输出不同，但题目接受任何合法的矩阵）。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l 从 0 开始，r 取 rem[j] 的最大值。N 行 × 约 30 次二分 × N 列 ≈ 3×10^7，没问题。最多要输出 10^6 个数：每行结束时用一次 endl，不要每个数都 endl。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这一页回答两个问题：零头为什么一定分得完；分零头的代码怎么写。</a:t>
            </a:r>
          </a:p>
          <a:p>
            <a:r>
              <a:rPr lang="zh-CN" altLang="en-US"/>
              <a:t>1. 为什么分得完：λ 是满足 give(λ) ≤ R[i] 的最小值，所以 give(λ − 1) &gt; R[i]。把水位线从 λ 降到 λ − 1，只有"正好顶在线上、还没到 K"的列会多发 1 个（线以下的列不受影响；已经发满 K 的列也不能再多），所以 give(λ − 1) − give(λ) 正好等于这种列的个数。零头 left = R[i] − give(λ) &lt; give(λ − 1) − give(λ)，即零头个数少于这种列的个数，每列给 1 个就够了，而且每列最多多 1 个，不会超过 K。</a:t>
            </a:r>
          </a:p>
          <a:p>
            <a:r>
              <a:rPr lang="zh-CN" altLang="en-US"/>
              <a:t>样例 1 第 1 行：give(3) = 8 &gt; 6，give(4) = 5，零头 1；三列都正好在线上（rem − v = 4）且都没到 K，有 3 列可选，1 &lt; 3。</a:t>
            </a:r>
          </a:p>
          <a:p>
            <a:r>
              <a:rPr lang="zh-CN" altLang="en-US"/>
              <a:t>2. 代码逐行讲（给编码不熟的同学）：left 是零头；循环里先按公式算 v（削掉线以上的部分）；然后检查三件事：还有零头吗（left &gt; 0）？这一格还没满吗（v &lt; K）？削完后这一列正好在线上吗（rem[j] − v == lam）？三个都满足就多给 1 个：v ++，left --。最后把 v 写进答案 a[i][j]，并从 rem[j] 里减掉。</a:t>
            </a:r>
          </a:p>
          <a:p>
            <a:r>
              <a:rPr lang="zh-CN" altLang="en-US"/>
              <a:t>lam &gt; 0 只是保险：λ = 0 时 give(0) ≥ R[i] 且 give(0) ≤ R[i]，零头一定是 0。完整程序里循环后还有 if (left &gt; 0) 输出 NO，按上面的证明它永远不会触发，也只是保险。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提问：如果每个格子有自己的上限 K[i][j]，Greedy 还成立吗？
答案：不一定，这时需要真正的 max-flow。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复杂度回顾（N ≤ 1000，K, R[i], C[j] ≤ 10⁹）：</a:t>
            </a:r>
          </a:p>
          <a:p>
            <a:r>
              <a:rPr lang="zh-CN" altLang="en-US"/>
              <a:t>理论上这是 max-flow 问题，但 N² 条边、容量到 10⁹，远超 AIO 的范围。</a:t>
            </a:r>
          </a:p>
          <a:p>
            <a:r>
              <a:rPr lang="zh-CN" altLang="en-US"/>
              <a:t>Greedy 规则（每次给最缺的列）是对的，但一个单位一个单位地发，总量 ΣR 可达 10¹⁵ 级别，太慢。</a:t>
            </a:r>
          </a:p>
          <a:p>
            <a:r>
              <a:rPr lang="zh-CN" altLang="en-US"/>
              <a:t>关键：一整行一次发完——水位线 λ 越低发出越多，单调，所以对每一行二分 λ（约 30 次），每次 O(N)：总共 O(N² log C) ≈ 3×10⁷。这里 C = max C[j] ≤ 10⁹：rem[j] ≤ C[j]，所以 λ 的二分范围不超过 C，约 log₂10⁹ ≈ 30 轮。</a:t>
            </a:r>
          </a:p>
          <a:p>
            <a:r>
              <a:rPr lang="zh-CN" altLang="en-US"/>
              <a:t>输出：最多 10⁶ 个数（约 10 MB）。实测普通 cout（每行一个 endl）约 0.09 秒，1 秒时限内不需要优化。但可以借机提醒学生养成习惯：输出超过约 10⁵ 个数时，在 main 开头加 ios::sync_with_stdio(false); cin.tie(0);，换行用 "\n" 而不是 endl（endl 每次都会刷新缓冲区）；加了这一行后不要再混用 cin/cout 和 scanf/printf。配套代码已经这样写。</a:t>
            </a:r>
          </a:p>
          <a:p>
            <a:r>
              <a:rPr lang="zh-CN" altLang="en-US"/>
              <a:t>提问：Greedy 和 Binary Search 各自解决了什么？答案：Greedy 决定"给谁"，Binary Search 决定"一行给到哪个水位"。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约 20 分钟。注意这里不用 Binary Search：花费关于水位线不单调，这是和 Mundane Square 最主要的区别。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所以唯一的问题是：买哪些选民？
参考：让被买的选民都改投 1 号（对手少一票、1 号多一票），一定不比改投别人差。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Exchange argument：如果买了某个对手较贵的选民，却没买他更便宜的选民，换成便宜的，票数结果相同，花费更少。</a:t>
            </a:r>
          </a:p>
          <a:p>
            <a:r>
              <a:rPr lang="zh-CN" altLang="en-US"/>
              <a:t>注意 k 的含义：k 是 1 号票数的下限（至少 k 票），不是最终的确切票数。每个对手至多 k − 1 票、1 号至少 k 票，1 号就一定赢。被迫购买之后 1 号可能已经超过 k 票（手算页 k = 1 时有 7 票），这个方案仍然合法，只是不用再补买。为什么枚举所有 k 取最小就是答案：每个 k 给出的都是合法方案；而最优方案如果最终有 F 票、对手都 ≤ F − 1，它在 k = F 这一轮满足约束，greedy 的花费不会比它高。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放映时按键（或点击）逐步显示红色答案：①–⑤ k = 1 到 5 各一行。先让学生在纸上填，再一下一下揭晓。</a:t>
            </a:r>
          </a:p>
          <a:p>
            <a:r>
              <a:rPr lang="zh-CN" altLang="en-US"/>
              <a:t>答案（自编例子，已用解答程序验证）：</a:t>
            </a:r>
          </a:p>
          <a:p>
            <a:r>
              <a:rPr lang="zh-CN" altLang="en-US"/>
              <a:t>k = 1：两个对手都削到 0：1+2+5+9 + 3+3 = 23，我方 7 票。</a:t>
            </a:r>
          </a:p>
          <a:p>
            <a:r>
              <a:rPr lang="zh-CN" altLang="en-US"/>
              <a:t>k = 2：2 号削到 1（1+2+5），3 号削到 1（3）= 11，我方 5 票。</a:t>
            </a:r>
          </a:p>
          <a:p>
            <a:r>
              <a:rPr lang="zh-CN" altLang="en-US"/>
              <a:t>k = 3：2 号削到 2（1+2）= 3，我方 3 票。最优。</a:t>
            </a:r>
          </a:p>
          <a:p>
            <a:r>
              <a:rPr lang="zh-CN" altLang="en-US"/>
              <a:t>k = 4：2 号削到 3（1），我方 2 票，再补买剩下最便宜的 2 个（2+3）= 6。</a:t>
            </a:r>
          </a:p>
          <a:p>
            <a:r>
              <a:rPr lang="zh-CN" altLang="en-US"/>
              <a:t>k = 5：不用削，补买最便宜的 4 个（1+2+3+3）= 9。</a:t>
            </a:r>
          </a:p>
          <a:p>
            <a:r>
              <a:rPr lang="zh-CN" altLang="en-US"/>
              <a:t>花费依次是 23、11、3、6、9：两头都贵，关于 k 不单调，所以不能二分，只能枚举每个 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提问：为什么 Mundane 可以二分水位线，而 Wheeling 不行？
答案：指着花费 23、11、3、6、9：Wheeling 的花费关于 k 不单调；Mundane 中"这一行发出的总量"关于 λ 单调不增。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这一页讲清楚整个算法的开销：枚举每个目标 k（最多 M 个），每个 k 有两部分工作。</a:t>
            </a:r>
          </a:p>
          <a:p>
            <a:r>
              <a:rPr lang="zh-CN" altLang="en-US"/>
              <a:t>① 强制购买（forced buys）：把每个票数 ≥ k 的对手削到 k − 1，买他最便宜的选民。如果每个 k 都从头算，一个 k 最多要买 M 个，M 个 k 一共 O(M²) ≈ 10¹⁰，太慢。改进：k 从大到小扫。k 每减 1，每个需要削的对手只多买 1 个（他下一个最便宜的），之前买的不会退回，所以所有 k 加起来最多买 M 次，O(M)。</a:t>
            </a:r>
          </a:p>
          <a:p>
            <a:r>
              <a:rPr lang="zh-CN" altLang="en-US"/>
              <a:t>② 补买（top-up）：强制购买后 1 号还不到 k 票，就从剩下的池子里买最便宜的 t 个。如果每个 k 都把池子扫一遍或排序，一个 k 是 O(M)，总共 O(M²) ≈ 10¹⁰，也太慢。改进：花费 ≤ 10 000，把池子按花费分组，每 100 个花费一块，记下每块的人数和总和；求最便宜的 t 个时先整块跳，再在一块里逐个花费拿，每个 k 约 200 步，总共 O(M · √10 000) ≈ 2 × 10⁷。</a:t>
            </a:r>
          </a:p>
          <a:p>
            <a:r>
              <a:rPr lang="zh-CN" altLang="en-US"/>
              <a:t>总复杂度：开始时排序 O(M log M)，加上两部分，M = 100 000 时 1 秒内轻松通过。后面两页分别讲这两部分代码的写法。</a:t>
            </a:r>
          </a:p>
          <a:p>
            <a:r>
              <a:rPr lang="zh-CN" altLang="en-US"/>
              <a:t>Subtask 1–2（每个花费都是 $1）只需要计数；subtask 3（N, M ≤ 100）每个 k 从头算就够了。和 Codeforces 1019A "Elections" 是同一类题。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这一页讲 sweep 的写法，不逐行看代码，按步骤讲。</a:t>
            </a:r>
          </a:p>
          <a:p>
            <a:r>
              <a:rPr lang="zh-CN" altLang="en-US"/>
              <a:t>① 选民按（候选人, 花费）排序：对手 j 的选民挨在一起、从便宜到贵，是 a[st[j]] 到 a[st[j] + votes[j] − 1]。taken[j] 记从 j 那里已经买了几个，所以他下一个最便宜的就是 a[st[j] + taken[j]]，不需要再找。</a:t>
            </a:r>
          </a:p>
          <a:p>
            <a:r>
              <a:rPr lang="zh-CN" altLang="en-US"/>
              <a:t>② 对手按票数分组：head[c] 是票数恰好为 c 的对手列表（用 nx[] 串成链表）。</a:t>
            </a:r>
          </a:p>
          <a:p>
            <a:r>
              <a:rPr lang="zh-CN" altLang="en-US"/>
              <a:t>③ k 从 M 往下扫到 max(c1, 1)。到 k 时，票数恰好为 k 的对手开始需要被削，把他们加入 act；k 再变小他们仍然要削，所以 act 只增不减。</a:t>
            </a:r>
          </a:p>
          <a:p>
            <a:r>
              <a:rPr lang="zh-CN" altLang="en-US"/>
              <a:t>④ 对 act 里每个对手 j：他要剩 k − 1 票，就要被买走 votes[j] − (k − 1) 个；已经买了 taken[j] 个，不够就继续买下一个最便宜的，累加强制花费 fc、强制票数 fn，并把这个选民从池子里删掉。</a:t>
            </a:r>
          </a:p>
          <a:p>
            <a:r>
              <a:rPr lang="zh-CN" altLang="en-US"/>
              <a:t>⑤ 1 号现在有 have = c1 + fn 票。不够 k 就用 cheapest(k − have) 从池子里补最便宜的（池子人数不够就跳过这个 k），更新最小花费。</a:t>
            </a:r>
          </a:p>
          <a:p>
            <a:r>
              <a:rPr lang="zh-CN" altLang="en-US"/>
              <a:t>右边的表是程序在手算例子上实际算出的中间值（k 从 7 到 1）：k = 7、6、5 没有对手要削，全靠补买；k = 4 时 C2 加入，买他最便宜的 1，补买时池子里只剩 2、5、9、3、3，最便宜的 2 个是 2 + 3；k = 3 花费 3，是最小值；k = 2 时 C3 也加入。答案 3。</a:t>
            </a:r>
          </a:p>
          <a:p>
            <a:r>
              <a:rPr lang="zh-CN" altLang="en-US"/>
              <a:t>为什么是 O(M)：taken[j] 只增不减，每个选民最多被强制买一次；act 的遍历总次数是各对手票数之和 ≤ M。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这一页讲按花费分组（分桶）的写法。</a:t>
            </a:r>
          </a:p>
          <a:p>
            <a:r>
              <a:rPr lang="zh-CN" altLang="en-US"/>
              <a:t>① 三个数组：cnt[c] 是池子里花费为 c 的选民人数；第 b 块包含花费 100b 到 100b + 99，bcnt[b] 是这一块的人数，bsum[b] 是这一块的花费总和。</a:t>
            </a:r>
          </a:p>
          <a:p>
            <a:r>
              <a:rPr lang="zh-CN" altLang="en-US"/>
              <a:t>② 加入或删除一个花费为 c 的选民：三个数组一起改，cnt[c]、bcnt[c / 100]、bsum[c / 100]。一开始把所有不投 1 号的选民加入；强制购买时删除。</a:t>
            </a:r>
          </a:p>
          <a:p>
            <a:r>
              <a:rPr lang="zh-CN" altLang="en-US"/>
              <a:t>③ cheapest(t) 第一步：从第 0 块往后走，这一块的人数还不够 t，就整块拿走（t 减去人数，sum 加上总和）。</a:t>
            </a:r>
          </a:p>
          <a:p>
            <a:r>
              <a:rPr lang="zh-CN" altLang="en-US"/>
              <a:t>④ cheapest(t) 第二步：走到某一块人数够了，就进入这一块，从花费 100b 开始往上，每个花费拿 min(cnt[c], t) 个，直到 t = 0。</a:t>
            </a:r>
          </a:p>
          <a:p>
            <a:r>
              <a:rPr lang="zh-CN" altLang="en-US"/>
              <a:t>例子：块里的人数依次是 3、2、4、5，t = 7：拿走第 0 块（3 个）和第 1 块（2 个），还差 2 个；第 2 块有 4 个 ≥ 2，进入第 2 块拿最便宜的 2 个。</a:t>
            </a:r>
          </a:p>
          <a:p>
            <a:r>
              <a:rPr lang="zh-CN" altLang="en-US"/>
              <a:t>为什么大约 200 步：最多走 101 块，再在一块里最多走 100 个花费。可以问学生：为什么块的大小取 100？（10 000 = 100 × 100，块数和块内长度都是 100，两段加起来最少。）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复杂度回顾（N, M ≤ 100 000，P[i] ≤ 10 000）：</a:t>
            </a:r>
          </a:p>
          <a:p>
            <a:r>
              <a:rPr lang="zh-CN" altLang="en-US"/>
              <a:t>暴力：枚举买哪些选民，2^M。</a:t>
            </a:r>
          </a:p>
          <a:p>
            <a:r>
              <a:rPr lang="zh-CN" altLang="en-US"/>
              <a:t>固定目标 k（1 号至少 k 票、每个对手至多 k − 1 票）之后，Greedy 告诉我们买哪些：每个对手削到 k − 1 票（买他最便宜的），不够再补买全局最便宜的。逐个 k 从头算是 O(M²) ≈ 10¹⁰。</a:t>
            </a:r>
          </a:p>
          <a:p>
            <a:r>
              <a:rPr lang="zh-CN" altLang="en-US"/>
              <a:t>关键：k 从大到小扫，被迫购买只增不减，每个选民最多被买一次；"剩下最便宜的 t 个"按花费分桶（每 100 个花费一块），每次最多约 200 步。总共 O(M · √10 000)。</a:t>
            </a:r>
          </a:p>
          <a:p>
            <a:r>
              <a:rPr lang="zh-CN" altLang="en-US"/>
              <a:t>注意：花费关于 k 不单调，所以不能二分，只能扫描每个 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约 20 分钟，之后这道题就是现场编码题。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在黑板上写样例 1：N = 5，K = 4，A = 1 2 5 6 9。答案 7。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搜索范围：[A[md], A[md] + K]。
提问：为什么 A[md] + K 是安全的上界？
答案：中位数要 ≥ x，至少要让 A[md] 这个人达到 x；就算把 K 全给他，也只能到 A[md] + 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放映时按键（或点击）逐步显示红色答案：①md ②右半边 ③搜索范围 ④–⑥ x = 6、7、8 各一行 ⑦答案。先让学生在纸上填，再一下一下揭晓。</a:t>
            </a:r>
          </a:p>
          <a:p>
            <a:r>
              <a:rPr lang="zh-CN" altLang="en-US"/>
              <a:t>答案：md = 3，右半边 5 6 9，搜索范围 [5, 9]。</a:t>
            </a:r>
          </a:p>
          <a:p>
            <a:r>
              <a:rPr lang="zh-CN" altLang="en-US"/>
              <a:t>x = 6：要补 1 0 0 → 1，可以。x = 7：2 1 0 → 3，可以。x = 8：3 2 0 → 5，不行。答案 7（找最后一个可行值 → 输出 r）。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和全班一起填这张表，一次填一列。
参考答案就是表中内容：柱子分别是右半边的财富 / 每列还缺的数量 / 每个对手的票数；动作分别是填谷 / 削峰（每格 ≤ K）/ 削峰；找水位线的方法分别是二分（最后一个 x）/ 二分（第一个 λ）/ 枚举每个 k；目标分别是最优化 / 判断有没有解并构造 / 最优化。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提问：两个函数分别朝哪个方向单调？分别找第一个还是最后一个可行值？
答案：Prime Minister：x 越大 cost 越大，找最后一个可行的 x（→ r）。Mundane：λ 越小 give 越大，找第一个满足 give(λ) ≤ R[i] 的 λ（→ l）。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复杂度回顾（N ≤ 200 000，K, A[i] ≤ 10⁹）：</a:t>
            </a:r>
          </a:p>
          <a:p>
            <a:r>
              <a:rPr lang="zh-CN" altLang="en-US"/>
              <a:t>模拟：每次把 $1 给右半边最穷的人，用堆 O(K log N)，K 可达 10⁹。</a:t>
            </a:r>
          </a:p>
          <a:p>
            <a:r>
              <a:rPr lang="zh-CN" altLang="en-US"/>
              <a:t>枚举目标 x：x 最多比 A[md] 大 K，每个 x 检查 O(N)，O(K·N)。</a:t>
            </a:r>
          </a:p>
          <a:p>
            <a:r>
              <a:rPr lang="zh-CN" altLang="en-US"/>
              <a:t>关键：Greedy 说明只需要把右半边补到 x；"中位数能否达到 x"关于 x 单调，二分约 30 次，每次 O(N)：O(N log K) ≈ 6×10⁶。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常见 bug：给整个数组补钱，而不是只补右半边；int 溢出（A[md] + K 可达 2×10^9）；输出 l 而不是 r。
样例答案：7、6、2。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指出：到目前为止 9 道题中有 6 道用了 Binary Search。下次课会加一个新工具 Sparse Table，以及整个课程最难的题。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下次课：Sparse Table、Robot Writing 和 Beach Umbrellas。
第 3 题参考答案：如果每格上限 K[i][j] 不同，"优先给需求最大的列"就不一定对了（某些列在某些行的上限很小），一般需要 max-flow。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课外读物：用 Fenwick tree（树状数组，Binary Indexed Tree）实现 Wheeling and Dealing 的"补买"（top-up）。课上用的是按花费分块（每 100 个花费一块），这里介绍另一种做法，学有余力的同学看。</a:t>
            </a:r>
          </a:p>
          <a:p>
            <a:r>
              <a:rPr lang="zh-CN" altLang="en-US"/>
              <a:t>把池子看成一个按花费计数的数组：cnt[c] = 池子里花费为 c 的选民个数。"最便宜的 t 个之和"就是从花费小的往大走，把计数累加起来（prefix count），直到凑够 t 个。</a:t>
            </a:r>
          </a:p>
          <a:p>
            <a:r>
              <a:rPr lang="zh-CN" altLang="en-US"/>
              <a:t>图中例子：cnt = 2 0 1 3 0 2 1 1（花费 1 到 8），前缀计数 = 2 2 3 6 6 8 9 10。t = 5：前缀计数第一次 ≥ 5 是在花费 4，所以取花费 1 的 2 个、花费 3 的 1 个、花费 4 的 2 个，和 = 1 + 1 + 3 + 4 + 4 = 13。</a:t>
            </a:r>
          </a:p>
          <a:p>
            <a:r>
              <a:rPr lang="zh-CN" altLang="en-US"/>
              <a:t>难点在于池子一直在变：强制购买会把选民移出池子。所以需要两种操作都快：改一个 cnt[c]；沿前缀和走到第 t 个。</a:t>
            </a:r>
          </a:p>
          <a:p>
            <a:r>
              <a:rPr lang="zh-CN" altLang="en-US"/>
              <a:t>表格：普通数组改是 O(1)，但走前缀和要 O(C)；分块是 O(1) 和 O(√C)；Fenwick tree 两种操作都是 O(log C)。</a:t>
            </a:r>
          </a:p>
          <a:p>
            <a:r>
              <a:rPr lang="zh-CN" altLang="en-US"/>
              <a:t>提问：如果没有修改，只要一次查询，最简单的做法是什么？答案：先把池子排序，再求一次前缀和就行。Fenwick tree 的价值在于"边改边查"。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Fenwick tree 的结构：一个数组 tree[1..C]，每个位置存一段连续区间的和。</a:t>
            </a:r>
          </a:p>
          <a:p>
            <a:r>
              <a:rPr lang="zh-CN" altLang="en-US"/>
              <a:t>lowbit(i) = i &amp; (−i)，就是 i 的二进制里最低的那个 1 代表的数。例如 6 = 0110，lowbit = 2；12 = 1100，lowbit = 4；8 = 1000，lowbit = 8；奇数的 lowbit 都是 1。</a:t>
            </a:r>
          </a:p>
          <a:p>
            <a:r>
              <a:rPr lang="zh-CN" altLang="en-US"/>
              <a:t>tree[i] 存的是"以 i 结尾、长度为 lowbit(i) 的那一段"的和，即 cnt[i − lowbit(i) + 1] + … + cnt[i]。图中每个色块就是一个 tree[i] 管的范围：奇数位置只管自己，tree[2] 管 1..2，tree[4] 管 1..4，tree[8] 管 1..8，tree[12] 管 9..12，以此类推。</a:t>
            </a:r>
          </a:p>
          <a:p>
            <a:r>
              <a:rPr lang="zh-CN" altLang="en-US"/>
              <a:t>关键性质：任何前缀 1..x 都能拆成不超过 log C 个这样的块。例如 1..13 = tree[8]（1..8）+ tree[12]（9..12）+ tree[13]（13）。</a:t>
            </a:r>
          </a:p>
          <a:p>
            <a:r>
              <a:rPr lang="zh-CN" altLang="en-US"/>
              <a:t>为什么 i &amp; (−i) 能取出最低位的 1：在补码里 −i = ~i + 1，最低位 1 以下全变成 0、以上全部取反，与 i 按位与之后只剩那一位。</a:t>
            </a:r>
          </a:p>
          <a:p>
            <a:r>
              <a:rPr lang="zh-CN" altLang="en-US"/>
              <a:t>提问：tree[10] 管哪一段？答案：10 = 1010，lowbit = 2，管 9..10。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为什么叫"树"？Fenwick tree 在内存里只是一个普通数组，没有指针。叫它树，是因为各个格子管的段之间有父子关系，画出来正好是一棵树。</a:t>
            </a:r>
          </a:p>
          <a:p>
            <a:r>
              <a:rPr lang="zh-CN" altLang="en-US"/>
              <a:t>关键性质：任取两段，要么完全不相交，要么一段完全包含在另一段里，不会部分重叠。规定"直接包含 i 这一段的最小那一段"是 i 的父结点，算出来正好是 parent(i) = i + lowbit(i)。</a:t>
            </a:r>
          </a:p>
          <a:p>
            <a:r>
              <a:rPr lang="zh-CN" altLang="en-US"/>
              <a:t>看图（N = 8）：8 的孩子是 4、6、7，它们的段 1..4、5..6、7 正好拼成 1..7，再加上 8 自己；4 的孩子是 2、3；2 的孩子是 1；6 的孩子是 5。叶子都是奇数位置（只管自己）。</a:t>
            </a:r>
          </a:p>
          <a:p>
            <a:r>
              <a:rPr lang="zh-CN" altLang="en-US"/>
              <a:t>修改就是在树上往上走：改 cnt[5] 时经过 5 → 6 → 8，正好是所有包含位置 5 的段（橙色）。树高 log N，所以修改 O(log N)。</a:t>
            </a:r>
          </a:p>
          <a:p>
            <a:r>
              <a:rPr lang="zh-CN" altLang="en-US"/>
              <a:t>求前缀和沿的是另一组关系 i → i − lowbit(i)（例如 7 → 6 → 4），经过的段 7、5..6、1..4 互不相交，拼成 1..7。从结构上看这是另一棵树。</a:t>
            </a:r>
          </a:p>
          <a:p>
            <a:r>
              <a:rPr lang="zh-CN" altLang="en-US"/>
              <a:t>名字：Peter Fenwick 1994 年提出，用来维护"累计频率表"，原名 Binary Indexed Tree（BIT）："binary indexed"指树的形状完全由下标的二进制决定，不需要另外存。中文叫"树状数组"，意思是"长得像树的数组"。</a:t>
            </a:r>
          </a:p>
          <a:p>
            <a:r>
              <a:rPr lang="zh-CN" altLang="en-US"/>
              <a:t>和二叉堆对比：堆也是用数组存的一棵树，父结点是 i/2；Fenwick tree 的父结点是 i + lowbit(i)，而且每个结点存的是"一段的和"。</a:t>
            </a:r>
          </a:p>
          <a:p>
            <a:r>
              <a:rPr lang="zh-CN" altLang="en-US"/>
              <a:t>提问：在 N = 16 的 Fenwick tree 里，tree[12] 的父结点是谁？它的孩子有哪些？答案：父结点 12 + 4 = 16；孩子是 10、11（段 9..10 和 11，加上 12 自己拼成 9..12）。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两个基本操作，都是沿着 lowbit 跳。</a:t>
            </a:r>
          </a:p>
          <a:p>
            <a:r>
              <a:rPr lang="zh-CN" altLang="en-US"/>
              <a:t>修改 cnt[5]（加 d）：所有"管到 5"的块都要加 d。从 i = 5 开始，每次 i += lowbit(i)：5 → 6 → 8 → 16。对照左图，橙色的块正好是包含位置 5 的所有块。</a:t>
            </a:r>
          </a:p>
          <a:p>
            <a:r>
              <a:rPr lang="zh-CN" altLang="en-US"/>
              <a:t>求前缀和 cnt[1..13]：从 i = 13 开始，每次 i −= lowbit(i)：13 → 12 → 8 → 0。对照右图，tree[13]（13）、tree[12]（9..12）、tree[8]（1..8）正好拼成 1..13。</a:t>
            </a:r>
          </a:p>
          <a:p>
            <a:r>
              <a:rPr lang="zh-CN" altLang="en-US"/>
              <a:t>为什么是 O(log C)：往下跳每次去掉最低位的 1，最多 log C 次；往上跳每次最低位的 1 往高位进，最多也是 log C 次。</a:t>
            </a:r>
          </a:p>
          <a:p>
            <a:r>
              <a:rPr lang="zh-CN" altLang="en-US"/>
              <a:t>代码只有几行，背下来即可。注意下标从 1 开始（下标 0 会让 i &amp; (−i) = 0，死循环）。</a:t>
            </a:r>
          </a:p>
          <a:p>
            <a:r>
              <a:rPr lang="zh-CN" altLang="en-US"/>
              <a:t>练习：写出修改 cnt[3] 时经过的下标（3 → 4 → 8 → 16），以及求 cnt[1..11] 时经过的下标（11 → 10 → 8）。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找"最便宜的 t 个之和"：在 Fenwick tree 上从高位往低位走（也叫 Fenwick 上的二分 / binary lifting）。</a:t>
            </a:r>
          </a:p>
          <a:p>
            <a:r>
              <a:rPr lang="zh-CN" altLang="en-US"/>
              <a:t>做法：pos 从 0 开始。依次尝试步长 2^k（k 从大到小）。如果 tree[pos + 2^k] 这一块里的选民数 &lt; t，说明这一整块都要买：pos 跳过去，t 减去这一块的个数，sum 加上这一块的花费和。否则不跳（这一块太多了，答案在这一块里面）。</a:t>
            </a:r>
          </a:p>
          <a:p>
            <a:r>
              <a:rPr lang="zh-CN" altLang="en-US"/>
              <a:t>为什么只看一个格子就够：pos 每次都是 2 的幂之和，pos + 2^k 的 lowbit 正好是 2^k，所以 tree[pos + 2^k] 管的恰好是 pos+1 .. pos+2^k 这一段，就是"接下来的 2^k 个花费"。</a:t>
            </a:r>
          </a:p>
          <a:p>
            <a:r>
              <a:rPr lang="zh-CN" altLang="en-US"/>
              <a:t>例子（cnt = 2 0 1 3 0 2 1 1，t = 5）：</a:t>
            </a:r>
          </a:p>
          <a:p>
            <a:r>
              <a:rPr lang="zh-CN" altLang="en-US"/>
              <a:t>k = 3：tree[8] 管 1..8，有 10 个 ≥ 5，不跳。</a:t>
            </a:r>
          </a:p>
          <a:p>
            <a:r>
              <a:rPr lang="zh-CN" altLang="en-US"/>
              <a:t>k = 2：tree[4] 管 1..4，有 6 个 ≥ 5，不跳。</a:t>
            </a:r>
          </a:p>
          <a:p>
            <a:r>
              <a:rPr lang="zh-CN" altLang="en-US"/>
              <a:t>k = 1：tree[2] 管 1..2，有 2 个 &lt; 5，整块买下：pos = 2，t = 3，sum = 2（两个花费 1）。</a:t>
            </a:r>
          </a:p>
          <a:p>
            <a:r>
              <a:rPr lang="zh-CN" altLang="en-US"/>
              <a:t>k = 0：tree[3] 管 3，有 1 个 &lt; 3，买下：pos = 3，t = 2，sum = 2 + 3 = 5。</a:t>
            </a:r>
          </a:p>
          <a:p>
            <a:r>
              <a:rPr lang="zh-CN" altLang="en-US"/>
              <a:t>结束时花费 1..pos 一共不到 t 个，剩下的 t = 2 个都在花费 pos + 1 = 4：总和 = 5 + 2 × 4 = 13，和第一页的答案一样。</a:t>
            </a:r>
          </a:p>
          <a:p>
            <a:r>
              <a:rPr lang="zh-CN" altLang="en-US"/>
              <a:t>要点：需要两棵 Fenwick tree，一棵存个数（决定跳不跳），一棵存花费和（跳的时候累加）。复杂度 O(log C)。如果改用"二分花费 + 每次 ask 前缀和"也可以，但是 O(log² C)。</a:t>
            </a:r>
          </a:p>
          <a:p>
            <a:r>
              <a:rPr lang="zh-CN" altLang="en-US"/>
              <a:t>注意数组大小要取 2 的幂（代码里取 2^14 = 16384 &gt; 10001），这样从最高位开始走才不会越界。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完整的 Fenwick 版补买代码，两个函数可以直接替换课上分块版的 add() 和 cheapest()，主程序（k 从大到小扫、强制购买）完全不用改。</a:t>
            </a:r>
          </a:p>
          <a:p>
            <a:r>
              <a:rPr lang="zh-CN" altLang="en-US"/>
              <a:t>fcnt 存个数、fsum 存花费和，两棵树同时更新。</a:t>
            </a:r>
          </a:p>
          <a:p>
            <a:r>
              <a:rPr lang="zh-CN" altLang="en-US"/>
              <a:t>下标 = 花费 + 1：花费可能是 0，而下标 0 在 Fenwick 里不能用（i &amp; (−i) = 0，循环不会动）。所以花费 c 放在下标 c + 1。走完之后，下标 1..pos 对应花费 0..pos − 1，剩下的 t 个都在下标 pos + 1，也就是花费 pos，所以最后加 t * pos。（上一页的例子花费从 1 开始、没有平移，所以那里写的是 pos + 1。）</a:t>
            </a:r>
          </a:p>
          <a:p>
            <a:r>
              <a:rPr lang="zh-CN" altLang="en-US"/>
              <a:t>数组大小取 2^14 = 16384，比 10001 个可能的花费大，而且是 2 的幂，从 k = LOG 开始走不会漏也不会越界。</a:t>
            </a:r>
          </a:p>
          <a:p>
            <a:r>
              <a:rPr lang="zh-CN" altLang="en-US"/>
              <a:t>调用前要保证 t ≤ 池子里的人数（主程序里已经判断 k − have &gt; pool 时跳过）。</a:t>
            </a:r>
          </a:p>
          <a:p>
            <a:r>
              <a:rPr lang="zh-CN" altLang="en-US"/>
              <a:t>完整程序在 Code 文件夹：2023_P5_Wheeling_and_Dealing_Fenwick.cpp，已经和分块版用 3000 组随机数据比对过，结果一致。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两种做法对比：分块每次补买约 200 步（O(√C)），Fenwick 约 15 步（O(log C)），但 Fenwick 每次修改也要 O(log C)。对 M = 10^5，分块总共约 2 × 10^7，Fenwick 约 3 × 10^6，都能轻松通过。</a:t>
            </a:r>
          </a:p>
          <a:p>
            <a:r>
              <a:rPr lang="zh-CN" altLang="en-US"/>
              <a:t>分块的优点：不用学新东西，不容易写错；缺点：要求值域小（这里花费 ≤ 10000）。</a:t>
            </a:r>
          </a:p>
          <a:p>
            <a:r>
              <a:rPr lang="zh-CN" altLang="en-US"/>
              <a:t>Fenwick tree 的优点：以后会反复用到。"会变的前缀和"、"动态集合里的第 k 小"、"逆序对计数"都是它的经典用法；AIIO 及以上的题目经常需要。</a:t>
            </a:r>
          </a:p>
          <a:p>
            <a:r>
              <a:rPr lang="zh-CN" altLang="en-US"/>
              <a:t>比赛建议：两种都能过时，写你最有把握一次写对的那种。</a:t>
            </a:r>
          </a:p>
          <a:p>
            <a:r>
              <a:rPr lang="zh-CN" altLang="en-US"/>
              <a:t>练习（答案）：逆序对计数。从左往右扫，对每个 A[j]，先用 ask 查已经出现的数里有多少个 ≤ A[j]，用已出现的个数 j − 1 减去它，就是以 j 结尾的逆序对数；然后 add(A[j], 1)。值域大时先离散化（排序后换成名次）。复杂度 O(N log N)。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claude.ai/artifact/DZa2mivzr7GptrBmfKuanN" TargetMode="Externa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5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10" Type="http://schemas.openxmlformats.org/officeDocument/2006/relationships/image" Target="../media/image42.png"/><Relationship Id="rId4" Type="http://schemas.openxmlformats.org/officeDocument/2006/relationships/image" Target="../media/image37.png"/><Relationship Id="rId9" Type="http://schemas.openxmlformats.org/officeDocument/2006/relationships/customXml" Target="../ink/ink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4.png"/><Relationship Id="rId4" Type="http://schemas.openxmlformats.org/officeDocument/2006/relationships/customXml" Target="../ink/ink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3" Type="http://schemas.openxmlformats.org/officeDocument/2006/relationships/image" Target="../media/image46.png"/><Relationship Id="rId7" Type="http://schemas.openxmlformats.org/officeDocument/2006/relationships/image" Target="../media/image5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10" Type="http://schemas.openxmlformats.org/officeDocument/2006/relationships/image" Target="../media/image53.png"/><Relationship Id="rId4" Type="http://schemas.openxmlformats.org/officeDocument/2006/relationships/image" Target="../media/image47.png"/><Relationship Id="rId9" Type="http://schemas.openxmlformats.org/officeDocument/2006/relationships/image" Target="../media/image5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5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9.png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2.png"/><Relationship Id="rId4" Type="http://schemas.openxmlformats.org/officeDocument/2006/relationships/image" Target="../media/image61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4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7" Type="http://schemas.openxmlformats.org/officeDocument/2006/relationships/image" Target="../media/image69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8.png"/><Relationship Id="rId5" Type="http://schemas.openxmlformats.org/officeDocument/2006/relationships/image" Target="../media/image67.png"/><Relationship Id="rId4" Type="http://schemas.openxmlformats.org/officeDocument/2006/relationships/image" Target="../media/image66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2.png"/><Relationship Id="rId4" Type="http://schemas.openxmlformats.org/officeDocument/2006/relationships/image" Target="../media/image71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6.png"/><Relationship Id="rId4" Type="http://schemas.openxmlformats.org/officeDocument/2006/relationships/image" Target="../media/image75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orac2.info/problem/1751/" TargetMode="Externa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orac2.info/problem/1747/" TargetMode="External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9.png"/><Relationship Id="rId4" Type="http://schemas.openxmlformats.org/officeDocument/2006/relationships/hyperlink" Target="https://orac2.info/problem/1298/" TargetMode="Externa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3.png"/><Relationship Id="rId5" Type="http://schemas.openxmlformats.org/officeDocument/2006/relationships/image" Target="../media/image82.png"/><Relationship Id="rId4" Type="http://schemas.openxmlformats.org/officeDocument/2006/relationships/image" Target="../media/image81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5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7" Type="http://schemas.openxmlformats.org/officeDocument/2006/relationships/image" Target="../media/image90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9.png"/><Relationship Id="rId5" Type="http://schemas.openxmlformats.org/officeDocument/2006/relationships/image" Target="../media/image88.png"/><Relationship Id="rId4" Type="http://schemas.openxmlformats.org/officeDocument/2006/relationships/image" Target="../media/image87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3.png"/><Relationship Id="rId4" Type="http://schemas.openxmlformats.org/officeDocument/2006/relationships/image" Target="../media/image92.png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9.png"/><Relationship Id="rId3" Type="http://schemas.openxmlformats.org/officeDocument/2006/relationships/image" Target="../media/image94.png"/><Relationship Id="rId7" Type="http://schemas.openxmlformats.org/officeDocument/2006/relationships/image" Target="../media/image98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7.png"/><Relationship Id="rId5" Type="http://schemas.openxmlformats.org/officeDocument/2006/relationships/image" Target="../media/image96.png"/><Relationship Id="rId4" Type="http://schemas.openxmlformats.org/officeDocument/2006/relationships/image" Target="../media/image95.png"/><Relationship Id="rId9" Type="http://schemas.openxmlformats.org/officeDocument/2006/relationships/image" Target="../media/image100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2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6.png"/><Relationship Id="rId5" Type="http://schemas.openxmlformats.org/officeDocument/2006/relationships/image" Target="../media/image105.png"/><Relationship Id="rId4" Type="http://schemas.openxmlformats.org/officeDocument/2006/relationships/image" Target="../media/image10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A2DE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ity illustrati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5968" y="1778000"/>
            <a:ext cx="4523232" cy="5959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r">
              <a:lnSpc>
                <a:spcPts val="2340"/>
              </a:lnSpc>
              <a:buNone/>
            </a:pPr>
            <a:r>
              <a:rPr lang="en-US" sz="1400" b="1" kern="0" spc="150">
                <a:solidFill>
                  <a:srgbClr val="14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AIO </a:t>
            </a:r>
            <a:r>
              <a:rPr lang="en-US" altLang="zh-CN" sz="1400" b="1" kern="0" spc="150">
                <a:solidFill>
                  <a:srgbClr val="14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</a:t>
            </a:r>
            <a:r>
              <a:rPr lang="zh-CN" altLang="en-US" sz="1400" b="1" kern="0" spc="150">
                <a:solidFill>
                  <a:srgbClr val="14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altLang="zh-CN" sz="1400" b="1" kern="0" spc="150">
                <a:solidFill>
                  <a:srgbClr val="14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ACHIEVERS</a:t>
            </a:r>
            <a:r>
              <a:rPr lang="zh-CN" altLang="en-US" sz="1400" b="1" kern="0" spc="150">
                <a:solidFill>
                  <a:srgbClr val="14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altLang="zh-CN" sz="1400" b="1" kern="0" spc="150">
                <a:solidFill>
                  <a:srgbClr val="14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</a:t>
            </a:r>
            <a:r>
              <a:rPr lang="en-US" sz="1400" b="1" kern="0" spc="150">
                <a:solidFill>
                  <a:srgbClr val="14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</a:t>
            </a:r>
            <a:r>
              <a:rPr lang="en-US" altLang="zh-CN" sz="1400" b="1" kern="0" spc="150">
                <a:solidFill>
                  <a:srgbClr val="14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</a:t>
            </a:r>
            <a:r>
              <a:rPr lang="zh-CN" altLang="en-US" sz="1400" b="1" kern="0" spc="150">
                <a:solidFill>
                  <a:srgbClr val="14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altLang="zh-CN" sz="1400" b="1" kern="0" spc="150">
                <a:solidFill>
                  <a:srgbClr val="14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/>
          </a:p>
        </p:txBody>
      </p:sp>
      <p:sp>
        <p:nvSpPr>
          <p:cNvPr id="4" name="Text 1"/>
          <p:cNvSpPr txBox="1"/>
          <p:nvPr/>
        </p:nvSpPr>
        <p:spPr>
          <a:xfrm>
            <a:off x="6855968" y="2514600"/>
            <a:ext cx="4523232" cy="20325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5093"/>
              </a:lnSpc>
              <a:buNone/>
            </a:pPr>
            <a:r>
              <a:rPr lang="en-US" sz="4850" b="1" kern="0" spc="100">
                <a:solidFill>
                  <a:srgbClr val="14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GREEDY AND THE WATER LEVEL</a:t>
            </a:r>
            <a:endParaRPr lang="en-US" sz="485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3 · 2 HOURS</a:t>
            </a:r>
            <a:endParaRPr lang="en-US" sz="180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TODAY'S PLAN</a:t>
            </a:r>
            <a:endParaRPr lang="en-US" sz="390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903016"/>
          <a:ext cx="10566400" cy="4025900"/>
        </p:xfrm>
        <a:graphic>
          <a:graphicData uri="http://schemas.openxmlformats.org/drawingml/2006/table">
            <a:tbl>
              <a:tblPr/>
              <a:tblGrid>
                <a:gridCol w="21132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548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8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6355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 b="1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Time</a:t>
                      </a:r>
                      <a:endParaRPr lang="en-US" sz="22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 b="1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Content</a:t>
                      </a:r>
                      <a:endParaRPr lang="en-US" sz="22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 b="1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Technique</a:t>
                      </a:r>
                      <a:endParaRPr lang="en-US" sz="22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96925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0:00–0:15</a:t>
                      </a:r>
                      <a:endParaRPr lang="en-US" sz="22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Greedy, exchange arguments, the water level</a:t>
                      </a:r>
                      <a:endParaRPr lang="en-US" sz="22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Greedy</a:t>
                      </a:r>
                      <a:endParaRPr lang="en-US" sz="22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355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0:15–0:50</a:t>
                      </a:r>
                      <a:endParaRPr lang="en-US" sz="22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 P6 Mundane Square</a:t>
                      </a:r>
                      <a:endParaRPr lang="en-US" sz="22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Greedy + Binary Search</a:t>
                      </a:r>
                      <a:endParaRPr lang="en-US" sz="22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355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0:50–1:10</a:t>
                      </a:r>
                      <a:endParaRPr lang="en-US" sz="22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2023 P5 Wheeling and Dealing</a:t>
                      </a:r>
                      <a:endParaRPr lang="en-US" sz="22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Greedy + try every level</a:t>
                      </a:r>
                      <a:endParaRPr lang="en-US" sz="22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9375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1:10–1:30</a:t>
                      </a:r>
                      <a:endParaRPr lang="en-US" sz="22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 P5 Prime Minister</a:t>
                      </a:r>
                      <a:endParaRPr lang="en-US" sz="22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Binary search on the answer</a:t>
                      </a:r>
                      <a:endParaRPr lang="en-US" sz="22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355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1:30–1:55</a:t>
                      </a:r>
                      <a:endParaRPr lang="en-US" sz="22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Live coding: Prime Minister</a:t>
                      </a:r>
                      <a:endParaRPr lang="en-US" sz="22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program + samples</a:t>
                      </a:r>
                      <a:endParaRPr lang="en-US" sz="22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6355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1:55–2:00</a:t>
                      </a:r>
                      <a:endParaRPr lang="en-US" sz="22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Recap and homework</a:t>
                      </a:r>
                      <a:endParaRPr lang="en-US" sz="22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22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FOUR CORE TECHNIQUES · GREEDY</a:t>
            </a:r>
            <a:endParaRPr lang="en-US" sz="180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GUESS A RULE, THEN PROVE IT IS SAFE</a:t>
            </a:r>
            <a:endParaRPr lang="en-US" sz="3900"/>
          </a:p>
        </p:txBody>
      </p:sp>
      <p:sp>
        <p:nvSpPr>
          <p:cNvPr id="4" name="Text 2"/>
          <p:cNvSpPr txBox="1"/>
          <p:nvPr/>
        </p:nvSpPr>
        <p:spPr>
          <a:xfrm>
            <a:off x="812800" y="1903016"/>
            <a:ext cx="112003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600"/>
              </a:lnSpc>
              <a:buNone/>
            </a:pPr>
            <a:r>
              <a:rPr lang="en-US" sz="2400" b="1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r>
              <a:rPr lang="en-US" sz="24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Guess the rule from small cases.</a:t>
            </a:r>
            <a:endParaRPr lang="en-US" sz="2400"/>
          </a:p>
        </p:txBody>
      </p:sp>
      <p:sp>
        <p:nvSpPr>
          <p:cNvPr id="5" name="Text 3"/>
          <p:cNvSpPr txBox="1"/>
          <p:nvPr/>
        </p:nvSpPr>
        <p:spPr>
          <a:xfrm>
            <a:off x="812800" y="2499916"/>
            <a:ext cx="112003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600"/>
              </a:lnSpc>
              <a:buNone/>
            </a:pPr>
            <a:r>
              <a:rPr lang="en-US" sz="2400" b="1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r>
              <a:rPr lang="en-US" sz="24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Take any best answer that breaks the rule.</a:t>
            </a:r>
            <a:endParaRPr lang="en-US" sz="2400"/>
          </a:p>
        </p:txBody>
      </p:sp>
      <p:sp>
        <p:nvSpPr>
          <p:cNvPr id="6" name="Text 4"/>
          <p:cNvSpPr txBox="1"/>
          <p:nvPr/>
        </p:nvSpPr>
        <p:spPr>
          <a:xfrm>
            <a:off x="812800" y="3096816"/>
            <a:ext cx="1120038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600"/>
              </a:lnSpc>
              <a:buNone/>
            </a:pPr>
            <a:r>
              <a:rPr lang="en-US" sz="2400" b="1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</a:t>
            </a:r>
            <a:r>
              <a:rPr lang="en-US" sz="24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Swap one piece so it follows the rule. If the answer is no worse, the rule is safe: an </a:t>
            </a:r>
            <a:r>
              <a:rPr lang="en-US" sz="2400" b="1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exchange argument</a:t>
            </a:r>
            <a:r>
              <a:rPr lang="en-US" sz="24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400"/>
          </a:p>
        </p:txBody>
      </p:sp>
      <p:sp>
        <p:nvSpPr>
          <p:cNvPr id="7" name="Text 5"/>
          <p:cNvSpPr txBox="1"/>
          <p:nvPr/>
        </p:nvSpPr>
        <p:spPr>
          <a:xfrm>
            <a:off x="812800" y="4214416"/>
            <a:ext cx="11200384" cy="8932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360"/>
              </a:lnSpc>
              <a:buNone/>
            </a:pPr>
            <a:r>
              <a:rPr lang="en-US" altLang="zh-CN" sz="2100">
                <a:solidFill>
                  <a:srgbClr val="4D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r>
              <a:rPr lang="en-US" sz="2100">
                <a:solidFill>
                  <a:srgbClr val="4D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erve the tallest column first · buy each rival's cheapest voters · top up the poorest person.</a:t>
            </a:r>
            <a:endParaRPr lang="en-US" sz="2100"/>
          </a:p>
        </p:txBody>
      </p:sp>
      <p:sp>
        <p:nvSpPr>
          <p:cNvPr id="8" name="Shape 6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TODAY'S PICTURE</a:t>
            </a:r>
            <a:endParaRPr lang="en-US" sz="180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COLUMNS AND A WATER LEVEL</a:t>
            </a:r>
            <a:endParaRPr lang="en-US" sz="3900"/>
          </a:p>
        </p:txBody>
      </p:sp>
      <p:pic>
        <p:nvPicPr>
          <p:cNvPr id="4" name="Image 0" descr="Diagra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800" y="1903016"/>
            <a:ext cx="10566400" cy="319226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12800" y="5298480"/>
            <a:ext cx="5292038" cy="78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940"/>
              </a:lnSpc>
              <a:buNone/>
            </a:pPr>
            <a:r>
              <a:rPr lang="en-US" sz="2100" b="1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Cut the peaks</a:t>
            </a:r>
            <a:r>
              <a:rPr lang="en-US" sz="2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above the line</a:t>
            </a:r>
            <a:endParaRPr lang="en-US" sz="2100"/>
          </a:p>
          <a:p>
            <a:pPr marL="0" indent="0" algn="l">
              <a:lnSpc>
                <a:spcPts val="2940"/>
              </a:lnSpc>
              <a:buNone/>
            </a:pPr>
            <a:r>
              <a:rPr lang="en-US" sz="2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Mundane Square · Wheeling and Dealing</a:t>
            </a:r>
            <a:endParaRPr lang="en-US" sz="2100"/>
          </a:p>
        </p:txBody>
      </p:sp>
      <p:sp>
        <p:nvSpPr>
          <p:cNvPr id="6" name="Text 3"/>
          <p:cNvSpPr txBox="1"/>
          <p:nvPr/>
        </p:nvSpPr>
        <p:spPr>
          <a:xfrm>
            <a:off x="7075289" y="5298480"/>
            <a:ext cx="4562146" cy="78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940"/>
              </a:lnSpc>
              <a:buNone/>
            </a:pPr>
            <a:r>
              <a:rPr lang="en-US" sz="2100" b="1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Fill the valleys</a:t>
            </a:r>
            <a:r>
              <a:rPr lang="en-US" sz="2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up to the line</a:t>
            </a:r>
            <a:endParaRPr lang="en-US" sz="2100"/>
          </a:p>
          <a:p>
            <a:pPr marL="0" indent="0" algn="l">
              <a:lnSpc>
                <a:spcPts val="2940"/>
              </a:lnSpc>
              <a:buNone/>
            </a:pPr>
            <a:r>
              <a:rPr lang="en-US" sz="2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 Minister</a:t>
            </a:r>
            <a:endParaRPr lang="en-US" sz="2100"/>
          </a:p>
        </p:txBody>
      </p:sp>
      <p:sp>
        <p:nvSpPr>
          <p:cNvPr id="7" name="Shape 4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ity illustrati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3000" y="736600"/>
            <a:ext cx="3429000" cy="61214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12800" y="1627783"/>
            <a:ext cx="11200384" cy="316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40"/>
              </a:lnSpc>
              <a:buNone/>
            </a:pPr>
            <a:r>
              <a:rPr lang="en-US" sz="1950" b="1" kern="0" spc="15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AIO PROBLEM 6</a:t>
            </a:r>
            <a:endParaRPr lang="en-US" sz="1950"/>
          </a:p>
        </p:txBody>
      </p:sp>
      <p:sp>
        <p:nvSpPr>
          <p:cNvPr id="4" name="Text 1"/>
          <p:cNvSpPr txBox="1"/>
          <p:nvPr/>
        </p:nvSpPr>
        <p:spPr>
          <a:xfrm>
            <a:off x="812800" y="2135783"/>
            <a:ext cx="11200384" cy="9762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6765"/>
              </a:lnSpc>
              <a:buNone/>
            </a:pPr>
            <a:r>
              <a:rPr lang="en-US" sz="6150" b="1" kern="0" spc="15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MUNDANE SQUARE</a:t>
            </a:r>
            <a:endParaRPr lang="en-US" sz="6150"/>
          </a:p>
        </p:txBody>
      </p:sp>
      <p:sp>
        <p:nvSpPr>
          <p:cNvPr id="5" name="Text 2"/>
          <p:cNvSpPr txBox="1"/>
          <p:nvPr/>
        </p:nvSpPr>
        <p:spPr>
          <a:xfrm>
            <a:off x="812800" y="3223518"/>
            <a:ext cx="8077200" cy="7978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60"/>
              </a:lnSpc>
              <a:buNone/>
            </a:pPr>
            <a:r>
              <a:rPr lang="en-US" sz="2550">
                <a:solidFill>
                  <a:srgbClr val="4D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 grid with given row and column sums, every cell between 0 and K.</a:t>
            </a:r>
            <a:endParaRPr lang="en-US" sz="2550"/>
          </a:p>
        </p:txBody>
      </p:sp>
      <p:sp>
        <p:nvSpPr>
          <p:cNvPr id="6" name="Shape 3"/>
          <p:cNvSpPr/>
          <p:nvPr/>
        </p:nvSpPr>
        <p:spPr>
          <a:xfrm>
            <a:off x="812800" y="4201418"/>
            <a:ext cx="2064445" cy="457200"/>
          </a:xfrm>
          <a:prstGeom prst="roundRect">
            <a:avLst>
              <a:gd name="adj" fmla="val 50000"/>
            </a:avLst>
          </a:prstGeom>
          <a:solidFill>
            <a:srgbClr val="DFE8EC"/>
          </a:solidFill>
          <a:ln w="12700">
            <a:solidFill>
              <a:srgbClr val="0A405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7" name="Text 4"/>
          <p:cNvSpPr txBox="1"/>
          <p:nvPr/>
        </p:nvSpPr>
        <p:spPr>
          <a:xfrm>
            <a:off x="812800" y="4201418"/>
            <a:ext cx="2064445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100" b="1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Greedy</a:t>
            </a:r>
            <a:r>
              <a:rPr lang="en-US" sz="2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main</a:t>
            </a:r>
            <a:endParaRPr lang="en-US" sz="2100"/>
          </a:p>
        </p:txBody>
      </p:sp>
      <p:sp>
        <p:nvSpPr>
          <p:cNvPr id="8" name="Shape 5"/>
          <p:cNvSpPr/>
          <p:nvPr/>
        </p:nvSpPr>
        <p:spPr>
          <a:xfrm>
            <a:off x="2991545" y="4201418"/>
            <a:ext cx="3250605" cy="457200"/>
          </a:xfrm>
          <a:prstGeom prst="roundRect">
            <a:avLst>
              <a:gd name="adj" fmla="val 50000"/>
            </a:avLst>
          </a:prstGeom>
          <a:solidFill>
            <a:srgbClr val="FDF0D6"/>
          </a:solidFill>
          <a:ln w="12700">
            <a:solidFill>
              <a:srgbClr val="E0960F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9" name="Text 6"/>
          <p:cNvSpPr txBox="1"/>
          <p:nvPr/>
        </p:nvSpPr>
        <p:spPr>
          <a:xfrm>
            <a:off x="2991545" y="4201418"/>
            <a:ext cx="3250605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100" b="1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Binary Search</a:t>
            </a:r>
            <a:r>
              <a:rPr lang="en-US" sz="2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support</a:t>
            </a:r>
            <a:endParaRPr lang="en-US" sz="2100"/>
          </a:p>
        </p:txBody>
      </p:sp>
      <p:sp>
        <p:nvSpPr>
          <p:cNvPr id="10" name="Shape 7"/>
          <p:cNvSpPr/>
          <p:nvPr/>
        </p:nvSpPr>
        <p:spPr>
          <a:xfrm>
            <a:off x="6356449" y="4201418"/>
            <a:ext cx="163443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BAC0"/>
            </a:solidFill>
            <a:prstDash val="dash"/>
          </a:ln>
        </p:spPr>
        <p:txBody>
          <a:bodyPr/>
          <a:lstStyle/>
          <a:p>
            <a:endParaRPr lang="en-AU"/>
          </a:p>
        </p:txBody>
      </p:sp>
      <p:sp>
        <p:nvSpPr>
          <p:cNvPr id="11" name="Text 8"/>
          <p:cNvSpPr txBox="1"/>
          <p:nvPr/>
        </p:nvSpPr>
        <p:spPr>
          <a:xfrm>
            <a:off x="6356449" y="4201418"/>
            <a:ext cx="163443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100">
                <a:solidFill>
                  <a:srgbClr val="5D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Prefix Sum</a:t>
            </a:r>
            <a:endParaRPr lang="en-US" sz="2100"/>
          </a:p>
        </p:txBody>
      </p:sp>
      <p:sp>
        <p:nvSpPr>
          <p:cNvPr id="12" name="Shape 9"/>
          <p:cNvSpPr/>
          <p:nvPr/>
        </p:nvSpPr>
        <p:spPr>
          <a:xfrm>
            <a:off x="812800" y="4772918"/>
            <a:ext cx="1871861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BAC0"/>
            </a:solidFill>
            <a:prstDash val="dash"/>
          </a:ln>
        </p:spPr>
        <p:txBody>
          <a:bodyPr/>
          <a:lstStyle/>
          <a:p>
            <a:endParaRPr lang="en-AU"/>
          </a:p>
        </p:txBody>
      </p:sp>
      <p:sp>
        <p:nvSpPr>
          <p:cNvPr id="13" name="Text 10"/>
          <p:cNvSpPr txBox="1"/>
          <p:nvPr/>
        </p:nvSpPr>
        <p:spPr>
          <a:xfrm>
            <a:off x="812800" y="4772918"/>
            <a:ext cx="1871861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100">
                <a:solidFill>
                  <a:srgbClr val="5D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Pointers</a:t>
            </a:r>
            <a:endParaRPr lang="en-US" sz="21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MUNDANE SQUARE</a:t>
            </a:r>
            <a:endParaRPr lang="en-US" sz="180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39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2"/>
              <p:cNvSpPr txBox="1"/>
              <p:nvPr/>
            </p:nvSpPr>
            <p:spPr>
              <a:xfrm>
                <a:off x="812800" y="1903016"/>
                <a:ext cx="10096500" cy="99048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720"/>
                  </a:lnSpc>
                  <a:buNone/>
                </a:pPr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Build an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240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grid of integers in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40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</m:d>
                  </m:oMath>
                </a14:m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whose row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sums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and column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sums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 Print YES and the grid, or NO.</a:t>
                </a:r>
                <a:endParaRPr lang="en-US" sz="2400"/>
              </a:p>
            </p:txBody>
          </p:sp>
        </mc:Choice>
        <mc:Fallback>
          <p:sp>
            <p:nvSpPr>
              <p:cNvPr id="4" name="Text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800" y="1903016"/>
                <a:ext cx="10096500" cy="990481"/>
              </a:xfrm>
              <a:prstGeom prst="rect">
                <a:avLst/>
              </a:prstGeom>
              <a:blipFill>
                <a:blip r:embed="rId3"/>
                <a:stretch>
                  <a:fillRect l="-1757" t="-2500" r="-1757" b="-6250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 3"/>
              <p:cNvSpPr txBox="1"/>
              <p:nvPr/>
            </p:nvSpPr>
            <p:spPr>
              <a:xfrm>
                <a:off x="812800" y="2987477"/>
                <a:ext cx="10096500" cy="34480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2520"/>
                  </a:lnSpc>
                  <a:buNone/>
                </a:pPr>
                <a14:m>
                  <m:oMath xmlns:m="http://schemas.openxmlformats.org/officeDocument/2006/math">
                    <m:r>
                      <a:rPr lang="en-US" sz="2100" i="1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2100" i="0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sz="2100" i="1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1000</m:t>
                    </m:r>
                  </m:oMath>
                </a14:m>
                <a:r>
                  <a:rPr lang="en-US" sz="210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,  </a:t>
                </a:r>
                <a14:m>
                  <m:oMath xmlns:m="http://schemas.openxmlformats.org/officeDocument/2006/math">
                    <m:r>
                      <a:rPr lang="en-US" sz="2100" i="1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2100" i="0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100" i="1">
                            <a:solidFill>
                              <a:srgbClr val="4D55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100" i="1">
                            <a:solidFill>
                              <a:srgbClr val="4D5560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2100" i="1">
                            <a:solidFill>
                              <a:srgbClr val="4D556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100" i="0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100" i="1">
                            <a:solidFill>
                              <a:srgbClr val="4D55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100" i="1">
                            <a:solidFill>
                              <a:srgbClr val="4D5560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2100" i="1">
                            <a:solidFill>
                              <a:srgbClr val="4D556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2100" i="0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≤</m:t>
                    </m:r>
                    <m:sSup>
                      <m:sSupPr>
                        <m:ctrlPr>
                          <a:rPr lang="en-US" sz="2100" i="1">
                            <a:solidFill>
                              <a:srgbClr val="4D556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100" i="1">
                            <a:solidFill>
                              <a:srgbClr val="4D5560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2100" i="1">
                            <a:solidFill>
                              <a:srgbClr val="4D5560"/>
                            </a:solidFill>
                            <a:latin typeface="Cambria Math" panose="02040503050406030204" pitchFamily="18" charset="0"/>
                          </a:rPr>
                          <m:t>9</m:t>
                        </m:r>
                      </m:sup>
                    </m:sSup>
                  </m:oMath>
                </a14:m>
                <a:endParaRPr lang="en-US" sz="2100"/>
              </a:p>
            </p:txBody>
          </p:sp>
        </mc:Choice>
        <mc:Fallback>
          <p:sp>
            <p:nvSpPr>
              <p:cNvPr id="5" name="Text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800" y="2987477"/>
                <a:ext cx="10096500" cy="344805"/>
              </a:xfrm>
              <a:prstGeom prst="rect">
                <a:avLst/>
              </a:prstGeom>
              <a:blipFill>
                <a:blip r:embed="rId4"/>
                <a:stretch>
                  <a:fillRect l="-878" t="-32143" b="-32143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 4"/>
              <p:cNvSpPr txBox="1"/>
              <p:nvPr/>
            </p:nvSpPr>
            <p:spPr>
              <a:xfrm>
                <a:off x="812800" y="3431977"/>
                <a:ext cx="10096500" cy="99048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720"/>
                  </a:lnSpc>
                  <a:buNone/>
                </a:pPr>
                <a:r>
                  <a:rPr lang="en-US" sz="240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Think of it as shipping:</a:t>
                </a:r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row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sends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units, column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needs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units, and each (row, column) pair carries at most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</a:t>
                </a:r>
                <a:endParaRPr lang="en-US" sz="2400"/>
              </a:p>
            </p:txBody>
          </p:sp>
        </mc:Choice>
        <mc:Fallback>
          <p:sp>
            <p:nvSpPr>
              <p:cNvPr id="6" name="Text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800" y="3431977"/>
                <a:ext cx="10096500" cy="990481"/>
              </a:xfrm>
              <a:prstGeom prst="rect">
                <a:avLst/>
              </a:prstGeom>
              <a:blipFill>
                <a:blip r:embed="rId5"/>
                <a:stretch>
                  <a:fillRect l="-1757" t="-5128" b="-10256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hape 5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MUNDANE SQUARE · EASY NOs FIRST</a:t>
            </a:r>
            <a:endParaRPr lang="en-US" sz="180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NECESSARY, BUT NOT ENOUGH</a:t>
            </a:r>
            <a:endParaRPr lang="en-US" sz="39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2"/>
              <p:cNvSpPr txBox="1"/>
              <p:nvPr/>
            </p:nvSpPr>
            <p:spPr>
              <a:xfrm>
                <a:off x="812800" y="1903016"/>
                <a:ext cx="11200384" cy="5181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720"/>
                  </a:lnSpc>
                  <a:buNone/>
                </a:pPr>
                <a14:m>
                  <m:oMath xmlns:m="http://schemas.openxmlformats.org/officeDocument/2006/math">
                    <m:r>
                      <a:rPr lang="en-US" sz="2400" b="1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∑</m:t>
                    </m:r>
                    <m:r>
                      <a:rPr lang="en-US" sz="2400" b="1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sz="2400" b="1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=∑</m:t>
                    </m:r>
                    <m:r>
                      <a:rPr lang="en-US" sz="2400" b="1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sz="240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</a:t>
                </a:r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Sample 3: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7</m:t>
                    </m:r>
                    <m:r>
                      <a:rPr lang="en-US" sz="240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40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240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10</m:t>
                    </m:r>
                  </m:oMath>
                </a14:m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but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6</m:t>
                    </m:r>
                    <m:r>
                      <a:rPr lang="en-US" sz="240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240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240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11</m:t>
                    </m:r>
                  </m:oMath>
                </a14:m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→ NO.</a:t>
                </a:r>
                <a:endParaRPr lang="en-US" sz="2400"/>
              </a:p>
            </p:txBody>
          </p:sp>
        </mc:Choice>
        <mc:Fallback>
          <p:sp>
            <p:nvSpPr>
              <p:cNvPr id="4" name="Text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800" y="1903016"/>
                <a:ext cx="11200384" cy="518100"/>
              </a:xfrm>
              <a:prstGeom prst="rect">
                <a:avLst/>
              </a:prstGeom>
              <a:blipFill>
                <a:blip r:embed="rId3"/>
                <a:stretch>
                  <a:fillRect l="-1244" t="-4762" b="-16667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 3"/>
              <p:cNvSpPr txBox="1"/>
              <p:nvPr/>
            </p:nvSpPr>
            <p:spPr>
              <a:xfrm>
                <a:off x="812800" y="2515096"/>
                <a:ext cx="11200384" cy="5181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720"/>
                  </a:lnSpc>
                  <a:buNone/>
                </a:pPr>
                <a:r>
                  <a:rPr lang="en-US" sz="240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Every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1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2400" b="1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b="1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400" b="1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2400" b="1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2400" b="1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sz="2400" b="1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2400" b="1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sz="2400" b="1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240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</a:t>
                </a:r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Sample 4: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240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,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240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4</m:t>
                    </m:r>
                  </m:oMath>
                </a14:m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40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5</m:t>
                    </m:r>
                    <m:r>
                      <a:rPr lang="en-US" sz="240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4</m:t>
                    </m:r>
                  </m:oMath>
                </a14:m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→ NO.</a:t>
                </a:r>
                <a:endParaRPr lang="en-US" sz="2400"/>
              </a:p>
            </p:txBody>
          </p:sp>
        </mc:Choice>
        <mc:Fallback>
          <p:sp>
            <p:nvSpPr>
              <p:cNvPr id="5" name="Text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800" y="2515096"/>
                <a:ext cx="11200384" cy="518100"/>
              </a:xfrm>
              <a:prstGeom prst="rect">
                <a:avLst/>
              </a:prstGeom>
              <a:blipFill>
                <a:blip r:embed="rId4"/>
                <a:stretch>
                  <a:fillRect l="-1584" t="-9524" b="-11905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 4"/>
              <p:cNvSpPr txBox="1"/>
              <p:nvPr/>
            </p:nvSpPr>
            <p:spPr>
              <a:xfrm>
                <a:off x="812800" y="3127177"/>
                <a:ext cx="11200384" cy="99048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720"/>
                  </a:lnSpc>
                  <a:buNone/>
                </a:pPr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In general this is a max-flow problem, but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240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1000</m:t>
                    </m:r>
                  </m:oMath>
                </a14:m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means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6</m:t>
                        </m:r>
                      </m:sup>
                    </m:sSup>
                  </m:oMath>
                </a14:m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edges with capacities up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9</m:t>
                        </m:r>
                      </m:sup>
                    </m:sSup>
                  </m:oMath>
                </a14:m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 Too heavy, and outside AIO.</a:t>
                </a:r>
                <a:endParaRPr lang="en-US" sz="2400"/>
              </a:p>
            </p:txBody>
          </p:sp>
        </mc:Choice>
        <mc:Fallback>
          <p:sp>
            <p:nvSpPr>
              <p:cNvPr id="6" name="Text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800" y="3127177"/>
                <a:ext cx="11200384" cy="990481"/>
              </a:xfrm>
              <a:prstGeom prst="rect">
                <a:avLst/>
              </a:prstGeom>
              <a:blipFill>
                <a:blip r:embed="rId5"/>
                <a:stretch>
                  <a:fillRect l="-1584" t="-3846" b="-10256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 5"/>
          <p:cNvSpPr txBox="1"/>
          <p:nvPr/>
        </p:nvSpPr>
        <p:spPr>
          <a:xfrm>
            <a:off x="812800" y="4211638"/>
            <a:ext cx="11200384" cy="55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953"/>
              </a:lnSpc>
              <a:buNone/>
            </a:pPr>
            <a:r>
              <a:rPr lang="en-US" sz="25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need a greedy rule.</a:t>
            </a:r>
            <a:endParaRPr lang="en-US" sz="2550"/>
          </a:p>
        </p:txBody>
      </p:sp>
      <p:sp>
        <p:nvSpPr>
          <p:cNvPr id="8" name="Shape 6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MUNDANE SQUARE · ANOTHER VIEW</a:t>
            </a:r>
            <a:endParaRPr lang="en-US" sz="1800"/>
          </a:p>
        </p:txBody>
      </p:sp>
      <p:sp>
        <p:nvSpPr>
          <p:cNvPr id="3" name="Text 1"/>
          <p:cNvSpPr txBox="1"/>
          <p:nvPr/>
        </p:nvSpPr>
        <p:spPr>
          <a:xfrm>
            <a:off x="812800" y="10795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GRID IS A FLOW NETWORK</a:t>
            </a:r>
            <a:endParaRPr lang="en-US" sz="3900"/>
          </a:p>
        </p:txBody>
      </p:sp>
      <p:pic>
        <p:nvPicPr>
          <p:cNvPr id="4" name="Image 0" descr="Diagra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800" y="1801416"/>
            <a:ext cx="10566400" cy="3798094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 2"/>
              <p:cNvSpPr txBox="1"/>
              <p:nvPr/>
            </p:nvSpPr>
            <p:spPr>
              <a:xfrm>
                <a:off x="812800" y="5751909"/>
                <a:ext cx="11200384" cy="32472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2310"/>
                  </a:lnSpc>
                  <a:buNone/>
                </a:pPr>
                <a:r>
                  <a:rPr lang="en-US" sz="1650" b="1">
                    <a:solidFill>
                      <a:srgbClr val="0A4054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A grid exists </a:t>
                </a:r>
                <a14:m>
                  <m:oMath xmlns:m="http://schemas.openxmlformats.org/officeDocument/2006/math">
                    <m:r>
                      <a:rPr lang="en-US" sz="1650" b="1" i="0">
                        <a:solidFill>
                          <a:srgbClr val="0A4054"/>
                        </a:solidFill>
                        <a:latin typeface="Cambria Math" panose="02040503050406030204" pitchFamily="18" charset="0"/>
                      </a:rPr>
                      <m:t>⇔</m:t>
                    </m:r>
                  </m:oMath>
                </a14:m>
                <a:r>
                  <a:rPr lang="en-US" sz="1650" b="1">
                    <a:solidFill>
                      <a:srgbClr val="0A4054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max flow from </a:t>
                </a:r>
                <a14:m>
                  <m:oMath xmlns:m="http://schemas.openxmlformats.org/officeDocument/2006/math">
                    <m:r>
                      <a:rPr lang="en-US" sz="1650" b="1" i="1">
                        <a:solidFill>
                          <a:srgbClr val="0A4054"/>
                        </a:solidFill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sz="1650" b="1">
                    <a:solidFill>
                      <a:srgbClr val="0A4054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to </a:t>
                </a:r>
                <a14:m>
                  <m:oMath xmlns:m="http://schemas.openxmlformats.org/officeDocument/2006/math">
                    <m:r>
                      <a:rPr lang="en-US" sz="1650" b="1" i="1">
                        <a:solidFill>
                          <a:srgbClr val="0A4054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650" b="1">
                    <a:solidFill>
                      <a:srgbClr val="0A4054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650" b="1" i="0">
                        <a:solidFill>
                          <a:srgbClr val="0A4054"/>
                        </a:solidFill>
                        <a:latin typeface="Cambria Math" panose="02040503050406030204" pitchFamily="18" charset="0"/>
                      </a:rPr>
                      <m:t>=∑</m:t>
                    </m:r>
                    <m:r>
                      <a:rPr lang="en-US" sz="1650" b="1" i="1">
                        <a:solidFill>
                          <a:srgbClr val="0A4054"/>
                        </a:solidFill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sz="1650" b="1" i="0">
                        <a:solidFill>
                          <a:srgbClr val="0A4054"/>
                        </a:solidFill>
                        <a:latin typeface="Cambria Math" panose="02040503050406030204" pitchFamily="18" charset="0"/>
                      </a:rPr>
                      <m:t>=∑</m:t>
                    </m:r>
                    <m:r>
                      <a:rPr lang="en-US" sz="1650" b="1" i="1">
                        <a:solidFill>
                          <a:srgbClr val="0A4054"/>
                        </a:solidFill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sz="1650" b="1">
                    <a:solidFill>
                      <a:srgbClr val="0A4054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(17 here): every </a:t>
                </a:r>
                <a14:m>
                  <m:oMath xmlns:m="http://schemas.openxmlformats.org/officeDocument/2006/math">
                    <m:r>
                      <a:rPr lang="en-US" sz="1650" b="1" i="1">
                        <a:solidFill>
                          <a:srgbClr val="0A4054"/>
                        </a:solidFill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sz="1650" b="1">
                    <a:solidFill>
                      <a:srgbClr val="0A4054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-edge and </a:t>
                </a:r>
                <a14:m>
                  <m:oMath xmlns:m="http://schemas.openxmlformats.org/officeDocument/2006/math">
                    <m:r>
                      <a:rPr lang="en-US" sz="1650" b="1" i="1">
                        <a:solidFill>
                          <a:srgbClr val="0A4054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650" b="1">
                    <a:solidFill>
                      <a:srgbClr val="0A4054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-edge full.</a:t>
                </a:r>
                <a:endParaRPr lang="en-US" sz="1650"/>
              </a:p>
            </p:txBody>
          </p:sp>
        </mc:Choice>
        <mc:Fallback>
          <p:sp>
            <p:nvSpPr>
              <p:cNvPr id="5" name="Text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800" y="5751909"/>
                <a:ext cx="11200384" cy="324723"/>
              </a:xfrm>
              <a:prstGeom prst="rect">
                <a:avLst/>
              </a:prstGeom>
              <a:blipFill>
                <a:blip r:embed="rId4"/>
                <a:stretch>
                  <a:fillRect l="-1131" t="-19231" b="-23077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hape 3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7" name="Shape 3">
            <a:extLst>
              <a:ext uri="{FF2B5EF4-FFF2-40B4-BE49-F238E27FC236}">
                <a16:creationId xmlns:a16="http://schemas.microsoft.com/office/drawing/2014/main" id="{7CCBB945-DF17-60FE-C597-78B9D4F8E23E}"/>
              </a:ext>
            </a:extLst>
          </p:cNvPr>
          <p:cNvSpPr/>
          <p:nvPr/>
        </p:nvSpPr>
        <p:spPr>
          <a:xfrm>
            <a:off x="812800" y="6076632"/>
            <a:ext cx="4173220" cy="463550"/>
          </a:xfrm>
          <a:prstGeom prst="roundRect">
            <a:avLst>
              <a:gd name="adj" fmla="val 13699"/>
            </a:avLst>
          </a:prstGeom>
          <a:solidFill>
            <a:srgbClr val="E6F1F0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03BEA70A-2A2F-1B64-4962-2154CCE53BF2}"/>
              </a:ext>
            </a:extLst>
          </p:cNvPr>
          <p:cNvSpPr txBox="1"/>
          <p:nvPr/>
        </p:nvSpPr>
        <p:spPr>
          <a:xfrm>
            <a:off x="965200" y="6178232"/>
            <a:ext cx="3868420" cy="2927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40"/>
              </a:lnSpc>
              <a:buNone/>
            </a:pPr>
            <a:r>
              <a:rPr lang="en-US" sz="1700" b="1" u="sng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the Flow Lab ↗</a:t>
            </a:r>
            <a:endParaRPr lang="en-US" sz="17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MUNDANE SQUARE · KEY OBSERVATION</a:t>
            </a:r>
            <a:endParaRPr lang="en-US" sz="180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025"/>
              </a:lnSpc>
              <a:buNone/>
            </a:pPr>
            <a:r>
              <a:rPr lang="en-US" sz="3500" b="1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FILL ROW BY ROW: TALLEST COLUMN FIRST</a:t>
            </a:r>
            <a:endParaRPr lang="en-US" sz="3500"/>
          </a:p>
        </p:txBody>
      </p:sp>
      <p:sp>
        <p:nvSpPr>
          <p:cNvPr id="4" name="Shape 2"/>
          <p:cNvSpPr/>
          <p:nvPr/>
        </p:nvSpPr>
        <p:spPr>
          <a:xfrm>
            <a:off x="812800" y="1844675"/>
            <a:ext cx="11200384" cy="1225550"/>
          </a:xfrm>
          <a:prstGeom prst="roundRect">
            <a:avLst>
              <a:gd name="adj" fmla="val 4145"/>
            </a:avLst>
          </a:prstGeom>
          <a:solidFill>
            <a:srgbClr val="EEF3F6"/>
          </a:solidFill>
          <a:ln/>
        </p:spPr>
        <p:txBody>
          <a:bodyPr/>
          <a:lstStyle/>
          <a:p>
            <a:endParaRPr lang="en-AU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 3"/>
              <p:cNvSpPr txBox="1"/>
              <p:nvPr/>
            </p:nvSpPr>
            <p:spPr>
              <a:xfrm>
                <a:off x="1016000" y="1971675"/>
                <a:ext cx="10793984" cy="102012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825"/>
                  </a:lnSpc>
                  <a:buNone/>
                </a:pPr>
                <a:r>
                  <a:rPr lang="en-US" sz="25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Give each row's units to the columns that still need the </a:t>
                </a:r>
                <a:r>
                  <a:rPr lang="en-US" sz="255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most</a:t>
                </a:r>
                <a:r>
                  <a:rPr lang="en-US" sz="25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, at most </a:t>
                </a:r>
                <a14:m>
                  <m:oMath xmlns:m="http://schemas.openxmlformats.org/officeDocument/2006/math">
                    <m:r>
                      <a:rPr lang="en-US" sz="25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25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per cell.</a:t>
                </a:r>
                <a:endParaRPr lang="en-US" sz="2550"/>
              </a:p>
            </p:txBody>
          </p:sp>
        </mc:Choice>
        <mc:Fallback>
          <p:sp>
            <p:nvSpPr>
              <p:cNvPr id="5" name="Text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6000" y="1971675"/>
                <a:ext cx="10793984" cy="1020128"/>
              </a:xfrm>
              <a:prstGeom prst="rect">
                <a:avLst/>
              </a:prstGeom>
              <a:blipFill>
                <a:blip r:embed="rId3"/>
                <a:stretch>
                  <a:fillRect l="-1882" t="-4938" r="-2588" b="-9877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 4"/>
              <p:cNvSpPr txBox="1"/>
              <p:nvPr/>
            </p:nvSpPr>
            <p:spPr>
              <a:xfrm>
                <a:off x="812800" y="3209925"/>
                <a:ext cx="11200384" cy="1371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488"/>
                  </a:lnSpc>
                  <a:buNone/>
                </a:pP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Why: a column that still needs a lot is the hardest to satisfy. Every later row can give it at most 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, and rows are running out. Columns that need little are easy to top up later.</a:t>
                </a:r>
                <a:endParaRPr lang="en-US" sz="2250"/>
              </a:p>
            </p:txBody>
          </p:sp>
        </mc:Choice>
        <mc:Fallback>
          <p:sp>
            <p:nvSpPr>
              <p:cNvPr id="6" name="Text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800" y="3209925"/>
                <a:ext cx="11200384" cy="1371600"/>
              </a:xfrm>
              <a:prstGeom prst="rect">
                <a:avLst/>
              </a:prstGeom>
              <a:blipFill>
                <a:blip r:embed="rId4"/>
                <a:stretch>
                  <a:fillRect l="-1471" t="-2752" r="-1584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hape 5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MUNDANE SQUARE · WHY IT IS SAFE</a:t>
            </a:r>
            <a:endParaRPr lang="en-US" sz="180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EXCHANGE ARGUMENT</a:t>
            </a:r>
            <a:endParaRPr lang="en-US" sz="39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2"/>
              <p:cNvSpPr txBox="1"/>
              <p:nvPr/>
            </p:nvSpPr>
            <p:spPr>
              <a:xfrm>
                <a:off x="812800" y="1903016"/>
                <a:ext cx="11106150" cy="92868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488"/>
                  </a:lnSpc>
                  <a:buNone/>
                </a:pP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Suppose a valid grid gives this row's unit to column 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(needs less) instead of column 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(needs more, not yet at 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).</a:t>
                </a:r>
                <a:endParaRPr lang="en-US" sz="2250"/>
              </a:p>
            </p:txBody>
          </p:sp>
        </mc:Choice>
        <mc:Fallback>
          <p:sp>
            <p:nvSpPr>
              <p:cNvPr id="4" name="Text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800" y="1903016"/>
                <a:ext cx="11106150" cy="928688"/>
              </a:xfrm>
              <a:prstGeom prst="rect">
                <a:avLst/>
              </a:prstGeom>
              <a:blipFill>
                <a:blip r:embed="rId3"/>
                <a:stretch>
                  <a:fillRect l="-1484" t="-4000" b="-8000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 3"/>
              <p:cNvSpPr txBox="1"/>
              <p:nvPr/>
            </p:nvSpPr>
            <p:spPr>
              <a:xfrm>
                <a:off x="812800" y="2928541"/>
                <a:ext cx="11106150" cy="48577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488"/>
                  </a:lnSpc>
                  <a:buNone/>
                </a:pP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Column 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needs more, so some later row 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gave 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more than 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</a:t>
                </a:r>
                <a:endParaRPr lang="en-US" sz="2250"/>
              </a:p>
            </p:txBody>
          </p:sp>
        </mc:Choice>
        <mc:Fallback>
          <p:sp>
            <p:nvSpPr>
              <p:cNvPr id="5" name="Text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800" y="2928541"/>
                <a:ext cx="11106150" cy="485775"/>
              </a:xfrm>
              <a:prstGeom prst="rect">
                <a:avLst/>
              </a:prstGeom>
              <a:blipFill>
                <a:blip r:embed="rId4"/>
                <a:stretch>
                  <a:fillRect l="-1484" t="-7692" b="-17949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 4"/>
              <p:cNvSpPr txBox="1"/>
              <p:nvPr/>
            </p:nvSpPr>
            <p:spPr>
              <a:xfrm>
                <a:off x="812800" y="3511153"/>
                <a:ext cx="11106150" cy="92868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488"/>
                  </a:lnSpc>
                  <a:buNone/>
                </a:pP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Swap: this row moves one unit 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; row 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moves one unit 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 All row and column sums stay the same.</a:t>
                </a:r>
                <a:endParaRPr lang="en-US" sz="2250"/>
              </a:p>
            </p:txBody>
          </p:sp>
        </mc:Choice>
        <mc:Fallback>
          <p:sp>
            <p:nvSpPr>
              <p:cNvPr id="6" name="Text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800" y="3511153"/>
                <a:ext cx="11106150" cy="928688"/>
              </a:xfrm>
              <a:prstGeom prst="rect">
                <a:avLst/>
              </a:prstGeom>
              <a:blipFill>
                <a:blip r:embed="rId5"/>
                <a:stretch>
                  <a:fillRect l="-1484" t="-4054" b="-9459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 5"/>
          <p:cNvSpPr txBox="1"/>
          <p:nvPr/>
        </p:nvSpPr>
        <p:spPr>
          <a:xfrm>
            <a:off x="812800" y="4536678"/>
            <a:ext cx="11106150" cy="518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720"/>
              </a:lnSpc>
              <a:buNone/>
            </a:pPr>
            <a:r>
              <a:rPr lang="en-US" sz="2400" b="1">
                <a:solidFill>
                  <a:srgbClr val="0A40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if any answer exists, the greedy finds one.</a:t>
            </a:r>
            <a:endParaRPr lang="en-US" sz="2400"/>
          </a:p>
        </p:txBody>
      </p:sp>
      <p:sp>
        <p:nvSpPr>
          <p:cNvPr id="8" name="Shape 6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MUNDANE SQUARE · MAKING IT FAST</a:t>
            </a:r>
            <a:endParaRPr lang="en-US" sz="180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025"/>
              </a:lnSpc>
              <a:buNone/>
            </a:pPr>
            <a:r>
              <a:rPr lang="en-US" sz="3500" b="1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WATER-FILLING: BINARY SEARCH THE LEVEL</a:t>
            </a:r>
            <a:endParaRPr lang="en-US" sz="35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2"/>
              <p:cNvSpPr txBox="1"/>
              <p:nvPr/>
            </p:nvSpPr>
            <p:spPr>
              <a:xfrm>
                <a:off x="812800" y="1844675"/>
                <a:ext cx="11200384" cy="92868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488"/>
                  </a:lnSpc>
                  <a:buNone/>
                </a:pP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One unit at a time is too slow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up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9</m:t>
                        </m:r>
                      </m:sup>
                    </m:sSup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). Treat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2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rem</m:t>
                        </m:r>
                      </m:e>
                      <m:sub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(what column 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still needs) as column heights and cut everything above a level 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:</a:t>
                </a:r>
                <a:endParaRPr lang="en-US" sz="2250"/>
              </a:p>
            </p:txBody>
          </p:sp>
        </mc:Choice>
        <mc:Fallback>
          <p:sp>
            <p:nvSpPr>
              <p:cNvPr id="4" name="Text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800" y="1844675"/>
                <a:ext cx="11200384" cy="928688"/>
              </a:xfrm>
              <a:prstGeom prst="rect">
                <a:avLst/>
              </a:prstGeom>
              <a:blipFill>
                <a:blip r:embed="rId3"/>
                <a:stretch>
                  <a:fillRect l="-1471" t="-4054" b="-9459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hape 3"/>
          <p:cNvSpPr/>
          <p:nvPr/>
        </p:nvSpPr>
        <p:spPr>
          <a:xfrm>
            <a:off x="812800" y="2870200"/>
            <a:ext cx="11200384" cy="577850"/>
          </a:xfrm>
          <a:prstGeom prst="roundRect">
            <a:avLst>
              <a:gd name="adj" fmla="val 8791"/>
            </a:avLst>
          </a:prstGeom>
          <a:solidFill>
            <a:srgbClr val="EEF3F6"/>
          </a:solidFill>
          <a:ln/>
        </p:spPr>
        <p:txBody>
          <a:bodyPr/>
          <a:lstStyle/>
          <a:p>
            <a:endParaRPr lang="en-AU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 4"/>
              <p:cNvSpPr txBox="1"/>
              <p:nvPr/>
            </p:nvSpPr>
            <p:spPr>
              <a:xfrm>
                <a:off x="1016000" y="2971800"/>
                <a:ext cx="10793984" cy="42322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060"/>
                  </a:lnSpc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550" i="1">
                              <a:solidFill>
                                <a:srgbClr val="1F2328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550" i="1">
                              <a:solidFill>
                                <a:srgbClr val="1F2328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550" i="1">
                              <a:solidFill>
                                <a:srgbClr val="1F2328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sz="2550" i="0">
                          <a:solidFill>
                            <a:srgbClr val="1F2328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550" i="0">
                          <a:solidFill>
                            <a:srgbClr val="1F2328"/>
                          </a:solidFill>
                          <a:latin typeface="Cambria Math" panose="02040503050406030204" pitchFamily="18" charset="0"/>
                        </a:rPr>
                        <m:t>min</m:t>
                      </m:r>
                      <m:d>
                        <m:dPr>
                          <m:ctrlPr>
                            <a:rPr lang="en-US" sz="2550" i="1">
                              <a:solidFill>
                                <a:srgbClr val="1F2328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550" i="1">
                              <a:solidFill>
                                <a:srgbClr val="1F2328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sz="2550" i="0">
                              <a:solidFill>
                                <a:srgbClr val="1F2328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2550" i="0">
                              <a:solidFill>
                                <a:srgbClr val="1F2328"/>
                              </a:solidFill>
                              <a:latin typeface="Cambria Math" panose="02040503050406030204" pitchFamily="18" charset="0"/>
                            </a:rPr>
                            <m:t>max</m:t>
                          </m:r>
                          <m:d>
                            <m:dPr>
                              <m:ctrlPr>
                                <a:rPr lang="en-US" sz="255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55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en-US" sz="2550" i="0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550" i="0">
                                      <a:solidFill>
                                        <a:srgbClr val="1F2328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550" i="0">
                                      <a:solidFill>
                                        <a:srgbClr val="1F2328"/>
                                      </a:solidFill>
                                      <a:latin typeface="Cambria Math" panose="02040503050406030204" pitchFamily="18" charset="0"/>
                                    </a:rPr>
                                    <m:t>rem</m:t>
                                  </m:r>
                                </m:e>
                                <m:sub>
                                  <m:r>
                                    <a:rPr lang="en-US" sz="2550" i="1">
                                      <a:solidFill>
                                        <a:srgbClr val="1F2328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sz="2550" i="0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55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sz="2550"/>
              </a:p>
            </p:txBody>
          </p:sp>
        </mc:Choice>
        <mc:Fallback>
          <p:sp>
            <p:nvSpPr>
              <p:cNvPr id="6" name="Text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6000" y="2971800"/>
                <a:ext cx="10793984" cy="423228"/>
              </a:xfrm>
              <a:prstGeom prst="rect">
                <a:avLst/>
              </a:prstGeom>
              <a:blipFill>
                <a:blip r:embed="rId4"/>
                <a:stretch>
                  <a:fillRect t="-23529" b="-11765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 5"/>
              <p:cNvSpPr txBox="1"/>
              <p:nvPr/>
            </p:nvSpPr>
            <p:spPr>
              <a:xfrm>
                <a:off x="812800" y="3587750"/>
                <a:ext cx="11200384" cy="1371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488"/>
                  </a:lnSpc>
                  <a:buNone/>
                </a:pP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Lower 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→ more units sent: </a:t>
                </a:r>
                <a:r>
                  <a:rPr lang="en-US" sz="225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monotone</a:t>
                </a: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 Binary search the smallest 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with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ctrlP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​</m:t>
                        </m:r>
                      </m:sup>
                      <m:e>
                        <m:sSub>
                          <m:sSubPr>
                            <m:ctrlPr>
                              <a:rPr lang="en-US" sz="2250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50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250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  <m: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 Hand the few leftover units, one each, to columns sitting exactly at 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that are still below 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</a:t>
                </a:r>
                <a:endParaRPr lang="en-US" sz="2250"/>
              </a:p>
            </p:txBody>
          </p:sp>
        </mc:Choice>
        <mc:Fallback>
          <p:sp>
            <p:nvSpPr>
              <p:cNvPr id="7" name="Text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800" y="3587750"/>
                <a:ext cx="11200384" cy="1371600"/>
              </a:xfrm>
              <a:prstGeom prst="rect">
                <a:avLst/>
              </a:prstGeom>
              <a:blipFill>
                <a:blip r:embed="rId5"/>
                <a:stretch>
                  <a:fillRect l="-1471" t="-40367" r="-113" b="-6422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Shape 6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MUNDANE SQUARE · WATER-FILLING, PICTURED</a:t>
            </a:r>
            <a:endParaRPr lang="en-US" sz="18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1"/>
              <p:cNvSpPr txBox="1"/>
              <p:nvPr/>
            </p:nvSpPr>
            <p:spPr>
              <a:xfrm>
                <a:off x="812800" y="1079500"/>
                <a:ext cx="11200384" cy="57785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4025"/>
                  </a:lnSpc>
                  <a:buNone/>
                </a:pPr>
                <a:r>
                  <a:rPr lang="en-US" sz="3500" b="1" kern="0" spc="1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SAMPLE 1, ROW 1: </a:t>
                </a:r>
                <a14:m>
                  <m:oMath xmlns:m="http://schemas.openxmlformats.org/officeDocument/2006/math">
                    <m:r>
                      <a:rPr lang="en-US" sz="3500" b="1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3500" b="1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3500" b="1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4</m:t>
                    </m:r>
                  </m:oMath>
                </a14:m>
                <a:r>
                  <a:rPr lang="en-US" sz="3500" b="1" kern="0" spc="1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, SEND 6</a:t>
                </a:r>
                <a:endParaRPr lang="en-US" sz="3500"/>
              </a:p>
            </p:txBody>
          </p:sp>
        </mc:Choice>
        <mc:Fallback>
          <p:sp>
            <p:nvSpPr>
              <p:cNvPr id="3" name="Text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800" y="1079500"/>
                <a:ext cx="11200384" cy="577850"/>
              </a:xfrm>
              <a:prstGeom prst="rect">
                <a:avLst/>
              </a:prstGeom>
              <a:blipFill>
                <a:blip r:embed="rId3"/>
                <a:stretch>
                  <a:fillRect l="-2376" t="-25532" b="-34043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 0" descr="Diagram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" y="1743075"/>
            <a:ext cx="10566400" cy="42672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MUNDANE SQUARE · ALGORITHM</a:t>
            </a:r>
            <a:endParaRPr lang="en-US" sz="180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EACH ROW</a:t>
            </a:r>
            <a:endParaRPr lang="en-US" sz="39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2"/>
              <p:cNvSpPr txBox="1"/>
              <p:nvPr/>
            </p:nvSpPr>
            <p:spPr>
              <a:xfrm>
                <a:off x="812800" y="1903016"/>
                <a:ext cx="11094720" cy="291465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371475" indent="-371475">
                  <a:lnSpc>
                    <a:spcPts val="3713"/>
                  </a:lnSpc>
                  <a:buSzPct val="100000"/>
                  <a:buFont typeface="+mj-lt"/>
                  <a:buAutoNum type="arabicPeriod"/>
                </a:pP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If </a:t>
                </a:r>
                <a14:m>
                  <m:oMath xmlns:m="http://schemas.openxmlformats.org/officeDocument/2006/math">
                    <m: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∑</m:t>
                    </m:r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≠∑</m:t>
                    </m:r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: NO. Start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2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rem</m:t>
                        </m:r>
                      </m:e>
                      <m:sub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</a:t>
                </a:r>
                <a:endParaRPr lang="en-US" sz="2250"/>
              </a:p>
              <a:p>
                <a:pPr marL="371475" indent="-371475">
                  <a:lnSpc>
                    <a:spcPts val="3713"/>
                  </a:lnSpc>
                  <a:buSzPct val="100000"/>
                  <a:buFont typeface="+mj-lt"/>
                  <a:buAutoNum type="arabicPeriod"/>
                </a:pPr>
                <a:r>
                  <a:rPr lang="en-US" sz="225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Capacity check:</a:t>
                </a: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ctrlP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​</m:t>
                        </m:r>
                      </m:sup>
                      <m:e>
                        <m:r>
                          <m:rPr>
                            <m:sty m:val="p"/>
                          </m:rPr>
                          <a:rPr lang="en-US" sz="22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</m:nary>
                    <m:d>
                      <m:dPr>
                        <m:ctrlP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sz="22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250" i="0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250" i="0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  <m:t>rem</m:t>
                            </m:r>
                          </m:e>
                          <m:sub>
                            <m:r>
                              <a:rPr lang="en-US" sz="2250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is the most this row can send. If it is less than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: NO.</a:t>
                </a:r>
                <a:endParaRPr lang="en-US" sz="2250"/>
              </a:p>
              <a:p>
                <a:pPr marL="371475" indent="-371475">
                  <a:lnSpc>
                    <a:spcPts val="3713"/>
                  </a:lnSpc>
                  <a:buSzPct val="100000"/>
                  <a:buFont typeface="+mj-lt"/>
                  <a:buAutoNum type="arabicPeriod"/>
                </a:pP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Binary search the smallest 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with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give</m:t>
                    </m:r>
                    <m:d>
                      <m:dPr>
                        <m:ctrlP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</m:d>
                    <m: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</a:t>
                </a:r>
                <a:endParaRPr lang="en-US" sz="2250"/>
              </a:p>
              <a:p>
                <a:pPr marL="371475" indent="-371475">
                  <a:lnSpc>
                    <a:spcPts val="3713"/>
                  </a:lnSpc>
                  <a:buSzPct val="100000"/>
                  <a:buFont typeface="+mj-lt"/>
                  <a:buAutoNum type="arabicPeriod"/>
                </a:pP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Fill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; hand out the leftover; subtract from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rem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</a:t>
                </a:r>
                <a:endParaRPr lang="en-US" sz="2250"/>
              </a:p>
              <a:p>
                <a:pPr marL="371475" indent="-371475">
                  <a:lnSpc>
                    <a:spcPts val="3713"/>
                  </a:lnSpc>
                  <a:buSzPct val="100000"/>
                  <a:buFont typeface="+mj-lt"/>
                  <a:buAutoNum type="arabicPeriod"/>
                </a:pP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At the end every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2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rem</m:t>
                        </m:r>
                      </m:e>
                      <m:sub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must be 0, else NO.</a:t>
                </a:r>
                <a:endParaRPr lang="en-US" sz="2250"/>
              </a:p>
            </p:txBody>
          </p:sp>
        </mc:Choice>
        <mc:Fallback>
          <p:sp>
            <p:nvSpPr>
              <p:cNvPr id="4" name="Text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800" y="1903016"/>
                <a:ext cx="11094720" cy="2914650"/>
              </a:xfrm>
              <a:prstGeom prst="rect">
                <a:avLst/>
              </a:prstGeom>
              <a:blipFill>
                <a:blip r:embed="rId3"/>
                <a:stretch>
                  <a:fillRect l="-1371" t="-2165" r="-571" b="-433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hape 3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MUNDANE SQUARE · WORK IT BY HAND</a:t>
            </a:r>
            <a:endParaRPr lang="en-US" sz="1800"/>
          </a:p>
        </p:txBody>
      </p:sp>
      <p:sp>
        <p:nvSpPr>
          <p:cNvPr id="3" name="Text 1"/>
          <p:cNvSpPr txBox="1"/>
          <p:nvPr/>
        </p:nvSpPr>
        <p:spPr>
          <a:xfrm>
            <a:off x="812800" y="11049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 1, ROW 1 (SEND 6)</a:t>
            </a:r>
            <a:endParaRPr lang="en-US" sz="39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2"/>
              <p:cNvSpPr txBox="1"/>
              <p:nvPr/>
            </p:nvSpPr>
            <p:spPr>
              <a:xfrm>
                <a:off x="812800" y="1852216"/>
                <a:ext cx="11200384" cy="42386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2700"/>
                  </a:lnSpc>
                  <a:buNone/>
                </a:pP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4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　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= 6 8 3　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= 5 5 7　→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rem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= 5 5 7</a:t>
                </a:r>
                <a:endParaRPr lang="en-US" sz="2250"/>
              </a:p>
            </p:txBody>
          </p:sp>
        </mc:Choice>
        <mc:Fallback>
          <p:sp>
            <p:nvSpPr>
              <p:cNvPr id="4" name="Text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800" y="1852216"/>
                <a:ext cx="11200384" cy="423863"/>
              </a:xfrm>
              <a:prstGeom prst="rect">
                <a:avLst/>
              </a:prstGeom>
              <a:blipFill>
                <a:blip r:embed="rId3"/>
                <a:stretch>
                  <a:fillRect l="-792" t="-20000" b="-20000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3" name="Table 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79011935"/>
                  </p:ext>
                </p:extLst>
              </p:nvPr>
            </p:nvGraphicFramePr>
            <p:xfrm>
              <a:off x="812800" y="2411016"/>
              <a:ext cx="10566399" cy="1435100"/>
            </p:xfrm>
            <a:graphic>
              <a:graphicData uri="http://schemas.openxmlformats.org/drawingml/2006/table">
                <a:tbl>
                  <a:tblPr/>
                  <a:tblGrid>
                    <a:gridCol w="1690588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690588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690588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690588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690588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  <a:gridCol w="2113459">
                      <a:extLst>
                        <a:ext uri="{9D8B030D-6E8A-4147-A177-3AD203B41FA5}">
                          <a16:colId xmlns:a16="http://schemas.microsoft.com/office/drawing/2014/main" val="20005"/>
                        </a:ext>
                      </a:extLst>
                    </a:gridCol>
                  </a:tblGrid>
                  <a:tr h="4635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2250" b="1" i="1">
                                    <a:solidFill>
                                      <a:srgbClr val="1F2328"/>
                                    </a:solidFill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</m:oMath>
                            </m:oMathPara>
                          </a14:m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col 1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col 2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col 3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total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700"/>
                            </a:lnSpc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en-US" sz="2250" b="1" i="0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en-US" sz="2250" b="1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</m:oMath>
                          </a14:m>
                          <a:r>
                            <a:rPr lang="en-US" sz="22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?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66725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3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4635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4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3" name="Table 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79011935"/>
                  </p:ext>
                </p:extLst>
              </p:nvPr>
            </p:nvGraphicFramePr>
            <p:xfrm>
              <a:off x="812800" y="2411016"/>
              <a:ext cx="10566399" cy="1435100"/>
            </p:xfrm>
            <a:graphic>
              <a:graphicData uri="http://schemas.openxmlformats.org/drawingml/2006/table">
                <a:tbl>
                  <a:tblPr/>
                  <a:tblGrid>
                    <a:gridCol w="1690588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690588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690588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690588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690588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  <a:gridCol w="2113459">
                      <a:extLst>
                        <a:ext uri="{9D8B030D-6E8A-4147-A177-3AD203B41FA5}">
                          <a16:colId xmlns:a16="http://schemas.microsoft.com/office/drawing/2014/main" val="20005"/>
                        </a:ext>
                      </a:extLst>
                    </a:gridCol>
                  </a:tblGrid>
                  <a:tr h="4826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752" t="-5263" r="-526316" b="-22368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col 1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col 2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col 3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total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401807" t="-5263" r="-602" b="-22368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762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3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4762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4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 3"/>
              <p:cNvSpPr txBox="1"/>
              <p:nvPr/>
            </p:nvSpPr>
            <p:spPr>
              <a:xfrm>
                <a:off x="812800" y="3985816"/>
                <a:ext cx="11200384" cy="107156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4050"/>
                  </a:lnSpc>
                  <a:buNone/>
                </a:pP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= ___   leftover = ___ → goes to column ___   row 1 = ___ ___ ___</a:t>
                </a:r>
                <a:endParaRPr lang="en-US" sz="2250"/>
              </a:p>
              <a:p>
                <a:pPr marL="0" indent="0" algn="l">
                  <a:lnSpc>
                    <a:spcPts val="4050"/>
                  </a:lnSpc>
                  <a:buNone/>
                </a:pP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new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rem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= ___ ___ ___</a:t>
                </a:r>
                <a:endParaRPr lang="en-US" sz="2250"/>
              </a:p>
            </p:txBody>
          </p:sp>
        </mc:Choice>
        <mc:Fallback>
          <p:sp>
            <p:nvSpPr>
              <p:cNvPr id="6" name="Text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800" y="3985816"/>
                <a:ext cx="11200384" cy="1071563"/>
              </a:xfrm>
              <a:prstGeom prst="rect">
                <a:avLst/>
              </a:prstGeom>
              <a:blipFill>
                <a:blip r:embed="rId5"/>
                <a:stretch>
                  <a:fillRect l="-1471" b="-6977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 4"/>
          <p:cNvSpPr txBox="1"/>
          <p:nvPr/>
        </p:nvSpPr>
        <p:spPr>
          <a:xfrm>
            <a:off x="2501900" y="2946400"/>
            <a:ext cx="168910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50"/>
          </a:p>
        </p:txBody>
      </p:sp>
      <p:sp>
        <p:nvSpPr>
          <p:cNvPr id="8" name="Text 5"/>
          <p:cNvSpPr txBox="1"/>
          <p:nvPr/>
        </p:nvSpPr>
        <p:spPr>
          <a:xfrm>
            <a:off x="4191000" y="2946400"/>
            <a:ext cx="168910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50"/>
          </a:p>
        </p:txBody>
      </p:sp>
      <p:sp>
        <p:nvSpPr>
          <p:cNvPr id="9" name="Text 6"/>
          <p:cNvSpPr txBox="1"/>
          <p:nvPr/>
        </p:nvSpPr>
        <p:spPr>
          <a:xfrm>
            <a:off x="5886450" y="2946400"/>
            <a:ext cx="168910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50"/>
          </a:p>
        </p:txBody>
      </p:sp>
      <p:sp>
        <p:nvSpPr>
          <p:cNvPr id="10" name="Text 7"/>
          <p:cNvSpPr txBox="1"/>
          <p:nvPr/>
        </p:nvSpPr>
        <p:spPr>
          <a:xfrm>
            <a:off x="7575550" y="2946400"/>
            <a:ext cx="168910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250"/>
          </a:p>
        </p:txBody>
      </p:sp>
      <p:sp>
        <p:nvSpPr>
          <p:cNvPr id="11" name="Text 8"/>
          <p:cNvSpPr txBox="1"/>
          <p:nvPr/>
        </p:nvSpPr>
        <p:spPr>
          <a:xfrm>
            <a:off x="9264650" y="2946400"/>
            <a:ext cx="211455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2250"/>
          </a:p>
        </p:txBody>
      </p:sp>
      <p:sp>
        <p:nvSpPr>
          <p:cNvPr id="12" name="Text 9"/>
          <p:cNvSpPr txBox="1"/>
          <p:nvPr/>
        </p:nvSpPr>
        <p:spPr>
          <a:xfrm>
            <a:off x="2501900" y="3409950"/>
            <a:ext cx="168910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50"/>
          </a:p>
        </p:txBody>
      </p:sp>
      <p:sp>
        <p:nvSpPr>
          <p:cNvPr id="5" name="Text 10"/>
          <p:cNvSpPr txBox="1"/>
          <p:nvPr/>
        </p:nvSpPr>
        <p:spPr>
          <a:xfrm>
            <a:off x="4191000" y="3409950"/>
            <a:ext cx="168910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50"/>
          </a:p>
        </p:txBody>
      </p:sp>
      <p:sp>
        <p:nvSpPr>
          <p:cNvPr id="14" name="Text 11"/>
          <p:cNvSpPr txBox="1"/>
          <p:nvPr/>
        </p:nvSpPr>
        <p:spPr>
          <a:xfrm>
            <a:off x="5886450" y="3409950"/>
            <a:ext cx="168910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50"/>
          </a:p>
        </p:txBody>
      </p:sp>
      <p:sp>
        <p:nvSpPr>
          <p:cNvPr id="15" name="Text 12"/>
          <p:cNvSpPr txBox="1"/>
          <p:nvPr/>
        </p:nvSpPr>
        <p:spPr>
          <a:xfrm>
            <a:off x="7575550" y="3409950"/>
            <a:ext cx="168910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50"/>
          </a:p>
        </p:txBody>
      </p:sp>
      <p:sp>
        <p:nvSpPr>
          <p:cNvPr id="16" name="Text 13"/>
          <p:cNvSpPr txBox="1"/>
          <p:nvPr/>
        </p:nvSpPr>
        <p:spPr>
          <a:xfrm>
            <a:off x="9264650" y="3409950"/>
            <a:ext cx="211455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2250"/>
          </a:p>
        </p:txBody>
      </p:sp>
      <p:sp>
        <p:nvSpPr>
          <p:cNvPr id="17" name="Text 14"/>
          <p:cNvSpPr txBox="1"/>
          <p:nvPr/>
        </p:nvSpPr>
        <p:spPr>
          <a:xfrm>
            <a:off x="1130300" y="3943350"/>
            <a:ext cx="781050" cy="5572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05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50"/>
          </a:p>
        </p:txBody>
      </p:sp>
      <p:sp>
        <p:nvSpPr>
          <p:cNvPr id="18" name="Text 15"/>
          <p:cNvSpPr txBox="1"/>
          <p:nvPr/>
        </p:nvSpPr>
        <p:spPr>
          <a:xfrm>
            <a:off x="3105150" y="3943350"/>
            <a:ext cx="781050" cy="5572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05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50"/>
          </a:p>
        </p:txBody>
      </p:sp>
      <p:sp>
        <p:nvSpPr>
          <p:cNvPr id="19" name="Text 16"/>
          <p:cNvSpPr txBox="1"/>
          <p:nvPr/>
        </p:nvSpPr>
        <p:spPr>
          <a:xfrm>
            <a:off x="6045200" y="3943350"/>
            <a:ext cx="781050" cy="5572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05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50"/>
          </a:p>
        </p:txBody>
      </p:sp>
      <p:sp>
        <p:nvSpPr>
          <p:cNvPr id="20" name="Text 17"/>
          <p:cNvSpPr txBox="1"/>
          <p:nvPr/>
        </p:nvSpPr>
        <p:spPr>
          <a:xfrm>
            <a:off x="7785100" y="3943350"/>
            <a:ext cx="781050" cy="5572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05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50"/>
          </a:p>
        </p:txBody>
      </p:sp>
      <p:sp>
        <p:nvSpPr>
          <p:cNvPr id="21" name="Text 18"/>
          <p:cNvSpPr txBox="1"/>
          <p:nvPr/>
        </p:nvSpPr>
        <p:spPr>
          <a:xfrm>
            <a:off x="8337550" y="3943350"/>
            <a:ext cx="781050" cy="5572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05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50"/>
          </a:p>
        </p:txBody>
      </p:sp>
      <p:sp>
        <p:nvSpPr>
          <p:cNvPr id="22" name="Text 19"/>
          <p:cNvSpPr txBox="1"/>
          <p:nvPr/>
        </p:nvSpPr>
        <p:spPr>
          <a:xfrm>
            <a:off x="8896350" y="3943350"/>
            <a:ext cx="781050" cy="5572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05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50"/>
          </a:p>
        </p:txBody>
      </p:sp>
      <p:sp>
        <p:nvSpPr>
          <p:cNvPr id="23" name="Text 20"/>
          <p:cNvSpPr txBox="1"/>
          <p:nvPr/>
        </p:nvSpPr>
        <p:spPr>
          <a:xfrm>
            <a:off x="2082800" y="4457700"/>
            <a:ext cx="781050" cy="5572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05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50"/>
          </a:p>
        </p:txBody>
      </p:sp>
      <p:sp>
        <p:nvSpPr>
          <p:cNvPr id="24" name="Text 21"/>
          <p:cNvSpPr txBox="1"/>
          <p:nvPr/>
        </p:nvSpPr>
        <p:spPr>
          <a:xfrm>
            <a:off x="2635250" y="4457700"/>
            <a:ext cx="781050" cy="5572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05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50"/>
          </a:p>
        </p:txBody>
      </p:sp>
      <p:sp>
        <p:nvSpPr>
          <p:cNvPr id="25" name="Text 22"/>
          <p:cNvSpPr txBox="1"/>
          <p:nvPr/>
        </p:nvSpPr>
        <p:spPr>
          <a:xfrm>
            <a:off x="3194050" y="4457700"/>
            <a:ext cx="781050" cy="5572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05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50"/>
          </a:p>
        </p:txBody>
      </p:sp>
      <p:sp>
        <p:nvSpPr>
          <p:cNvPr id="26" name="Shape 23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5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MUNDANE SQUARE · CORE CODE</a:t>
            </a:r>
            <a:endParaRPr lang="en-US" sz="18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1"/>
              <p:cNvSpPr txBox="1"/>
              <p:nvPr/>
            </p:nvSpPr>
            <p:spPr>
              <a:xfrm>
                <a:off x="812800" y="1130300"/>
                <a:ext cx="11200384" cy="64381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4485"/>
                  </a:lnSpc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900" b="1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give</m:t>
                    </m:r>
                    <m:d>
                      <m:dPr>
                        <m:ctrlPr>
                          <a:rPr lang="en-US" sz="3900" b="1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900" b="1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</m:d>
                  </m:oMath>
                </a14:m>
                <a:r>
                  <a:rPr lang="en-US" sz="3900" b="1" kern="0" spc="1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AND THE SEARCH</a:t>
                </a:r>
                <a:endParaRPr lang="en-US" sz="3900"/>
              </a:p>
            </p:txBody>
          </p:sp>
        </mc:Choice>
        <mc:Fallback>
          <p:sp>
            <p:nvSpPr>
              <p:cNvPr id="3" name="Text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800" y="1130300"/>
                <a:ext cx="11200384" cy="643811"/>
              </a:xfrm>
              <a:prstGeom prst="rect">
                <a:avLst/>
              </a:prstGeom>
              <a:blipFill>
                <a:blip r:embed="rId3"/>
                <a:stretch>
                  <a:fillRect l="-1923" t="-26923" b="-34615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hape 2"/>
          <p:cNvSpPr/>
          <p:nvPr/>
        </p:nvSpPr>
        <p:spPr>
          <a:xfrm>
            <a:off x="812800" y="1903016"/>
            <a:ext cx="5676900" cy="3746500"/>
          </a:xfrm>
          <a:prstGeom prst="roundRect">
            <a:avLst>
              <a:gd name="adj" fmla="val 1356"/>
            </a:avLst>
          </a:prstGeom>
          <a:solidFill>
            <a:srgbClr val="F6F7F7"/>
          </a:solidFill>
          <a:ln w="6350">
            <a:solidFill>
              <a:srgbClr val="DADDE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" name="Text 3"/>
          <p:cNvSpPr txBox="1"/>
          <p:nvPr/>
        </p:nvSpPr>
        <p:spPr>
          <a:xfrm>
            <a:off x="1022350" y="2061766"/>
            <a:ext cx="5888736" cy="20288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500">
                <a:solidFill>
                  <a:srgbClr val="5D667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// units this row sends at level lam</a:t>
            </a:r>
            <a:endParaRPr lang="en-US" sz="150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long long give(long long lam){</a:t>
            </a:r>
            <a:endParaRPr lang="en-US" sz="150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long long sum = 0;</a:t>
            </a:r>
            <a:endParaRPr lang="en-US" sz="150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for (int j = 1; j &lt;= n; j ++)</a:t>
            </a:r>
            <a:endParaRPr lang="en-US" sz="150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sum += min(K, max(0LL, rem[j] - lam));</a:t>
            </a:r>
            <a:endParaRPr lang="en-US" sz="150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return sum;</a:t>
            </a:r>
            <a:endParaRPr lang="en-US" sz="150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</a:t>
            </a:r>
            <a:endParaRPr lang="en-US" sz="1500"/>
          </a:p>
        </p:txBody>
      </p:sp>
      <p:sp>
        <p:nvSpPr>
          <p:cNvPr id="6" name="Shape 4"/>
          <p:cNvSpPr/>
          <p:nvPr/>
        </p:nvSpPr>
        <p:spPr>
          <a:xfrm>
            <a:off x="6743700" y="1903016"/>
            <a:ext cx="4635500" cy="3746500"/>
          </a:xfrm>
          <a:prstGeom prst="roundRect">
            <a:avLst>
              <a:gd name="adj" fmla="val 1356"/>
            </a:avLst>
          </a:prstGeom>
          <a:solidFill>
            <a:srgbClr val="F6F7F7"/>
          </a:solidFill>
          <a:ln w="6350">
            <a:solidFill>
              <a:srgbClr val="DADDE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7" name="Text 5"/>
          <p:cNvSpPr txBox="1"/>
          <p:nvPr/>
        </p:nvSpPr>
        <p:spPr>
          <a:xfrm>
            <a:off x="6953250" y="2061766"/>
            <a:ext cx="4722368" cy="34575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5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if (give(0) &lt; R[i]){</a:t>
            </a:r>
            <a:endParaRPr lang="en-US" sz="150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cout &lt;&lt; "NO" &lt;&lt; endl;</a:t>
            </a:r>
            <a:endParaRPr lang="en-US" sz="150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return 0;</a:t>
            </a:r>
            <a:endParaRPr lang="en-US" sz="150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</a:t>
            </a:r>
            <a:endParaRPr lang="en-US" sz="150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>
                <a:solidFill>
                  <a:srgbClr val="5D667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// first lam with give &lt;= R[i] → l</a:t>
            </a:r>
            <a:endParaRPr lang="en-US" sz="150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while (l &lt;= r){</a:t>
            </a:r>
            <a:endParaRPr lang="en-US" sz="150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long long mid = (l + r) / 2;</a:t>
            </a:r>
            <a:endParaRPr lang="en-US" sz="150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if (give(mid) &lt;= R[i])</a:t>
            </a:r>
            <a:endParaRPr lang="en-US" sz="150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r = mid - 1;</a:t>
            </a:r>
            <a:endParaRPr lang="en-US" sz="150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else</a:t>
            </a:r>
            <a:endParaRPr lang="en-US" sz="150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l = mid + 1;</a:t>
            </a:r>
            <a:endParaRPr lang="en-US" sz="150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</a:t>
            </a:r>
            <a:endParaRPr lang="en-US" sz="1500"/>
          </a:p>
        </p:txBody>
      </p:sp>
      <p:sp>
        <p:nvSpPr>
          <p:cNvPr id="8" name="Shape 6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MUNDANE SQUARE · CORE CODE 2</a:t>
            </a:r>
            <a:endParaRPr lang="en-US" sz="1800"/>
          </a:p>
        </p:txBody>
      </p:sp>
      <p:sp>
        <p:nvSpPr>
          <p:cNvPr id="3" name="Text 1"/>
          <p:cNvSpPr txBox="1"/>
          <p:nvPr/>
        </p:nvSpPr>
        <p:spPr>
          <a:xfrm>
            <a:off x="812800" y="1104900"/>
            <a:ext cx="11200384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025"/>
              </a:lnSpc>
              <a:buNone/>
            </a:pPr>
            <a:r>
              <a:rPr lang="en-US" sz="3500" b="1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HANDING OUT THE LEFTOVER</a:t>
            </a:r>
            <a:endParaRPr lang="en-US" sz="3500"/>
          </a:p>
        </p:txBody>
      </p:sp>
      <p:sp>
        <p:nvSpPr>
          <p:cNvPr id="4" name="Text 2"/>
          <p:cNvSpPr txBox="1"/>
          <p:nvPr/>
        </p:nvSpPr>
        <p:spPr>
          <a:xfrm>
            <a:off x="812800" y="1793875"/>
            <a:ext cx="471170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b="1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always fits</a:t>
            </a:r>
            <a:endParaRPr lang="en-US" sz="15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 3"/>
              <p:cNvSpPr txBox="1"/>
              <p:nvPr/>
            </p:nvSpPr>
            <p:spPr>
              <a:xfrm>
                <a:off x="812800" y="2174875"/>
                <a:ext cx="4667250" cy="185850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222885" indent="-222885">
                  <a:lnSpc>
                    <a:spcPts val="1890"/>
                  </a:lnSpc>
                  <a:buSzPct val="100000"/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sz="13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13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is the </a:t>
                </a:r>
                <a:r>
                  <a:rPr lang="en-US" sz="135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smallest</a:t>
                </a:r>
                <a:r>
                  <a:rPr lang="en-US" sz="13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level with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3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give</m:t>
                    </m:r>
                    <m:d>
                      <m:dPr>
                        <m:ctrlPr>
                          <a:rPr lang="en-US" sz="13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3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</m:d>
                    <m:r>
                      <a:rPr lang="en-US" sz="13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sz="13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3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13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, so one level lower sends too much: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3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give</m:t>
                    </m:r>
                    <m:d>
                      <m:dPr>
                        <m:ctrlPr>
                          <a:rPr lang="en-US" sz="13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3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𝜆</m:t>
                        </m:r>
                        <m:r>
                          <a:rPr lang="en-US" sz="13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3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sz="13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&gt;</m:t>
                    </m:r>
                    <m:sSub>
                      <m:sSubPr>
                        <m:ctrlPr>
                          <a:rPr lang="en-US" sz="13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3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13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</a:t>
                </a:r>
                <a:endParaRPr lang="en-US" sz="1350"/>
              </a:p>
              <a:p>
                <a:pPr marL="222885" indent="-222885">
                  <a:lnSpc>
                    <a:spcPts val="1890"/>
                  </a:lnSpc>
                  <a:buSzPct val="100000"/>
                  <a:buFont typeface="+mj-lt"/>
                  <a:buAutoNum type="arabicPeriod"/>
                </a:pPr>
                <a:r>
                  <a:rPr lang="en-US" sz="13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Lowering the line from </a:t>
                </a:r>
                <a14:m>
                  <m:oMath xmlns:m="http://schemas.openxmlformats.org/officeDocument/2006/math">
                    <m:r>
                      <a:rPr lang="en-US" sz="13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13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to </a:t>
                </a:r>
                <a14:m>
                  <m:oMath xmlns:m="http://schemas.openxmlformats.org/officeDocument/2006/math">
                    <m:r>
                      <a:rPr lang="en-US" sz="13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13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3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13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adds exactly </a:t>
                </a:r>
                <a:r>
                  <a:rPr lang="en-US" sz="135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1</a:t>
                </a:r>
                <a:r>
                  <a:rPr lang="en-US" sz="13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to each column that sits on the line and is below </a:t>
                </a:r>
                <a14:m>
                  <m:oMath xmlns:m="http://schemas.openxmlformats.org/officeDocument/2006/math">
                    <m:r>
                      <a:rPr lang="en-US" sz="13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13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 So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3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give</m:t>
                    </m:r>
                    <m:d>
                      <m:dPr>
                        <m:ctrlPr>
                          <a:rPr lang="en-US" sz="13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3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𝜆</m:t>
                        </m:r>
                        <m:r>
                          <a:rPr lang="en-US" sz="13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3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sz="13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sty m:val="p"/>
                      </m:rPr>
                      <a:rPr lang="en-US" sz="13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give</m:t>
                    </m:r>
                    <m:d>
                      <m:dPr>
                        <m:ctrlPr>
                          <a:rPr lang="en-US" sz="13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3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</m:d>
                  </m:oMath>
                </a14:m>
                <a:r>
                  <a:rPr lang="en-US" sz="13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= number of such columns.</a:t>
                </a:r>
                <a:endParaRPr lang="en-US" sz="1350"/>
              </a:p>
              <a:p>
                <a:pPr marL="222885" indent="-222885">
                  <a:lnSpc>
                    <a:spcPts val="1890"/>
                  </a:lnSpc>
                  <a:buSzPct val="100000"/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3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left</m:t>
                    </m:r>
                    <m:r>
                      <a:rPr lang="en-US" sz="13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3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3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3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sty m:val="p"/>
                      </m:rPr>
                      <a:rPr lang="en-US" sz="13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give</m:t>
                    </m:r>
                    <m:d>
                      <m:dPr>
                        <m:ctrlPr>
                          <a:rPr lang="en-US" sz="13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3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</m:d>
                    <m:r>
                      <a:rPr lang="en-US" sz="13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&lt;</m:t>
                    </m:r>
                    <m:r>
                      <m:rPr>
                        <m:sty m:val="p"/>
                      </m:rPr>
                      <a:rPr lang="en-US" sz="13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give</m:t>
                    </m:r>
                    <m:d>
                      <m:dPr>
                        <m:ctrlPr>
                          <a:rPr lang="en-US" sz="13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3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𝜆</m:t>
                        </m:r>
                        <m:r>
                          <a:rPr lang="en-US" sz="13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3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sz="13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sty m:val="p"/>
                      </m:rPr>
                      <a:rPr lang="en-US" sz="13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give</m:t>
                    </m:r>
                    <m:d>
                      <m:dPr>
                        <m:ctrlPr>
                          <a:rPr lang="en-US" sz="13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3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</m:d>
                  </m:oMath>
                </a14:m>
                <a:r>
                  <a:rPr lang="en-US" sz="13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 Fewer leftover units than such columns: one each is enough.</a:t>
                </a:r>
                <a:endParaRPr lang="en-US" sz="1350"/>
              </a:p>
            </p:txBody>
          </p:sp>
        </mc:Choice>
        <mc:Fallback>
          <p:sp>
            <p:nvSpPr>
              <p:cNvPr id="5" name="Text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800" y="2174875"/>
                <a:ext cx="4667250" cy="1858506"/>
              </a:xfrm>
              <a:prstGeom prst="rect">
                <a:avLst/>
              </a:prstGeom>
              <a:blipFill>
                <a:blip r:embed="rId3"/>
                <a:stretch>
                  <a:fillRect l="-1897" t="-2041" r="-813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hape 4"/>
          <p:cNvSpPr/>
          <p:nvPr/>
        </p:nvSpPr>
        <p:spPr>
          <a:xfrm>
            <a:off x="812800" y="4096246"/>
            <a:ext cx="4711700" cy="596900"/>
          </a:xfrm>
          <a:prstGeom prst="roundRect">
            <a:avLst>
              <a:gd name="adj" fmla="val 8511"/>
            </a:avLst>
          </a:prstGeom>
          <a:solidFill>
            <a:srgbClr val="EEF3F6"/>
          </a:solidFill>
          <a:ln/>
        </p:spPr>
        <p:txBody>
          <a:bodyPr/>
          <a:lstStyle/>
          <a:p>
            <a:endParaRPr lang="en-AU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 5"/>
              <p:cNvSpPr txBox="1"/>
              <p:nvPr/>
            </p:nvSpPr>
            <p:spPr>
              <a:xfrm>
                <a:off x="939800" y="4172446"/>
                <a:ext cx="4457700" cy="46831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1750"/>
                  </a:lnSpc>
                  <a:buNone/>
                </a:pPr>
                <a:r>
                  <a:rPr lang="en-US" sz="1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Sample 1, row 1: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give</m:t>
                    </m:r>
                    <m:d>
                      <m:dPr>
                        <m:ctrlPr>
                          <a:rPr lang="en-US" sz="1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  <m:r>
                      <a:rPr lang="en-US" sz="1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8</m:t>
                    </m:r>
                    <m:r>
                      <a:rPr lang="en-US" sz="1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sz="1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6</m:t>
                    </m:r>
                  </m:oMath>
                </a14:m>
                <a:r>
                  <a:rPr lang="en-US" sz="1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give</m:t>
                    </m:r>
                    <m:d>
                      <m:dPr>
                        <m:ctrlPr>
                          <a:rPr lang="en-US" sz="1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e>
                    </m:d>
                    <m:r>
                      <a:rPr lang="en-US" sz="1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5</m:t>
                    </m:r>
                  </m:oMath>
                </a14:m>
                <a:r>
                  <a:rPr lang="en-US" sz="1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left</m:t>
                    </m:r>
                    <m:r>
                      <a:rPr lang="en-US" sz="1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1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 Columns on the line below </a:t>
                </a:r>
                <a14:m>
                  <m:oMath xmlns:m="http://schemas.openxmlformats.org/officeDocument/2006/math">
                    <m:r>
                      <a:rPr lang="en-US" sz="1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1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: 3 (all of them). </a:t>
                </a:r>
                <a14:m>
                  <m:oMath xmlns:m="http://schemas.openxmlformats.org/officeDocument/2006/math">
                    <m:r>
                      <a:rPr lang="en-US" sz="1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1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sz="1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r>
                  <a:rPr lang="en-US" sz="1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✓</a:t>
                </a:r>
                <a:endParaRPr lang="en-US" sz="1250"/>
              </a:p>
            </p:txBody>
          </p:sp>
        </mc:Choice>
        <mc:Fallback>
          <p:sp>
            <p:nvSpPr>
              <p:cNvPr id="7" name="Text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9800" y="4172446"/>
                <a:ext cx="4457700" cy="468313"/>
              </a:xfrm>
              <a:prstGeom prst="rect">
                <a:avLst/>
              </a:prstGeom>
              <a:blipFill>
                <a:blip r:embed="rId4"/>
                <a:stretch>
                  <a:fillRect l="-1989" t="-5263" b="-15789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Shape 6"/>
          <p:cNvSpPr/>
          <p:nvPr/>
        </p:nvSpPr>
        <p:spPr>
          <a:xfrm>
            <a:off x="5537200" y="1793875"/>
            <a:ext cx="5842000" cy="2892822"/>
          </a:xfrm>
          <a:prstGeom prst="roundRect">
            <a:avLst>
              <a:gd name="adj" fmla="val 1756"/>
            </a:avLst>
          </a:prstGeom>
          <a:solidFill>
            <a:srgbClr val="F6F7F7"/>
          </a:solidFill>
          <a:ln w="6350">
            <a:solidFill>
              <a:srgbClr val="DADDE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9" name="Text 7"/>
          <p:cNvSpPr txBox="1"/>
          <p:nvPr/>
        </p:nvSpPr>
        <p:spPr>
          <a:xfrm>
            <a:off x="5695950" y="1914525"/>
            <a:ext cx="6187440" cy="26743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40"/>
              </a:lnSpc>
              <a:buNone/>
            </a:pPr>
            <a:r>
              <a:rPr lang="en-US" sz="12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long long left = R[i] - give(lam);</a:t>
            </a:r>
            <a:endParaRPr lang="en-US" sz="1200"/>
          </a:p>
          <a:p>
            <a:pPr marL="0" indent="0" algn="l">
              <a:lnSpc>
                <a:spcPts val="1740"/>
              </a:lnSpc>
              <a:buNone/>
            </a:pPr>
            <a:r>
              <a:rPr lang="en-US" sz="1200">
                <a:solidFill>
                  <a:srgbClr val="5D667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// left = leftover, fewer than one layer</a:t>
            </a:r>
            <a:endParaRPr lang="en-US" sz="1200"/>
          </a:p>
          <a:p>
            <a:pPr marL="0" indent="0" algn="l">
              <a:lnSpc>
                <a:spcPts val="1740"/>
              </a:lnSpc>
              <a:buNone/>
            </a:pPr>
            <a:r>
              <a:rPr lang="en-US" sz="12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for (int j = 1; j &lt;= n; j ++){</a:t>
            </a:r>
            <a:endParaRPr lang="en-US" sz="1200"/>
          </a:p>
          <a:p>
            <a:pPr marL="0" indent="0" algn="l">
              <a:lnSpc>
                <a:spcPts val="1740"/>
              </a:lnSpc>
              <a:buNone/>
            </a:pPr>
            <a:r>
              <a:rPr lang="en-US" sz="12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long long v = min(K, max(0LL, rem[j] - lam));</a:t>
            </a:r>
            <a:endParaRPr lang="en-US" sz="1200"/>
          </a:p>
          <a:p>
            <a:pPr marL="0" indent="0" algn="l">
              <a:lnSpc>
                <a:spcPts val="1740"/>
              </a:lnSpc>
              <a:buNone/>
            </a:pPr>
            <a:r>
              <a:rPr lang="en-US" sz="12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</a:t>
            </a:r>
            <a:r>
              <a:rPr lang="en-US" sz="1200">
                <a:solidFill>
                  <a:srgbClr val="5D667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// on the line and still room? one more</a:t>
            </a:r>
            <a:endParaRPr lang="en-US" sz="1200"/>
          </a:p>
          <a:p>
            <a:pPr marL="0" indent="0" algn="l">
              <a:lnSpc>
                <a:spcPts val="1740"/>
              </a:lnSpc>
              <a:buNone/>
            </a:pPr>
            <a:r>
              <a:rPr lang="en-US" sz="12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if (left &gt; 0 &amp;&amp; v &lt; K &amp;&amp; rem[j] - v == lam &amp;&amp; lam &gt; 0){</a:t>
            </a:r>
            <a:endParaRPr lang="en-US" sz="1200"/>
          </a:p>
          <a:p>
            <a:pPr marL="0" indent="0" algn="l">
              <a:lnSpc>
                <a:spcPts val="1740"/>
              </a:lnSpc>
              <a:buNone/>
            </a:pPr>
            <a:r>
              <a:rPr lang="en-US" sz="12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v ++;</a:t>
            </a:r>
            <a:endParaRPr lang="en-US" sz="1200"/>
          </a:p>
          <a:p>
            <a:pPr marL="0" indent="0" algn="l">
              <a:lnSpc>
                <a:spcPts val="1740"/>
              </a:lnSpc>
              <a:buNone/>
            </a:pPr>
            <a:r>
              <a:rPr lang="en-US" sz="12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left --;</a:t>
            </a:r>
            <a:endParaRPr lang="en-US" sz="1200"/>
          </a:p>
          <a:p>
            <a:pPr marL="0" indent="0" algn="l">
              <a:lnSpc>
                <a:spcPts val="1740"/>
              </a:lnSpc>
              <a:buNone/>
            </a:pPr>
            <a:r>
              <a:rPr lang="en-US" sz="12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}</a:t>
            </a:r>
            <a:endParaRPr lang="en-US" sz="1200"/>
          </a:p>
          <a:p>
            <a:pPr marL="0" indent="0" algn="l">
              <a:lnSpc>
                <a:spcPts val="1740"/>
              </a:lnSpc>
              <a:buNone/>
            </a:pPr>
            <a:r>
              <a:rPr lang="en-US" sz="12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a[i][j] = v;</a:t>
            </a:r>
            <a:endParaRPr lang="en-US" sz="1200"/>
          </a:p>
          <a:p>
            <a:pPr marL="0" indent="0" algn="l">
              <a:lnSpc>
                <a:spcPts val="1740"/>
              </a:lnSpc>
              <a:buNone/>
            </a:pPr>
            <a:r>
              <a:rPr lang="en-US" sz="12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rem[j] -= v;</a:t>
            </a:r>
            <a:r>
              <a:rPr lang="en-US" sz="1200">
                <a:solidFill>
                  <a:srgbClr val="5D667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 // column j now needs less</a:t>
            </a:r>
            <a:endParaRPr lang="en-US" sz="1200"/>
          </a:p>
          <a:p>
            <a:pPr marL="0" indent="0" algn="l">
              <a:lnSpc>
                <a:spcPts val="1740"/>
              </a:lnSpc>
              <a:buNone/>
            </a:pPr>
            <a:r>
              <a:rPr lang="en-US" sz="12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</a:t>
            </a:r>
            <a:endParaRPr lang="en-US" sz="12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 8"/>
              <p:cNvSpPr txBox="1"/>
              <p:nvPr/>
            </p:nvSpPr>
            <p:spPr>
              <a:xfrm>
                <a:off x="5537200" y="4775597"/>
                <a:ext cx="6192520" cy="4647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1740"/>
                  </a:lnSpc>
                  <a:buNone/>
                </a:pPr>
                <a:r>
                  <a:rPr lang="en-US" sz="120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v &lt; K</a:t>
                </a:r>
                <a:r>
                  <a:rPr lang="en-US" sz="12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: the cell still has room. </a:t>
                </a:r>
                <a:r>
                  <a:rPr lang="en-US" sz="120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rem[j] − v == lam</a:t>
                </a:r>
                <a:r>
                  <a:rPr lang="en-US" sz="12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: after the cut, the column sits exactly on the line. </a:t>
                </a:r>
                <a:r>
                  <a:rPr lang="en-US" sz="120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lam &gt; 0</a:t>
                </a:r>
                <a:r>
                  <a:rPr lang="en-US" sz="12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: just a guard (at </a:t>
                </a:r>
                <a14:m>
                  <m:oMath xmlns:m="http://schemas.openxmlformats.org/officeDocument/2006/math">
                    <m:r>
                      <a:rPr lang="en-US" sz="12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120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2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there is never a leftover).</a:t>
                </a:r>
                <a:endParaRPr lang="en-US" sz="1200"/>
              </a:p>
            </p:txBody>
          </p:sp>
        </mc:Choice>
        <mc:Fallback>
          <p:sp>
            <p:nvSpPr>
              <p:cNvPr id="10" name="Text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37200" y="4775597"/>
                <a:ext cx="6192520" cy="464780"/>
              </a:xfrm>
              <a:prstGeom prst="rect">
                <a:avLst/>
              </a:prstGeom>
              <a:blipFill>
                <a:blip r:embed="rId5"/>
                <a:stretch>
                  <a:fillRect l="-1431" t="-5263" r="-1227" b="-10526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Shape 9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MUNDANE SQUARE · SCORING ROUTE</a:t>
            </a:r>
            <a:endParaRPr lang="en-US" sz="180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SUBTASKS AND COMMON MISTAKES</a:t>
            </a:r>
            <a:endParaRPr lang="en-US" sz="3900"/>
          </a:p>
        </p:txBody>
      </p:sp>
      <p:sp>
        <p:nvSpPr>
          <p:cNvPr id="4" name="Text 2"/>
          <p:cNvSpPr txBox="1"/>
          <p:nvPr/>
        </p:nvSpPr>
        <p:spPr>
          <a:xfrm>
            <a:off x="812800" y="1903016"/>
            <a:ext cx="5384800" cy="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60"/>
              </a:lnSpc>
              <a:buNone/>
            </a:pPr>
            <a:r>
              <a:rPr lang="en-US" sz="2550" b="1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Subtask ladder</a:t>
            </a:r>
            <a:endParaRPr lang="en-US" sz="255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 3"/>
              <p:cNvSpPr txBox="1"/>
              <p:nvPr/>
            </p:nvSpPr>
            <p:spPr>
              <a:xfrm>
                <a:off x="812800" y="2379266"/>
                <a:ext cx="5334000" cy="2639854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293370" indent="-293370">
                  <a:lnSpc>
                    <a:spcPts val="3360"/>
                  </a:lnSpc>
                  <a:buSzPct val="10000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100" i="1">
                            <a:solidFill>
                              <a:srgbClr val="4D55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100" i="1">
                            <a:solidFill>
                              <a:srgbClr val="4D5560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2100" i="1">
                            <a:solidFill>
                              <a:srgbClr val="4D556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100" i="0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100" i="1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10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, </a:t>
                </a:r>
                <a14:m>
                  <m:oMath xmlns:m="http://schemas.openxmlformats.org/officeDocument/2006/math">
                    <m:r>
                      <a:rPr lang="en-US" sz="2100" i="1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210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huge: one unit per row, any column still short</a:t>
                </a:r>
                <a:endParaRPr lang="en-US" sz="2100"/>
              </a:p>
              <a:p>
                <a:pPr marL="293370" indent="-293370">
                  <a:lnSpc>
                    <a:spcPts val="3360"/>
                  </a:lnSpc>
                  <a:buSzPct val="100000"/>
                  <a:buChar char="•"/>
                </a:pPr>
                <a14:m>
                  <m:oMath xmlns:m="http://schemas.openxmlformats.org/officeDocument/2006/math">
                    <m:r>
                      <a:rPr lang="en-US" sz="2100" i="1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210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huge: fill in order; </a:t>
                </a:r>
                <a14:m>
                  <m:oMath xmlns:m="http://schemas.openxmlformats.org/officeDocument/2006/math">
                    <m:r>
                      <a:rPr lang="en-US" sz="2100" i="0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∑</m:t>
                    </m:r>
                    <m:r>
                      <a:rPr lang="en-US" sz="2100" i="1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sz="2100" i="0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=∑</m:t>
                    </m:r>
                    <m:r>
                      <a:rPr lang="en-US" sz="2100" i="1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sz="210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is enough</a:t>
                </a:r>
                <a:endParaRPr lang="en-US" sz="2100"/>
              </a:p>
              <a:p>
                <a:pPr marL="293370" indent="-293370">
                  <a:lnSpc>
                    <a:spcPts val="3360"/>
                  </a:lnSpc>
                  <a:buSzPct val="100000"/>
                  <a:buChar char="•"/>
                </a:pPr>
                <a14:m>
                  <m:oMath xmlns:m="http://schemas.openxmlformats.org/officeDocument/2006/math">
                    <m:r>
                      <a:rPr lang="en-US" sz="2100" i="1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2100" i="0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100" i="1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10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: 0/1 grid, tallest columns first</a:t>
                </a:r>
                <a:endParaRPr lang="en-US" sz="2100"/>
              </a:p>
              <a:p>
                <a:pPr marL="293370" indent="-293370">
                  <a:lnSpc>
                    <a:spcPts val="3360"/>
                  </a:lnSpc>
                  <a:buSzPct val="100000"/>
                  <a:buChar char="•"/>
                </a:pPr>
                <a:r>
                  <a:rPr lang="en-US" sz="210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Small values: greedy one unit at a time</a:t>
                </a:r>
                <a:endParaRPr lang="en-US" sz="2100"/>
              </a:p>
              <a:p>
                <a:pPr marL="293370" indent="-293370">
                  <a:lnSpc>
                    <a:spcPts val="3360"/>
                  </a:lnSpc>
                  <a:buSzPct val="100000"/>
                  <a:buChar char="•"/>
                </a:pPr>
                <a:r>
                  <a:rPr lang="en-US" sz="210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Full: water-filling + binary search</a:t>
                </a:r>
                <a:endParaRPr lang="en-US" sz="2100"/>
              </a:p>
            </p:txBody>
          </p:sp>
        </mc:Choice>
        <mc:Fallback>
          <p:sp>
            <p:nvSpPr>
              <p:cNvPr id="5" name="Text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800" y="2379266"/>
                <a:ext cx="5334000" cy="2639854"/>
              </a:xfrm>
              <a:prstGeom prst="rect">
                <a:avLst/>
              </a:prstGeom>
              <a:blipFill>
                <a:blip r:embed="rId3"/>
                <a:stretch>
                  <a:fillRect l="-2613" t="-478" b="-2871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 4"/>
          <p:cNvSpPr txBox="1"/>
          <p:nvPr/>
        </p:nvSpPr>
        <p:spPr>
          <a:xfrm>
            <a:off x="6299200" y="1903016"/>
            <a:ext cx="5384800" cy="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60"/>
              </a:lnSpc>
              <a:buNone/>
            </a:pPr>
            <a:r>
              <a:rPr lang="en-US" sz="2550" b="1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Common mistakes</a:t>
            </a:r>
            <a:endParaRPr lang="en-US" sz="255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 5"/>
              <p:cNvSpPr txBox="1"/>
              <p:nvPr/>
            </p:nvSpPr>
            <p:spPr>
              <a:xfrm>
                <a:off x="6299200" y="2379266"/>
                <a:ext cx="5334000" cy="221321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293370" indent="-293370">
                  <a:lnSpc>
                    <a:spcPts val="3360"/>
                  </a:lnSpc>
                  <a:buSzPct val="100000"/>
                  <a:buChar char="•"/>
                </a:pPr>
                <a:r>
                  <a:rPr lang="en-US" sz="210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Forgetting </a:t>
                </a:r>
                <a14:m>
                  <m:oMath xmlns:m="http://schemas.openxmlformats.org/officeDocument/2006/math">
                    <m:r>
                      <a:rPr lang="en-US" sz="2100" i="0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∑</m:t>
                    </m:r>
                    <m:r>
                      <a:rPr lang="en-US" sz="2100" i="1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sz="2100" i="0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=∑</m:t>
                    </m:r>
                    <m:r>
                      <a:rPr lang="en-US" sz="2100" i="1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endParaRPr lang="en-US" sz="2100"/>
              </a:p>
              <a:p>
                <a:pPr marL="293370" indent="-293370">
                  <a:lnSpc>
                    <a:spcPts val="3360"/>
                  </a:lnSpc>
                  <a:buSzPct val="100000"/>
                  <a:buChar char="•"/>
                </a:pPr>
                <a:r>
                  <a:rPr lang="en-US" sz="210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Filling columns in index order when </a:t>
                </a:r>
                <a14:m>
                  <m:oMath xmlns:m="http://schemas.openxmlformats.org/officeDocument/2006/math">
                    <m:r>
                      <a:rPr lang="en-US" sz="2100" i="1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210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is small</a:t>
                </a:r>
                <a:endParaRPr lang="en-US" sz="2100"/>
              </a:p>
              <a:p>
                <a:pPr marL="293370" indent="-293370">
                  <a:lnSpc>
                    <a:spcPts val="3360"/>
                  </a:lnSpc>
                  <a:buSzPct val="100000"/>
                  <a:buChar char="•"/>
                </a:pPr>
                <a:r>
                  <a:rPr lang="en-US" sz="210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Serving the column that needs the least</a:t>
                </a:r>
                <a:endParaRPr lang="en-US" sz="2100"/>
              </a:p>
              <a:p>
                <a:pPr marL="293370" indent="-293370">
                  <a:lnSpc>
                    <a:spcPts val="3360"/>
                  </a:lnSpc>
                  <a:buSzPct val="100000"/>
                  <a:buChar char="•"/>
                </a:pPr>
                <a:r>
                  <a:rPr lang="en-US" sz="210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One unit at a time on the full data</a:t>
                </a:r>
                <a:endParaRPr lang="en-US" sz="2100"/>
              </a:p>
            </p:txBody>
          </p:sp>
        </mc:Choice>
        <mc:Fallback>
          <p:sp>
            <p:nvSpPr>
              <p:cNvPr id="7" name="Text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99200" y="2379266"/>
                <a:ext cx="5334000" cy="2213213"/>
              </a:xfrm>
              <a:prstGeom prst="rect">
                <a:avLst/>
              </a:prstGeom>
              <a:blipFill>
                <a:blip r:embed="rId4"/>
                <a:stretch>
                  <a:fillRect l="-2613" t="-571" b="-3429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Shape 6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MUNDANE SQUARE · COMPLEXITY RECAP</a:t>
            </a:r>
            <a:endParaRPr lang="en-US" sz="1800"/>
          </a:p>
        </p:txBody>
      </p:sp>
      <p:sp>
        <p:nvSpPr>
          <p:cNvPr id="3" name="Text 1"/>
          <p:cNvSpPr txBox="1"/>
          <p:nvPr/>
        </p:nvSpPr>
        <p:spPr>
          <a:xfrm>
            <a:off x="812800" y="1104900"/>
            <a:ext cx="11200384" cy="536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738"/>
              </a:lnSpc>
              <a:buNone/>
            </a:pPr>
            <a:r>
              <a:rPr lang="en-US" sz="3250" b="1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LEVEL PER ROW, NOT ONE UNIT AT A TIME</a:t>
            </a:r>
            <a:endParaRPr lang="en-US" sz="325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6" name="Table 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79011935"/>
                  </p:ext>
                </p:extLst>
              </p:nvPr>
            </p:nvGraphicFramePr>
            <p:xfrm>
              <a:off x="812800" y="1757363"/>
              <a:ext cx="10566400" cy="2762250"/>
            </p:xfrm>
            <a:graphic>
              <a:graphicData uri="http://schemas.openxmlformats.org/drawingml/2006/table">
                <a:tbl>
                  <a:tblPr/>
                  <a:tblGrid>
                    <a:gridCol w="5494536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2324596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2747268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4381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Approach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Time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Operations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746125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General max-flow on the 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sz="2100" i="1">
                                      <a:solidFill>
                                        <a:srgbClr val="1F2328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100" i="1">
                                      <a:solidFill>
                                        <a:srgbClr val="1F2328"/>
                                      </a:solidFill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e>
                                <m:sup>
                                  <m:r>
                                    <a:rPr lang="en-US" sz="2100" i="1">
                                      <a:solidFill>
                                        <a:srgbClr val="1F2328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oMath>
                          </a14:m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row–column edges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far too slow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C8373A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outside AIO ✗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7429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Greedy, one unit at a time (tallest column first)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2100" b="1" i="1">
                                    <a:solidFill>
                                      <a:srgbClr val="1F2328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d>
                                  <m:dPr>
                                    <m:ctrlPr>
                                      <a:rPr lang="en-US" sz="2100" b="1" i="1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d>
                                      <m:dPr>
                                        <m:ctrlPr>
                                          <a:rPr lang="en-US" sz="2100" b="1" i="0">
                                            <a:solidFill>
                                              <a:srgbClr val="1F2328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100" b="1" i="0">
                                            <a:solidFill>
                                              <a:srgbClr val="1F2328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∑</m:t>
                                        </m:r>
                                        <m:r>
                                          <a:rPr lang="en-US" sz="2100" b="1" i="1">
                                            <a:solidFill>
                                              <a:srgbClr val="1F2328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𝑅</m:t>
                                        </m:r>
                                      </m:e>
                                    </m:d>
                                    <m:r>
                                      <m:rPr>
                                        <m:sty m:val="p"/>
                                      </m:rPr>
                                      <a:rPr lang="en-US" sz="2100" b="1" i="0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  <m:r>
                                      <a:rPr lang="en-US" sz="2100" b="1" i="1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C8373A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up to 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sz="2100" i="1">
                                      <a:solidFill>
                                        <a:srgbClr val="C8373A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100" i="1">
                                      <a:solidFill>
                                        <a:srgbClr val="C8373A"/>
                                      </a:solidFill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e>
                                <m:sup>
                                  <m:r>
                                    <a:rPr lang="en-US" sz="2100" i="1">
                                      <a:solidFill>
                                        <a:srgbClr val="C8373A"/>
                                      </a:solidFill>
                                      <a:latin typeface="Cambria Math" panose="02040503050406030204" pitchFamily="18" charset="0"/>
                                    </a:rPr>
                                    <m:t>15</m:t>
                                  </m:r>
                                </m:sup>
                              </m:sSup>
                            </m:oMath>
                          </a14:m>
                          <a:r>
                            <a:rPr lang="en-US" sz="2100">
                              <a:solidFill>
                                <a:srgbClr val="C8373A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✗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7429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Greedy, whole row at once: </a:t>
                          </a: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Binary Search</a:t>
                          </a: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the water level </a:t>
                          </a:r>
                          <a14:m>
                            <m:oMath xmlns:m="http://schemas.openxmlformats.org/officeDocument/2006/math">
                              <m:r>
                                <a:rPr lang="en-US" sz="210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oMath>
                          </a14:m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F3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2100" b="1" i="1">
                                    <a:solidFill>
                                      <a:srgbClr val="1F2328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d>
                                  <m:dPr>
                                    <m:ctrlPr>
                                      <a:rPr lang="en-US" sz="2100" b="1" i="1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p>
                                      <m:sSupPr>
                                        <m:ctrlPr>
                                          <a:rPr lang="en-US" sz="2100" b="1" i="1">
                                            <a:solidFill>
                                              <a:srgbClr val="1F2328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sz="2100" b="1" i="1">
                                            <a:solidFill>
                                              <a:srgbClr val="1F2328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𝑁</m:t>
                                        </m:r>
                                      </m:e>
                                      <m:sup>
                                        <m:r>
                                          <a:rPr lang="en-US" sz="2100" b="1" i="1">
                                            <a:solidFill>
                                              <a:srgbClr val="1F2328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  <m:r>
                                      <m:rPr>
                                        <m:sty m:val="p"/>
                                      </m:rPr>
                                      <a:rPr lang="en-US" sz="2100" b="1" i="0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  <m:r>
                                      <a:rPr lang="en-US" sz="2100" b="1" i="1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F3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en-US" sz="2100" i="0">
                                  <a:solidFill>
                                    <a:srgbClr val="287673"/>
                                  </a:solidFill>
                                  <a:latin typeface="Cambria Math" panose="02040503050406030204" pitchFamily="18" charset="0"/>
                                </a:rPr>
                                <m:t>≈</m:t>
                              </m:r>
                              <m:r>
                                <a:rPr lang="en-US" sz="2100" i="1">
                                  <a:solidFill>
                                    <a:srgbClr val="287673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sz="2100" i="0">
                                  <a:solidFill>
                                    <a:srgbClr val="287673"/>
                                  </a:solidFill>
                                  <a:latin typeface="Cambria Math" panose="02040503050406030204" pitchFamily="18" charset="0"/>
                                </a:rPr>
                                <m:t>×</m:t>
                              </m:r>
                              <m:sSup>
                                <m:sSupPr>
                                  <m:ctrlPr>
                                    <a:rPr lang="en-US" sz="2100" i="1">
                                      <a:solidFill>
                                        <a:srgbClr val="28767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100" i="1">
                                      <a:solidFill>
                                        <a:srgbClr val="287673"/>
                                      </a:solidFill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e>
                                <m:sup>
                                  <m:r>
                                    <a:rPr lang="en-US" sz="2100" i="1">
                                      <a:solidFill>
                                        <a:srgbClr val="287673"/>
                                      </a:solidFill>
                                      <a:latin typeface="Cambria Math" panose="02040503050406030204" pitchFamily="18" charset="0"/>
                                    </a:rPr>
                                    <m:t>7</m:t>
                                  </m:r>
                                </m:sup>
                              </m:sSup>
                            </m:oMath>
                          </a14:m>
                          <a:r>
                            <a:rPr lang="en-US" sz="2100">
                              <a:solidFill>
                                <a:srgbClr val="287673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✓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F3F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6" name="Table 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79011935"/>
                  </p:ext>
                </p:extLst>
              </p:nvPr>
            </p:nvGraphicFramePr>
            <p:xfrm>
              <a:off x="812800" y="1757363"/>
              <a:ext cx="10566400" cy="2762250"/>
            </p:xfrm>
            <a:graphic>
              <a:graphicData uri="http://schemas.openxmlformats.org/drawingml/2006/table">
                <a:tbl>
                  <a:tblPr/>
                  <a:tblGrid>
                    <a:gridCol w="5494536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2324596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2747268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45720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Approach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Time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Operations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76835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31" t="-62295" r="-92379" b="-20983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far too slow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C8373A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outside AIO ✗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7683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Greedy, one unit at a time (tallest column first)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37158" t="-165000" r="-118579" b="-113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85648" t="-165000" r="-463" b="-1133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76835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31" t="-260656" r="-92379" b="-114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37158" t="-260656" r="-118579" b="-114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85648" t="-260656" r="-463" b="-1147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 2"/>
              <p:cNvSpPr txBox="1"/>
              <p:nvPr/>
            </p:nvSpPr>
            <p:spPr>
              <a:xfrm>
                <a:off x="812800" y="4608513"/>
                <a:ext cx="11200384" cy="90011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375"/>
                  </a:lnSpc>
                  <a:buNone/>
                </a:pPr>
                <a:r>
                  <a:rPr lang="en-US" sz="2250" b="1">
                    <a:solidFill>
                      <a:srgbClr val="0A4054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The greedy rule makes the problem solvable; Binary Search on the level makes each row cost </a:t>
                </a:r>
                <a14:m>
                  <m:oMath xmlns:m="http://schemas.openxmlformats.org/officeDocument/2006/math">
                    <m:r>
                      <a:rPr lang="en-US" sz="2250" b="1" i="1">
                        <a:solidFill>
                          <a:srgbClr val="0A4054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2250" b="1" i="1">
                            <a:solidFill>
                              <a:srgbClr val="0A4054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50" b="1" i="1">
                            <a:solidFill>
                              <a:srgbClr val="0A4054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m:rPr>
                            <m:sty m:val="p"/>
                          </m:rPr>
                          <a:rPr lang="en-US" sz="2250" b="1" i="0">
                            <a:solidFill>
                              <a:srgbClr val="0A4054"/>
                            </a:solidFill>
                            <a:latin typeface="Cambria Math" panose="02040503050406030204" pitchFamily="18" charset="0"/>
                          </a:rPr>
                          <m:t>log</m:t>
                        </m:r>
                        <m:r>
                          <a:rPr lang="en-US" sz="2250" b="1" i="1">
                            <a:solidFill>
                              <a:srgbClr val="0A4054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</m:oMath>
                </a14:m>
                <a:r>
                  <a:rPr lang="en-US" sz="2250" b="1">
                    <a:solidFill>
                      <a:srgbClr val="0A4054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instead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50" b="1" i="1">
                            <a:solidFill>
                              <a:srgbClr val="0A4054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50" b="1" i="1">
                            <a:solidFill>
                              <a:srgbClr val="0A4054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2250" b="1" i="1">
                            <a:solidFill>
                              <a:srgbClr val="0A4054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250" b="1">
                    <a:solidFill>
                      <a:srgbClr val="0A4054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steps.</a:t>
                </a:r>
                <a:endParaRPr lang="en-US" sz="2250"/>
              </a:p>
            </p:txBody>
          </p:sp>
        </mc:Choice>
        <mc:Fallback>
          <p:sp>
            <p:nvSpPr>
              <p:cNvPr id="5" name="Text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800" y="4608513"/>
                <a:ext cx="11200384" cy="900113"/>
              </a:xfrm>
              <a:prstGeom prst="rect">
                <a:avLst/>
              </a:prstGeom>
              <a:blipFill>
                <a:blip r:embed="rId4"/>
                <a:stretch>
                  <a:fillRect l="-1471" t="-2778" b="-11111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hape 3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ity illustrati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3000" y="736600"/>
            <a:ext cx="3429000" cy="61214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12800" y="1923455"/>
            <a:ext cx="11200384" cy="316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40"/>
              </a:lnSpc>
              <a:buNone/>
            </a:pPr>
            <a:r>
              <a:rPr lang="en-US" sz="1950" b="1" kern="0" spc="15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2023 AIO PROBLEM 5</a:t>
            </a:r>
            <a:endParaRPr lang="en-US" sz="1950"/>
          </a:p>
        </p:txBody>
      </p:sp>
      <p:sp>
        <p:nvSpPr>
          <p:cNvPr id="4" name="Text 1"/>
          <p:cNvSpPr txBox="1"/>
          <p:nvPr/>
        </p:nvSpPr>
        <p:spPr>
          <a:xfrm>
            <a:off x="812800" y="2431455"/>
            <a:ext cx="11200384" cy="7301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060"/>
              </a:lnSpc>
              <a:buNone/>
            </a:pPr>
            <a:r>
              <a:rPr lang="en-US" sz="4600" b="1" kern="0" spc="15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WHEELING AND DEALING</a:t>
            </a:r>
            <a:endParaRPr lang="en-US" sz="4600"/>
          </a:p>
        </p:txBody>
      </p:sp>
      <p:sp>
        <p:nvSpPr>
          <p:cNvPr id="5" name="Text 2"/>
          <p:cNvSpPr txBox="1"/>
          <p:nvPr/>
        </p:nvSpPr>
        <p:spPr>
          <a:xfrm>
            <a:off x="812800" y="3302595"/>
            <a:ext cx="8077200" cy="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60"/>
              </a:lnSpc>
              <a:buNone/>
            </a:pPr>
            <a:r>
              <a:rPr lang="en-US" sz="2550">
                <a:solidFill>
                  <a:srgbClr val="4D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picture: cut the tallest rivals down to a level.</a:t>
            </a:r>
            <a:endParaRPr lang="en-US" sz="2550"/>
          </a:p>
        </p:txBody>
      </p:sp>
      <p:sp>
        <p:nvSpPr>
          <p:cNvPr id="6" name="Shape 3"/>
          <p:cNvSpPr/>
          <p:nvPr/>
        </p:nvSpPr>
        <p:spPr>
          <a:xfrm>
            <a:off x="812800" y="3905845"/>
            <a:ext cx="2064445" cy="457200"/>
          </a:xfrm>
          <a:prstGeom prst="roundRect">
            <a:avLst>
              <a:gd name="adj" fmla="val 50000"/>
            </a:avLst>
          </a:prstGeom>
          <a:solidFill>
            <a:srgbClr val="DFE8EC"/>
          </a:solidFill>
          <a:ln w="12700">
            <a:solidFill>
              <a:srgbClr val="0A405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7" name="Text 4"/>
          <p:cNvSpPr txBox="1"/>
          <p:nvPr/>
        </p:nvSpPr>
        <p:spPr>
          <a:xfrm>
            <a:off x="812800" y="3905845"/>
            <a:ext cx="2064445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100" b="1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Greedy</a:t>
            </a:r>
            <a:r>
              <a:rPr lang="en-US" sz="2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main</a:t>
            </a:r>
            <a:endParaRPr lang="en-US" sz="2100"/>
          </a:p>
        </p:txBody>
      </p:sp>
      <p:sp>
        <p:nvSpPr>
          <p:cNvPr id="8" name="Shape 5"/>
          <p:cNvSpPr/>
          <p:nvPr/>
        </p:nvSpPr>
        <p:spPr>
          <a:xfrm>
            <a:off x="2991545" y="3905845"/>
            <a:ext cx="4613672" cy="457200"/>
          </a:xfrm>
          <a:prstGeom prst="roundRect">
            <a:avLst>
              <a:gd name="adj" fmla="val 50000"/>
            </a:avLst>
          </a:prstGeom>
          <a:solidFill>
            <a:srgbClr val="E6F3F2"/>
          </a:solidFill>
          <a:ln w="12700">
            <a:solidFill>
              <a:srgbClr val="3E9A9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9" name="Text 6"/>
          <p:cNvSpPr txBox="1"/>
          <p:nvPr/>
        </p:nvSpPr>
        <p:spPr>
          <a:xfrm>
            <a:off x="2991545" y="3905845"/>
            <a:ext cx="4613672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100" b="1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Prefix Sum</a:t>
            </a:r>
            <a:r>
              <a:rPr lang="en-US" sz="2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support (bucket sums)</a:t>
            </a:r>
            <a:endParaRPr lang="en-US" sz="2100"/>
          </a:p>
        </p:txBody>
      </p:sp>
      <p:sp>
        <p:nvSpPr>
          <p:cNvPr id="10" name="Shape 7"/>
          <p:cNvSpPr/>
          <p:nvPr/>
        </p:nvSpPr>
        <p:spPr>
          <a:xfrm>
            <a:off x="812800" y="4477345"/>
            <a:ext cx="200531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BAC0"/>
            </a:solidFill>
            <a:prstDash val="dash"/>
          </a:ln>
        </p:spPr>
        <p:txBody>
          <a:bodyPr/>
          <a:lstStyle/>
          <a:p>
            <a:endParaRPr lang="en-AU"/>
          </a:p>
        </p:txBody>
      </p:sp>
      <p:sp>
        <p:nvSpPr>
          <p:cNvPr id="11" name="Text 8"/>
          <p:cNvSpPr txBox="1"/>
          <p:nvPr/>
        </p:nvSpPr>
        <p:spPr>
          <a:xfrm>
            <a:off x="812800" y="4477345"/>
            <a:ext cx="200531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100">
                <a:solidFill>
                  <a:srgbClr val="5D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Binary Search</a:t>
            </a:r>
            <a:endParaRPr lang="en-US" sz="2100"/>
          </a:p>
        </p:txBody>
      </p:sp>
      <p:sp>
        <p:nvSpPr>
          <p:cNvPr id="12" name="Shape 9"/>
          <p:cNvSpPr/>
          <p:nvPr/>
        </p:nvSpPr>
        <p:spPr>
          <a:xfrm>
            <a:off x="2932410" y="4477345"/>
            <a:ext cx="1871861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BAC0"/>
            </a:solidFill>
            <a:prstDash val="dash"/>
          </a:ln>
        </p:spPr>
        <p:txBody>
          <a:bodyPr/>
          <a:lstStyle/>
          <a:p>
            <a:endParaRPr lang="en-AU"/>
          </a:p>
        </p:txBody>
      </p:sp>
      <p:sp>
        <p:nvSpPr>
          <p:cNvPr id="13" name="Text 10"/>
          <p:cNvSpPr txBox="1"/>
          <p:nvPr/>
        </p:nvSpPr>
        <p:spPr>
          <a:xfrm>
            <a:off x="2932410" y="4477345"/>
            <a:ext cx="1871861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100">
                <a:solidFill>
                  <a:srgbClr val="5D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Pointers</a:t>
            </a:r>
            <a:endParaRPr lang="en-US" sz="21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WHEELING AND DEALING</a:t>
            </a:r>
            <a:endParaRPr lang="en-US" sz="180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39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2"/>
              <p:cNvSpPr txBox="1"/>
              <p:nvPr/>
            </p:nvSpPr>
            <p:spPr>
              <a:xfrm>
                <a:off x="812800" y="1903016"/>
                <a:ext cx="10601325" cy="99048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720"/>
                  </a:lnSpc>
                  <a:buNone/>
                </a:pP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candidates,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voters. Voter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plans to vote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; paying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makes them vote for anyone you like.</a:t>
                </a:r>
                <a:endParaRPr lang="en-US" sz="2400"/>
              </a:p>
            </p:txBody>
          </p:sp>
        </mc:Choice>
        <mc:Fallback>
          <p:sp>
            <p:nvSpPr>
              <p:cNvPr id="4" name="Text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800" y="1903016"/>
                <a:ext cx="10601325" cy="990481"/>
              </a:xfrm>
              <a:prstGeom prst="rect">
                <a:avLst/>
              </a:prstGeom>
              <a:blipFill>
                <a:blip r:embed="rId3"/>
                <a:stretch>
                  <a:fillRect l="-1675" t="-2500" b="-7500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 3"/>
          <p:cNvSpPr txBox="1"/>
          <p:nvPr/>
        </p:nvSpPr>
        <p:spPr>
          <a:xfrm>
            <a:off x="812800" y="2987477"/>
            <a:ext cx="10601325" cy="9904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720"/>
              </a:lnSpc>
              <a:buNone/>
            </a:pPr>
            <a:r>
              <a:rPr lang="en-US" sz="24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the minimum cost so candidate 1 gets </a:t>
            </a:r>
            <a:r>
              <a:rPr lang="en-US" sz="2400" b="1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strictly more</a:t>
            </a:r>
            <a:r>
              <a:rPr lang="en-US" sz="24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votes than every other candidate.</a:t>
            </a:r>
            <a:endParaRPr lang="en-US" sz="24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 4"/>
              <p:cNvSpPr txBox="1"/>
              <p:nvPr/>
            </p:nvSpPr>
            <p:spPr>
              <a:xfrm>
                <a:off x="812800" y="4071938"/>
                <a:ext cx="10601325" cy="34480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2520"/>
                  </a:lnSpc>
                  <a:buNone/>
                </a:pPr>
                <a14:m>
                  <m:oMath xmlns:m="http://schemas.openxmlformats.org/officeDocument/2006/math">
                    <m:r>
                      <a:rPr lang="en-US" sz="2100" i="1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2100" i="0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100" i="1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sz="2100" i="0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≤</m:t>
                    </m:r>
                    <m:sSup>
                      <m:sSupPr>
                        <m:ctrlPr>
                          <a:rPr lang="en-US" sz="2100" i="1">
                            <a:solidFill>
                              <a:srgbClr val="4D556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100" i="1">
                            <a:solidFill>
                              <a:srgbClr val="4D5560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2100" i="1">
                            <a:solidFill>
                              <a:srgbClr val="4D5560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sup>
                    </m:sSup>
                  </m:oMath>
                </a14:m>
                <a:r>
                  <a:rPr lang="en-US" sz="210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,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100" i="1">
                            <a:solidFill>
                              <a:srgbClr val="4D55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100" i="1">
                            <a:solidFill>
                              <a:srgbClr val="4D5560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sz="2100" i="1">
                            <a:solidFill>
                              <a:srgbClr val="4D556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100" i="0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sz="2100" i="1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10000</m:t>
                    </m:r>
                  </m:oMath>
                </a14:m>
                <a:endParaRPr lang="en-US" sz="2100"/>
              </a:p>
            </p:txBody>
          </p:sp>
        </mc:Choice>
        <mc:Fallback>
          <p:sp>
            <p:nvSpPr>
              <p:cNvPr id="6" name="Text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800" y="4071938"/>
                <a:ext cx="10601325" cy="344805"/>
              </a:xfrm>
              <a:prstGeom prst="rect">
                <a:avLst/>
              </a:prstGeom>
              <a:blipFill>
                <a:blip r:embed="rId4"/>
                <a:stretch>
                  <a:fillRect l="-837" t="-25000" b="-39286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 5"/>
          <p:cNvSpPr txBox="1"/>
          <p:nvPr/>
        </p:nvSpPr>
        <p:spPr>
          <a:xfrm>
            <a:off x="812800" y="4516438"/>
            <a:ext cx="10601325" cy="9904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720"/>
              </a:lnSpc>
              <a:buNone/>
            </a:pPr>
            <a:r>
              <a:rPr lang="en-US" sz="2400" b="1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simplification:</a:t>
            </a:r>
            <a:r>
              <a:rPr lang="en-US" sz="24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bought voter should always switch to candidate 1. That takes a vote from a rival </a:t>
            </a:r>
            <a:r>
              <a:rPr lang="en-US" sz="2400" i="1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</a:t>
            </a:r>
            <a:r>
              <a:rPr lang="en-US" sz="24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adds one to us.</a:t>
            </a:r>
            <a:endParaRPr lang="en-US" sz="2400"/>
          </a:p>
        </p:txBody>
      </p:sp>
      <p:sp>
        <p:nvSpPr>
          <p:cNvPr id="8" name="Shape 6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WHEELING AND DEALING · KEY OBSERVATION</a:t>
            </a:r>
            <a:endParaRPr lang="en-US" sz="18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1"/>
              <p:cNvSpPr txBox="1"/>
              <p:nvPr/>
            </p:nvSpPr>
            <p:spPr>
              <a:xfrm>
                <a:off x="812800" y="1130300"/>
                <a:ext cx="11200384" cy="64381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4485"/>
                  </a:lnSpc>
                  <a:buNone/>
                </a:pPr>
                <a:r>
                  <a:rPr lang="en-US" sz="3900" b="1" kern="0" spc="1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AIM FOR AT LEAST </a:t>
                </a:r>
                <a14:m>
                  <m:oMath xmlns:m="http://schemas.openxmlformats.org/officeDocument/2006/math">
                    <m:r>
                      <a:rPr lang="en-US" sz="3900" b="1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3900" b="1" kern="0" spc="1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VOTES</a:t>
                </a:r>
                <a:endParaRPr lang="en-US" sz="3900"/>
              </a:p>
            </p:txBody>
          </p:sp>
        </mc:Choice>
        <mc:Fallback>
          <p:sp>
            <p:nvSpPr>
              <p:cNvPr id="3" name="Text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800" y="1130300"/>
                <a:ext cx="11200384" cy="643811"/>
              </a:xfrm>
              <a:prstGeom prst="rect">
                <a:avLst/>
              </a:prstGeom>
              <a:blipFill>
                <a:blip r:embed="rId3"/>
                <a:stretch>
                  <a:fillRect l="-2602" t="-26923" b="-34615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2"/>
              <p:cNvSpPr txBox="1"/>
              <p:nvPr/>
            </p:nvSpPr>
            <p:spPr>
              <a:xfrm>
                <a:off x="812800" y="1903016"/>
                <a:ext cx="11200384" cy="92868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488"/>
                  </a:lnSpc>
                  <a:buNone/>
                </a:pP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The water level is </a:t>
                </a:r>
                <a14:m>
                  <m:oMath xmlns:m="http://schemas.openxmlformats.org/officeDocument/2006/math">
                    <m:r>
                      <a:rPr lang="en-US" sz="2250" b="1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250" b="1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250" b="1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 Every rival must end with </a:t>
                </a:r>
                <a:r>
                  <a:rPr lang="en-US" sz="225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at most</a:t>
                </a: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votes; we need </a:t>
                </a:r>
                <a:r>
                  <a:rPr lang="en-US" sz="225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at least</a:t>
                </a: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:</a:t>
                </a:r>
                <a:endParaRPr lang="en-US" sz="2250"/>
              </a:p>
            </p:txBody>
          </p:sp>
        </mc:Choice>
        <mc:Fallback>
          <p:sp>
            <p:nvSpPr>
              <p:cNvPr id="4" name="Text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800" y="1903016"/>
                <a:ext cx="11200384" cy="928688"/>
              </a:xfrm>
              <a:prstGeom prst="rect">
                <a:avLst/>
              </a:prstGeom>
              <a:blipFill>
                <a:blip r:embed="rId4"/>
                <a:stretch>
                  <a:fillRect l="-1471" t="-4000" b="-8000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hape 3"/>
          <p:cNvSpPr/>
          <p:nvPr/>
        </p:nvSpPr>
        <p:spPr>
          <a:xfrm>
            <a:off x="812800" y="2928541"/>
            <a:ext cx="11200384" cy="552450"/>
          </a:xfrm>
          <a:prstGeom prst="roundRect">
            <a:avLst>
              <a:gd name="adj" fmla="val 9195"/>
            </a:avLst>
          </a:prstGeom>
          <a:solidFill>
            <a:srgbClr val="EEF3F6"/>
          </a:solidFill>
          <a:ln/>
        </p:spPr>
        <p:txBody>
          <a:bodyPr/>
          <a:lstStyle/>
          <a:p>
            <a:endParaRPr lang="en-AU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 4"/>
              <p:cNvSpPr txBox="1"/>
              <p:nvPr/>
            </p:nvSpPr>
            <p:spPr>
              <a:xfrm>
                <a:off x="1016000" y="3030141"/>
                <a:ext cx="10793984" cy="39497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2880"/>
                  </a:lnSpc>
                  <a:buNone/>
                </a:pPr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a rival with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votes loses at least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sz="240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40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: buy their </a:t>
                </a:r>
                <a:r>
                  <a:rPr lang="en-US" sz="240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cheapest</a:t>
                </a:r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voters</a:t>
                </a:r>
                <a:endParaRPr lang="en-US" sz="2400"/>
              </a:p>
            </p:txBody>
          </p:sp>
        </mc:Choice>
        <mc:Fallback>
          <p:sp>
            <p:nvSpPr>
              <p:cNvPr id="6" name="Text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6000" y="3030141"/>
                <a:ext cx="10793984" cy="394970"/>
              </a:xfrm>
              <a:prstGeom prst="rect">
                <a:avLst/>
              </a:prstGeom>
              <a:blipFill>
                <a:blip r:embed="rId5"/>
                <a:stretch>
                  <a:fillRect l="-1765" t="-28125" b="-34375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 5"/>
              <p:cNvSpPr txBox="1"/>
              <p:nvPr/>
            </p:nvSpPr>
            <p:spPr>
              <a:xfrm>
                <a:off x="812800" y="3620691"/>
                <a:ext cx="11200384" cy="48577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488"/>
                  </a:lnSpc>
                  <a:buNone/>
                </a:pP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Still short of 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? Top up with the cheapest voters left anywhere.</a:t>
                </a:r>
                <a:endParaRPr lang="en-US" sz="2250"/>
              </a:p>
            </p:txBody>
          </p:sp>
        </mc:Choice>
        <mc:Fallback>
          <p:sp>
            <p:nvSpPr>
              <p:cNvPr id="7" name="Text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800" y="3620691"/>
                <a:ext cx="11200384" cy="485775"/>
              </a:xfrm>
              <a:prstGeom prst="rect">
                <a:avLst/>
              </a:prstGeom>
              <a:blipFill>
                <a:blip r:embed="rId6"/>
                <a:stretch>
                  <a:fillRect l="-1471" t="-7692" b="-15385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 6"/>
              <p:cNvSpPr txBox="1"/>
              <p:nvPr/>
            </p:nvSpPr>
            <p:spPr>
              <a:xfrm>
                <a:off x="812800" y="4203303"/>
                <a:ext cx="11200384" cy="37719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2700"/>
                  </a:lnSpc>
                  <a:buNone/>
                </a:pPr>
                <a:r>
                  <a:rPr lang="en-US" sz="1800">
                    <a:solidFill>
                      <a:srgbClr val="5E6A7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Forced buys may already give us more than </a:t>
                </a:r>
                <a14:m>
                  <m:oMath xmlns:m="http://schemas.openxmlformats.org/officeDocument/2006/math">
                    <m:r>
                      <a:rPr lang="en-US" sz="1800" i="1">
                        <a:solidFill>
                          <a:srgbClr val="5E6A70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1800">
                    <a:solidFill>
                      <a:srgbClr val="5E6A7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votes. That is fine: we still win, and no top-up is needed.</a:t>
                </a:r>
                <a:endParaRPr lang="en-US" sz="1800"/>
              </a:p>
            </p:txBody>
          </p:sp>
        </mc:Choice>
        <mc:Fallback>
          <p:sp>
            <p:nvSpPr>
              <p:cNvPr id="8" name="Text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800" y="4203303"/>
                <a:ext cx="11200384" cy="377190"/>
              </a:xfrm>
              <a:prstGeom prst="rect">
                <a:avLst/>
              </a:prstGeom>
              <a:blipFill>
                <a:blip r:embed="rId7"/>
                <a:stretch>
                  <a:fillRect l="-1244" t="-13333" b="-20000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 7"/>
              <p:cNvSpPr txBox="1"/>
              <p:nvPr/>
            </p:nvSpPr>
            <p:spPr>
              <a:xfrm>
                <a:off x="812800" y="4685903"/>
                <a:ext cx="11200384" cy="48577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488"/>
                  </a:lnSpc>
                  <a:buNone/>
                </a:pP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Try every 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and keep the cheapest total.</a:t>
                </a:r>
                <a:endParaRPr lang="en-US" sz="2250"/>
              </a:p>
            </p:txBody>
          </p:sp>
        </mc:Choice>
        <mc:Fallback>
          <p:sp>
            <p:nvSpPr>
              <p:cNvPr id="9" name="Text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800" y="4685903"/>
                <a:ext cx="11200384" cy="485775"/>
              </a:xfrm>
              <a:prstGeom prst="rect">
                <a:avLst/>
              </a:prstGeom>
              <a:blipFill>
                <a:blip r:embed="rId8"/>
                <a:stretch>
                  <a:fillRect l="-1471" t="-10256" b="-15385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Shape 8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9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E8B69FB6-7C53-A977-9BD5-B476BCB5A174}"/>
                  </a:ext>
                </a:extLst>
              </p14:cNvPr>
              <p14:cNvContentPartPr/>
              <p14:nvPr/>
            </p14:nvContentPartPr>
            <p14:xfrm>
              <a:off x="2572200" y="285840"/>
              <a:ext cx="9572400" cy="6572160"/>
            </p14:xfrm>
          </p:contentPart>
        </mc:Choice>
        <mc:Fallback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E8B69FB6-7C53-A977-9BD5-B476BCB5A174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2556000" y="269640"/>
                <a:ext cx="9604800" cy="660456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WHEELING AND DEALING · WORK IT BY HAND</a:t>
            </a:r>
            <a:endParaRPr lang="en-US" sz="1800"/>
          </a:p>
        </p:txBody>
      </p:sp>
      <p:sp>
        <p:nvSpPr>
          <p:cNvPr id="3" name="Text 1"/>
          <p:cNvSpPr txBox="1"/>
          <p:nvPr/>
        </p:nvSpPr>
        <p:spPr>
          <a:xfrm>
            <a:off x="812800" y="10795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SMALL EXAMPLE</a:t>
            </a:r>
            <a:endParaRPr lang="en-US" sz="3900"/>
          </a:p>
        </p:txBody>
      </p:sp>
      <p:sp>
        <p:nvSpPr>
          <p:cNvPr id="4" name="Text 2"/>
          <p:cNvSpPr txBox="1"/>
          <p:nvPr/>
        </p:nvSpPr>
        <p:spPr>
          <a:xfrm>
            <a:off x="812800" y="1801416"/>
            <a:ext cx="11200384" cy="7004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20"/>
              </a:lnSpc>
              <a:buNone/>
            </a:pPr>
            <a:r>
              <a:rPr lang="en-US" sz="2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 1: 1 vote　Candidate 2: 4 votes, costs 1 2 5 9　Candidate 3: 2 votes, costs 3 3</a:t>
            </a:r>
            <a:endParaRPr lang="en-US" sz="210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0" name="Table 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79011935"/>
                  </p:ext>
                </p:extLst>
              </p:nvPr>
            </p:nvGraphicFramePr>
            <p:xfrm>
              <a:off x="812800" y="2614216"/>
              <a:ext cx="10566400" cy="2711450"/>
            </p:xfrm>
            <a:graphic>
              <a:graphicData uri="http://schemas.openxmlformats.org/drawingml/2006/table">
                <a:tbl>
                  <a:tblPr/>
                  <a:tblGrid>
                    <a:gridCol w="105658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3169841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690588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2958505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690886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</a:tblGrid>
                  <a:tr h="4381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2100" b="1" i="1">
                                    <a:solidFill>
                                      <a:srgbClr val="1F2328"/>
                                    </a:solidFill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oMath>
                            </m:oMathPara>
                          </a14:m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Forced buys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Our votes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Top-up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Total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41325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1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4381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2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4381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3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4381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4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4381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5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0" name="Table 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79011935"/>
                  </p:ext>
                </p:extLst>
              </p:nvPr>
            </p:nvGraphicFramePr>
            <p:xfrm>
              <a:off x="812800" y="2614216"/>
              <a:ext cx="10566400" cy="2711450"/>
            </p:xfrm>
            <a:graphic>
              <a:graphicData uri="http://schemas.openxmlformats.org/drawingml/2006/table">
                <a:tbl>
                  <a:tblPr/>
                  <a:tblGrid>
                    <a:gridCol w="105658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3169841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690588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2958505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690886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</a:tblGrid>
                  <a:tr h="4572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205" t="-2778" r="-903614" b="-51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Forced buys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Our votes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Top-up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Total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508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1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4508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2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4508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3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4508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4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4508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5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6" name="Text 3"/>
          <p:cNvSpPr txBox="1"/>
          <p:nvPr/>
        </p:nvSpPr>
        <p:spPr>
          <a:xfrm>
            <a:off x="941614" y="3124200"/>
            <a:ext cx="3168650" cy="338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50"/>
              </a:lnSpc>
              <a:buNone/>
            </a:pPr>
            <a:r>
              <a:rPr lang="en-US" sz="210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2100"/>
          </a:p>
        </p:txBody>
      </p:sp>
      <p:sp>
        <p:nvSpPr>
          <p:cNvPr id="7" name="Text 4"/>
          <p:cNvSpPr txBox="1"/>
          <p:nvPr/>
        </p:nvSpPr>
        <p:spPr>
          <a:xfrm>
            <a:off x="4889500" y="3124200"/>
            <a:ext cx="1689100" cy="338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50"/>
              </a:lnSpc>
              <a:buNone/>
            </a:pPr>
            <a:r>
              <a:rPr lang="en-US" sz="210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2100"/>
          </a:p>
        </p:txBody>
      </p:sp>
      <p:sp>
        <p:nvSpPr>
          <p:cNvPr id="8" name="Text 5"/>
          <p:cNvSpPr txBox="1"/>
          <p:nvPr/>
        </p:nvSpPr>
        <p:spPr>
          <a:xfrm>
            <a:off x="5805714" y="3124200"/>
            <a:ext cx="2959100" cy="338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50"/>
              </a:lnSpc>
              <a:buNone/>
            </a:pPr>
            <a:r>
              <a:rPr lang="en-US" sz="210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2100"/>
          </a:p>
        </p:txBody>
      </p:sp>
      <p:sp>
        <p:nvSpPr>
          <p:cNvPr id="9" name="Text 6"/>
          <p:cNvSpPr txBox="1"/>
          <p:nvPr/>
        </p:nvSpPr>
        <p:spPr>
          <a:xfrm>
            <a:off x="9690100" y="3124200"/>
            <a:ext cx="1689100" cy="338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50"/>
              </a:lnSpc>
              <a:buNone/>
            </a:pPr>
            <a:r>
              <a:rPr lang="en-US" sz="210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2100"/>
          </a:p>
        </p:txBody>
      </p:sp>
      <p:sp>
        <p:nvSpPr>
          <p:cNvPr id="10" name="Text 7"/>
          <p:cNvSpPr txBox="1"/>
          <p:nvPr/>
        </p:nvSpPr>
        <p:spPr>
          <a:xfrm>
            <a:off x="941614" y="3562350"/>
            <a:ext cx="3168650" cy="338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50"/>
              </a:lnSpc>
              <a:buNone/>
            </a:pPr>
            <a:r>
              <a:rPr lang="en-US" sz="210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2100"/>
          </a:p>
        </p:txBody>
      </p:sp>
      <p:sp>
        <p:nvSpPr>
          <p:cNvPr id="11" name="Text 8"/>
          <p:cNvSpPr txBox="1"/>
          <p:nvPr/>
        </p:nvSpPr>
        <p:spPr>
          <a:xfrm>
            <a:off x="4889500" y="3562350"/>
            <a:ext cx="1689100" cy="338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50"/>
              </a:lnSpc>
              <a:buNone/>
            </a:pPr>
            <a:r>
              <a:rPr lang="en-US" sz="210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100"/>
          </a:p>
        </p:txBody>
      </p:sp>
      <p:sp>
        <p:nvSpPr>
          <p:cNvPr id="12" name="Text 9"/>
          <p:cNvSpPr txBox="1"/>
          <p:nvPr/>
        </p:nvSpPr>
        <p:spPr>
          <a:xfrm>
            <a:off x="5805714" y="3562350"/>
            <a:ext cx="2959100" cy="338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50"/>
              </a:lnSpc>
              <a:buNone/>
            </a:pPr>
            <a:r>
              <a:rPr lang="en-US" sz="210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2100"/>
          </a:p>
        </p:txBody>
      </p:sp>
      <p:sp>
        <p:nvSpPr>
          <p:cNvPr id="13" name="Text 10"/>
          <p:cNvSpPr txBox="1"/>
          <p:nvPr/>
        </p:nvSpPr>
        <p:spPr>
          <a:xfrm>
            <a:off x="9690100" y="3562350"/>
            <a:ext cx="1689100" cy="338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50"/>
              </a:lnSpc>
              <a:buNone/>
            </a:pPr>
            <a:r>
              <a:rPr lang="en-US" sz="210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2100"/>
          </a:p>
        </p:txBody>
      </p:sp>
      <p:sp>
        <p:nvSpPr>
          <p:cNvPr id="14" name="Text 11"/>
          <p:cNvSpPr txBox="1"/>
          <p:nvPr/>
        </p:nvSpPr>
        <p:spPr>
          <a:xfrm>
            <a:off x="941614" y="4000500"/>
            <a:ext cx="3168650" cy="338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50"/>
              </a:lnSpc>
              <a:buNone/>
            </a:pPr>
            <a:r>
              <a:rPr lang="en-US" sz="210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100"/>
          </a:p>
        </p:txBody>
      </p:sp>
      <p:sp>
        <p:nvSpPr>
          <p:cNvPr id="15" name="Text 12"/>
          <p:cNvSpPr txBox="1"/>
          <p:nvPr/>
        </p:nvSpPr>
        <p:spPr>
          <a:xfrm>
            <a:off x="4889500" y="4000500"/>
            <a:ext cx="1689100" cy="338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50"/>
              </a:lnSpc>
              <a:buNone/>
            </a:pPr>
            <a:r>
              <a:rPr lang="en-US" sz="210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100"/>
          </a:p>
        </p:txBody>
      </p:sp>
      <p:sp>
        <p:nvSpPr>
          <p:cNvPr id="16" name="Text 13"/>
          <p:cNvSpPr txBox="1"/>
          <p:nvPr/>
        </p:nvSpPr>
        <p:spPr>
          <a:xfrm>
            <a:off x="5805714" y="4000500"/>
            <a:ext cx="2959100" cy="338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50"/>
              </a:lnSpc>
              <a:buNone/>
            </a:pPr>
            <a:r>
              <a:rPr lang="en-US" sz="210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2100"/>
          </a:p>
        </p:txBody>
      </p:sp>
      <p:sp>
        <p:nvSpPr>
          <p:cNvPr id="17" name="Text 14"/>
          <p:cNvSpPr txBox="1"/>
          <p:nvPr/>
        </p:nvSpPr>
        <p:spPr>
          <a:xfrm>
            <a:off x="9690100" y="4000500"/>
            <a:ext cx="1689100" cy="338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50"/>
              </a:lnSpc>
              <a:buNone/>
            </a:pPr>
            <a:r>
              <a:rPr lang="en-US" sz="210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100"/>
          </a:p>
        </p:txBody>
      </p:sp>
      <p:sp>
        <p:nvSpPr>
          <p:cNvPr id="18" name="Text 15"/>
          <p:cNvSpPr txBox="1"/>
          <p:nvPr/>
        </p:nvSpPr>
        <p:spPr>
          <a:xfrm>
            <a:off x="941614" y="4438650"/>
            <a:ext cx="3168650" cy="338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50"/>
              </a:lnSpc>
              <a:buNone/>
            </a:pPr>
            <a:r>
              <a:rPr lang="en-US" sz="210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100"/>
          </a:p>
        </p:txBody>
      </p:sp>
      <p:sp>
        <p:nvSpPr>
          <p:cNvPr id="19" name="Text 16"/>
          <p:cNvSpPr txBox="1"/>
          <p:nvPr/>
        </p:nvSpPr>
        <p:spPr>
          <a:xfrm>
            <a:off x="4889500" y="4438650"/>
            <a:ext cx="1689100" cy="338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50"/>
              </a:lnSpc>
              <a:buNone/>
            </a:pPr>
            <a:r>
              <a:rPr lang="en-US" sz="210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100"/>
          </a:p>
        </p:txBody>
      </p:sp>
      <p:sp>
        <p:nvSpPr>
          <p:cNvPr id="5" name="Text 17"/>
          <p:cNvSpPr txBox="1"/>
          <p:nvPr/>
        </p:nvSpPr>
        <p:spPr>
          <a:xfrm>
            <a:off x="5805714" y="4438650"/>
            <a:ext cx="2959100" cy="338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50"/>
              </a:lnSpc>
              <a:buNone/>
            </a:pPr>
            <a:r>
              <a:rPr lang="en-US" sz="210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100"/>
          </a:p>
        </p:txBody>
      </p:sp>
      <p:sp>
        <p:nvSpPr>
          <p:cNvPr id="21" name="Text 18"/>
          <p:cNvSpPr txBox="1"/>
          <p:nvPr/>
        </p:nvSpPr>
        <p:spPr>
          <a:xfrm>
            <a:off x="9690100" y="4438650"/>
            <a:ext cx="1689100" cy="338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50"/>
              </a:lnSpc>
              <a:buNone/>
            </a:pPr>
            <a:r>
              <a:rPr lang="en-US" sz="210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100"/>
          </a:p>
        </p:txBody>
      </p:sp>
      <p:sp>
        <p:nvSpPr>
          <p:cNvPr id="22" name="Text 19"/>
          <p:cNvSpPr txBox="1"/>
          <p:nvPr/>
        </p:nvSpPr>
        <p:spPr>
          <a:xfrm>
            <a:off x="941614" y="4876800"/>
            <a:ext cx="3168650" cy="338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50"/>
              </a:lnSpc>
              <a:buNone/>
            </a:pPr>
            <a:r>
              <a:rPr lang="en-US" sz="210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2100"/>
          </a:p>
        </p:txBody>
      </p:sp>
      <p:sp>
        <p:nvSpPr>
          <p:cNvPr id="23" name="Text 20"/>
          <p:cNvSpPr txBox="1"/>
          <p:nvPr/>
        </p:nvSpPr>
        <p:spPr>
          <a:xfrm>
            <a:off x="4889500" y="4876800"/>
            <a:ext cx="1689100" cy="338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50"/>
              </a:lnSpc>
              <a:buNone/>
            </a:pPr>
            <a:r>
              <a:rPr lang="en-US" sz="210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100"/>
          </a:p>
        </p:txBody>
      </p:sp>
      <p:sp>
        <p:nvSpPr>
          <p:cNvPr id="24" name="Text 21"/>
          <p:cNvSpPr txBox="1"/>
          <p:nvPr/>
        </p:nvSpPr>
        <p:spPr>
          <a:xfrm>
            <a:off x="5805714" y="4876800"/>
            <a:ext cx="2959100" cy="338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50"/>
              </a:lnSpc>
              <a:buNone/>
            </a:pPr>
            <a:r>
              <a:rPr lang="en-US" sz="210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2100"/>
          </a:p>
        </p:txBody>
      </p:sp>
      <p:sp>
        <p:nvSpPr>
          <p:cNvPr id="25" name="Text 22"/>
          <p:cNvSpPr txBox="1"/>
          <p:nvPr/>
        </p:nvSpPr>
        <p:spPr>
          <a:xfrm>
            <a:off x="9690100" y="4876800"/>
            <a:ext cx="1689100" cy="338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50"/>
              </a:lnSpc>
              <a:buNone/>
            </a:pPr>
            <a:r>
              <a:rPr lang="en-US" sz="210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2100"/>
          </a:p>
        </p:txBody>
      </p:sp>
      <p:sp>
        <p:nvSpPr>
          <p:cNvPr id="26" name="Shape 23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BB2AFC71-2AAB-D408-A16A-87AE29D4A3C6}"/>
                  </a:ext>
                </a:extLst>
              </p14:cNvPr>
              <p14:cNvContentPartPr/>
              <p14:nvPr/>
            </p14:nvContentPartPr>
            <p14:xfrm>
              <a:off x="232920" y="387000"/>
              <a:ext cx="11351520" cy="3096000"/>
            </p14:xfrm>
          </p:contentPart>
        </mc:Choice>
        <mc:Fallback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BB2AFC71-2AAB-D408-A16A-87AE29D4A3C6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11320" y="370800"/>
                <a:ext cx="11394720" cy="31338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5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THE PAIR</a:t>
            </a:r>
            <a:endParaRPr lang="en-US" sz="180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PICTURE, DIFFERENT SEARCH</a:t>
            </a:r>
            <a:endParaRPr lang="en-US" sz="390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0" name="Table 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79011935"/>
                  </p:ext>
                </p:extLst>
              </p:nvPr>
            </p:nvGraphicFramePr>
            <p:xfrm>
              <a:off x="812800" y="1903016"/>
              <a:ext cx="10566400" cy="3028950"/>
            </p:xfrm>
            <a:graphic>
              <a:graphicData uri="http://schemas.openxmlformats.org/drawingml/2006/table">
                <a:tbl>
                  <a:tblPr/>
                  <a:tblGrid>
                    <a:gridCol w="2535932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4015184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4015284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4381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Wheeling and Dealing (P5)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Mundane Square (P6)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41325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Goal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Minimum cost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Does a grid exist? Build it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4381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Columns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Each rival's votes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What each column still needs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7429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The level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Try every </a:t>
                          </a:r>
                          <a14:m>
                            <m:oMath xmlns:m="http://schemas.openxmlformats.org/officeDocument/2006/math">
                              <m:r>
                                <a:rPr lang="en-US" sz="2100" b="1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oMath>
                          </a14:m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: cost is not monotone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Binary search </a:t>
                          </a:r>
                          <a14:m>
                            <m:oMath xmlns:m="http://schemas.openxmlformats.org/officeDocument/2006/math">
                              <m:r>
                                <a:rPr lang="en-US" sz="2100" b="1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oMath>
                          </a14:m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: total is monotone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4381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Greedy choice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Each rival's cheapest voters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Columns that need the most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4381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Tools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Sorting, cost buckets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Binary search, a scan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0" name="Table 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79011935"/>
                  </p:ext>
                </p:extLst>
              </p:nvPr>
            </p:nvGraphicFramePr>
            <p:xfrm>
              <a:off x="812800" y="1903016"/>
              <a:ext cx="10566400" cy="3028950"/>
            </p:xfrm>
            <a:graphic>
              <a:graphicData uri="http://schemas.openxmlformats.org/drawingml/2006/table">
                <a:tbl>
                  <a:tblPr/>
                  <a:tblGrid>
                    <a:gridCol w="2535932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4015184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4015284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45720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Wheeling and Dealing (P5)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Mundane Square (P6)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508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Goal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Minimum cost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Does a grid exist? Build it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4508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Columns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Each rival's votes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What each column still needs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7683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The level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63608" t="-178689" r="-100316" b="-12786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63608" t="-178689" r="-316" b="-12786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4508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Greedy choice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Each rival's cheapest voters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Columns that need the most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4508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Tools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Sorting, cost buckets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Binary search, a scan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" name="Shape 2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WHEELING AND DEALING · MAKING IT FAST</a:t>
            </a:r>
            <a:endParaRPr lang="en-US" sz="1800"/>
          </a:p>
        </p:txBody>
      </p:sp>
      <p:sp>
        <p:nvSpPr>
          <p:cNvPr id="3" name="Text 1"/>
          <p:cNvSpPr txBox="1"/>
          <p:nvPr/>
        </p:nvSpPr>
        <p:spPr>
          <a:xfrm>
            <a:off x="812800" y="1079500"/>
            <a:ext cx="11200384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025"/>
              </a:lnSpc>
              <a:buNone/>
            </a:pPr>
            <a:r>
              <a:rPr lang="en-US" sz="3500" b="1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PARTS, TWO SPEED-UPS</a:t>
            </a:r>
            <a:endParaRPr lang="en-US" sz="35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2"/>
              <p:cNvSpPr txBox="1"/>
              <p:nvPr/>
            </p:nvSpPr>
            <p:spPr>
              <a:xfrm>
                <a:off x="812800" y="1743075"/>
                <a:ext cx="11200384" cy="32472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2310"/>
                  </a:lnSpc>
                  <a:buNone/>
                </a:pPr>
                <a:r>
                  <a:rPr lang="en-US" sz="16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Try every target </a:t>
                </a:r>
                <a14:m>
                  <m:oMath xmlns:m="http://schemas.openxmlformats.org/officeDocument/2006/math">
                    <m:r>
                      <a:rPr lang="en-US" sz="16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16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(</a:t>
                </a:r>
                <a14:m>
                  <m:oMath xmlns:m="http://schemas.openxmlformats.org/officeDocument/2006/math">
                    <m:r>
                      <a:rPr lang="en-US" sz="16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sz="16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of them). Each </a:t>
                </a:r>
                <a14:m>
                  <m:oMath xmlns:m="http://schemas.openxmlformats.org/officeDocument/2006/math">
                    <m:r>
                      <a:rPr lang="en-US" sz="16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16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has two parts:</a:t>
                </a:r>
                <a:endParaRPr lang="en-US" sz="1650"/>
              </a:p>
            </p:txBody>
          </p:sp>
        </mc:Choice>
        <mc:Fallback>
          <p:sp>
            <p:nvSpPr>
              <p:cNvPr id="4" name="Text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800" y="1743075"/>
                <a:ext cx="11200384" cy="324723"/>
              </a:xfrm>
              <a:prstGeom prst="rect">
                <a:avLst/>
              </a:prstGeom>
              <a:blipFill>
                <a:blip r:embed="rId3"/>
                <a:stretch>
                  <a:fillRect l="-1131" t="-19231" b="-23077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hape 3"/>
          <p:cNvSpPr/>
          <p:nvPr/>
        </p:nvSpPr>
        <p:spPr>
          <a:xfrm>
            <a:off x="812800" y="2188766"/>
            <a:ext cx="5181600" cy="2941042"/>
          </a:xfrm>
          <a:prstGeom prst="roundRect">
            <a:avLst>
              <a:gd name="adj" fmla="val 2591"/>
            </a:avLst>
          </a:prstGeom>
          <a:noFill/>
          <a:ln w="12700">
            <a:solidFill>
              <a:srgbClr val="DADDE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6" name="Text 4"/>
          <p:cNvSpPr txBox="1"/>
          <p:nvPr/>
        </p:nvSpPr>
        <p:spPr>
          <a:xfrm>
            <a:off x="990600" y="2328466"/>
            <a:ext cx="5115560" cy="3219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80"/>
              </a:lnSpc>
              <a:buNone/>
            </a:pPr>
            <a:r>
              <a:rPr lang="en-US" sz="1900" b="1">
                <a:solidFill>
                  <a:srgbClr val="0A40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Forced buys</a:t>
            </a:r>
            <a:endParaRPr lang="en-US" sz="19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 5"/>
              <p:cNvSpPr txBox="1"/>
              <p:nvPr/>
            </p:nvSpPr>
            <p:spPr>
              <a:xfrm>
                <a:off x="990600" y="2703116"/>
                <a:ext cx="5115560" cy="54316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2030"/>
                  </a:lnSpc>
                  <a:buNone/>
                </a:pPr>
                <a:r>
                  <a:rPr lang="en-US" sz="14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Cut every rival with </a:t>
                </a:r>
                <a14:m>
                  <m:oMath xmlns:m="http://schemas.openxmlformats.org/officeDocument/2006/math">
                    <m:r>
                      <a:rPr lang="en-US" sz="14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sz="14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14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votes down to </a:t>
                </a:r>
                <a14:m>
                  <m:oMath xmlns:m="http://schemas.openxmlformats.org/officeDocument/2006/math">
                    <m:r>
                      <a:rPr lang="en-US" sz="14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14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4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14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by buying his cheapest voters.</a:t>
                </a:r>
                <a:endParaRPr lang="en-US" sz="1450"/>
              </a:p>
            </p:txBody>
          </p:sp>
        </mc:Choice>
        <mc:Fallback>
          <p:sp>
            <p:nvSpPr>
              <p:cNvPr id="7" name="Text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0600" y="2703116"/>
                <a:ext cx="5115560" cy="543163"/>
              </a:xfrm>
              <a:prstGeom prst="rect">
                <a:avLst/>
              </a:prstGeom>
              <a:blipFill>
                <a:blip r:embed="rId4"/>
                <a:stretch>
                  <a:fillRect l="-2233" t="-6818" b="-9091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Shape 6"/>
          <p:cNvSpPr/>
          <p:nvPr/>
        </p:nvSpPr>
        <p:spPr>
          <a:xfrm>
            <a:off x="990600" y="3307556"/>
            <a:ext cx="5115560" cy="667941"/>
          </a:xfrm>
          <a:prstGeom prst="roundRect">
            <a:avLst>
              <a:gd name="adj" fmla="val 7605"/>
            </a:avLst>
          </a:prstGeom>
          <a:solidFill>
            <a:srgbClr val="FBEDEC"/>
          </a:solidFill>
          <a:ln/>
        </p:spPr>
        <p:txBody>
          <a:bodyPr/>
          <a:lstStyle/>
          <a:p>
            <a:endParaRPr lang="en-AU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 7"/>
              <p:cNvSpPr txBox="1"/>
              <p:nvPr/>
            </p:nvSpPr>
            <p:spPr>
              <a:xfrm>
                <a:off x="1104900" y="3383756"/>
                <a:ext cx="4886960" cy="54316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2030"/>
                  </a:lnSpc>
                  <a:buNone/>
                </a:pPr>
                <a:r>
                  <a:rPr lang="en-US" sz="1450" b="1">
                    <a:solidFill>
                      <a:srgbClr val="B4322F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Every </a:t>
                </a:r>
                <a14:m>
                  <m:oMath xmlns:m="http://schemas.openxmlformats.org/officeDocument/2006/math">
                    <m:r>
                      <a:rPr lang="en-US" sz="1450" b="1" i="1">
                        <a:solidFill>
                          <a:srgbClr val="B4322F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1450" b="1">
                    <a:solidFill>
                      <a:srgbClr val="B4322F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from scratch:</a:t>
                </a:r>
                <a:r>
                  <a:rPr lang="en-US" sz="14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up to </a:t>
                </a:r>
                <a14:m>
                  <m:oMath xmlns:m="http://schemas.openxmlformats.org/officeDocument/2006/math">
                    <m:r>
                      <a:rPr lang="en-US" sz="14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sz="14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buys for one </a:t>
                </a:r>
                <a14:m>
                  <m:oMath xmlns:m="http://schemas.openxmlformats.org/officeDocument/2006/math">
                    <m:r>
                      <a:rPr lang="en-US" sz="14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14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, and </a:t>
                </a:r>
                <a14:m>
                  <m:oMath xmlns:m="http://schemas.openxmlformats.org/officeDocument/2006/math">
                    <m:r>
                      <a:rPr lang="en-US" sz="14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sz="14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values of </a:t>
                </a:r>
                <a14:m>
                  <m:oMath xmlns:m="http://schemas.openxmlformats.org/officeDocument/2006/math">
                    <m:r>
                      <a:rPr lang="en-US" sz="14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14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→ </a:t>
                </a:r>
                <a14:m>
                  <m:oMath xmlns:m="http://schemas.openxmlformats.org/officeDocument/2006/math">
                    <m:r>
                      <a:rPr lang="en-US" sz="14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14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450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450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  <m:sup>
                            <m:r>
                              <a:rPr lang="en-US" sz="1450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  <m:r>
                      <a:rPr lang="en-US" sz="14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≈</m:t>
                    </m:r>
                    <m:sSup>
                      <m:sSupPr>
                        <m:ctrlPr>
                          <a:rPr lang="en-US" sz="14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4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14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sup>
                    </m:sSup>
                  </m:oMath>
                </a14:m>
                <a:r>
                  <a:rPr lang="en-US" sz="14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✗</a:t>
                </a:r>
                <a:endParaRPr lang="en-US" sz="1450"/>
              </a:p>
            </p:txBody>
          </p:sp>
        </mc:Choice>
        <mc:Fallback>
          <p:sp>
            <p:nvSpPr>
              <p:cNvPr id="9" name="Text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4900" y="3383756"/>
                <a:ext cx="4886960" cy="543163"/>
              </a:xfrm>
              <a:prstGeom prst="rect">
                <a:avLst/>
              </a:prstGeom>
              <a:blipFill>
                <a:blip r:embed="rId5"/>
                <a:stretch>
                  <a:fillRect l="-2073" t="-6818" b="-6818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Shape 8"/>
          <p:cNvSpPr/>
          <p:nvPr/>
        </p:nvSpPr>
        <p:spPr>
          <a:xfrm>
            <a:off x="990600" y="4064397"/>
            <a:ext cx="5115560" cy="925711"/>
          </a:xfrm>
          <a:prstGeom prst="roundRect">
            <a:avLst>
              <a:gd name="adj" fmla="val 5488"/>
            </a:avLst>
          </a:prstGeom>
          <a:solidFill>
            <a:srgbClr val="E3F1EC"/>
          </a:solidFill>
          <a:ln/>
        </p:spPr>
        <p:txBody>
          <a:bodyPr/>
          <a:lstStyle/>
          <a:p>
            <a:endParaRPr lang="en-AU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 9"/>
              <p:cNvSpPr txBox="1"/>
              <p:nvPr/>
            </p:nvSpPr>
            <p:spPr>
              <a:xfrm>
                <a:off x="1104900" y="4140597"/>
                <a:ext cx="4886960" cy="80093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2030"/>
                  </a:lnSpc>
                  <a:buNone/>
                </a:pPr>
                <a:r>
                  <a:rPr lang="en-US" sz="1450" b="1">
                    <a:solidFill>
                      <a:srgbClr val="1E7F4F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Better:</a:t>
                </a:r>
                <a:r>
                  <a:rPr lang="en-US" sz="14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</a:t>
                </a:r>
                <a:r>
                  <a:rPr lang="en-US" sz="145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sweep </a:t>
                </a:r>
                <a14:m>
                  <m:oMath xmlns:m="http://schemas.openxmlformats.org/officeDocument/2006/math">
                    <m:r>
                      <a:rPr lang="en-US" sz="1450" b="1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145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from high to low.</a:t>
                </a:r>
                <a:r>
                  <a:rPr lang="en-US" sz="14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When </a:t>
                </a:r>
                <a14:m>
                  <m:oMath xmlns:m="http://schemas.openxmlformats.org/officeDocument/2006/math">
                    <m:r>
                      <a:rPr lang="en-US" sz="14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14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drops by 1, each rival needs just one more buy, and buys are never undone. All </a:t>
                </a:r>
                <a14:m>
                  <m:oMath xmlns:m="http://schemas.openxmlformats.org/officeDocument/2006/math">
                    <m:r>
                      <a:rPr lang="en-US" sz="14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14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together: at most </a:t>
                </a:r>
                <a14:m>
                  <m:oMath xmlns:m="http://schemas.openxmlformats.org/officeDocument/2006/math">
                    <m:r>
                      <a:rPr lang="en-US" sz="14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sz="14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buys → </a:t>
                </a:r>
                <a14:m>
                  <m:oMath xmlns:m="http://schemas.openxmlformats.org/officeDocument/2006/math">
                    <m:r>
                      <a:rPr lang="en-US" sz="1450" b="1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1450" b="1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50" b="1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</m:d>
                  </m:oMath>
                </a14:m>
                <a:r>
                  <a:rPr lang="en-US" sz="14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✓</a:t>
                </a:r>
                <a:endParaRPr lang="en-US" sz="1450"/>
              </a:p>
            </p:txBody>
          </p:sp>
        </mc:Choice>
        <mc:Fallback>
          <p:sp>
            <p:nvSpPr>
              <p:cNvPr id="11" name="Text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4900" y="4140597"/>
                <a:ext cx="4886960" cy="800933"/>
              </a:xfrm>
              <a:prstGeom prst="rect">
                <a:avLst/>
              </a:prstGeom>
              <a:blipFill>
                <a:blip r:embed="rId6"/>
                <a:stretch>
                  <a:fillRect l="-2073" t="-4615" b="-4615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Shape 10"/>
          <p:cNvSpPr/>
          <p:nvPr/>
        </p:nvSpPr>
        <p:spPr>
          <a:xfrm>
            <a:off x="6197600" y="2188766"/>
            <a:ext cx="5181600" cy="2941042"/>
          </a:xfrm>
          <a:prstGeom prst="roundRect">
            <a:avLst>
              <a:gd name="adj" fmla="val 2591"/>
            </a:avLst>
          </a:prstGeom>
          <a:noFill/>
          <a:ln w="12700">
            <a:solidFill>
              <a:srgbClr val="DADDE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3" name="Text 11"/>
          <p:cNvSpPr txBox="1"/>
          <p:nvPr/>
        </p:nvSpPr>
        <p:spPr>
          <a:xfrm>
            <a:off x="6375400" y="2328466"/>
            <a:ext cx="5115560" cy="3219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80"/>
              </a:lnSpc>
              <a:buNone/>
            </a:pPr>
            <a:r>
              <a:rPr lang="en-US" sz="1900" b="1">
                <a:solidFill>
                  <a:srgbClr val="0A40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Top-up</a:t>
            </a:r>
            <a:endParaRPr lang="en-US" sz="19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 12"/>
              <p:cNvSpPr txBox="1"/>
              <p:nvPr/>
            </p:nvSpPr>
            <p:spPr>
              <a:xfrm>
                <a:off x="6375400" y="2703116"/>
                <a:ext cx="5115560" cy="28539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2030"/>
                  </a:lnSpc>
                  <a:buNone/>
                </a:pPr>
                <a:r>
                  <a:rPr lang="en-US" sz="14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Still short of </a:t>
                </a:r>
                <a14:m>
                  <m:oMath xmlns:m="http://schemas.openxmlformats.org/officeDocument/2006/math">
                    <m:r>
                      <a:rPr lang="en-US" sz="14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14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? Buy the </a:t>
                </a:r>
                <a14:m>
                  <m:oMath xmlns:m="http://schemas.openxmlformats.org/officeDocument/2006/math">
                    <m:r>
                      <a:rPr lang="en-US" sz="14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4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cheapest voters left in the pool.</a:t>
                </a:r>
                <a:endParaRPr lang="en-US" sz="1450"/>
              </a:p>
            </p:txBody>
          </p:sp>
        </mc:Choice>
        <mc:Fallback>
          <p:sp>
            <p:nvSpPr>
              <p:cNvPr id="14" name="Text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5400" y="2703116"/>
                <a:ext cx="5115560" cy="285393"/>
              </a:xfrm>
              <a:prstGeom prst="rect">
                <a:avLst/>
              </a:prstGeom>
              <a:blipFill>
                <a:blip r:embed="rId7"/>
                <a:stretch>
                  <a:fillRect l="-2233" t="-12500" b="-16667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Shape 13"/>
          <p:cNvSpPr/>
          <p:nvPr/>
        </p:nvSpPr>
        <p:spPr>
          <a:xfrm>
            <a:off x="6375400" y="3049786"/>
            <a:ext cx="5115560" cy="667941"/>
          </a:xfrm>
          <a:prstGeom prst="roundRect">
            <a:avLst>
              <a:gd name="adj" fmla="val 7605"/>
            </a:avLst>
          </a:prstGeom>
          <a:solidFill>
            <a:srgbClr val="FBEDEC"/>
          </a:solidFill>
          <a:ln/>
        </p:spPr>
        <p:txBody>
          <a:bodyPr/>
          <a:lstStyle/>
          <a:p>
            <a:endParaRPr lang="en-AU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 14"/>
              <p:cNvSpPr txBox="1"/>
              <p:nvPr/>
            </p:nvSpPr>
            <p:spPr>
              <a:xfrm>
                <a:off x="6489700" y="3125986"/>
                <a:ext cx="4886960" cy="54316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2030"/>
                  </a:lnSpc>
                  <a:buNone/>
                </a:pPr>
                <a:r>
                  <a:rPr lang="en-US" sz="1450" b="1">
                    <a:solidFill>
                      <a:srgbClr val="B4322F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Every </a:t>
                </a:r>
                <a14:m>
                  <m:oMath xmlns:m="http://schemas.openxmlformats.org/officeDocument/2006/math">
                    <m:r>
                      <a:rPr lang="en-US" sz="1450" b="1" i="1">
                        <a:solidFill>
                          <a:srgbClr val="B4322F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1450" b="1">
                    <a:solidFill>
                      <a:srgbClr val="B4322F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from scratch:</a:t>
                </a:r>
                <a:r>
                  <a:rPr lang="en-US" sz="14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scan or sort the whole pool, </a:t>
                </a:r>
                <a14:m>
                  <m:oMath xmlns:m="http://schemas.openxmlformats.org/officeDocument/2006/math">
                    <m:r>
                      <a:rPr lang="en-US" sz="14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14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</m:d>
                  </m:oMath>
                </a14:m>
                <a:r>
                  <a:rPr lang="en-US" sz="14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for one </a:t>
                </a:r>
                <a14:m>
                  <m:oMath xmlns:m="http://schemas.openxmlformats.org/officeDocument/2006/math">
                    <m:r>
                      <a:rPr lang="en-US" sz="14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14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→ </a:t>
                </a:r>
                <a14:m>
                  <m:oMath xmlns:m="http://schemas.openxmlformats.org/officeDocument/2006/math">
                    <m:r>
                      <a:rPr lang="en-US" sz="14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14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450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450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  <m:sup>
                            <m:r>
                              <a:rPr lang="en-US" sz="1450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  <m:r>
                      <a:rPr lang="en-US" sz="14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≈</m:t>
                    </m:r>
                    <m:sSup>
                      <m:sSupPr>
                        <m:ctrlPr>
                          <a:rPr lang="en-US" sz="14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4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14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sup>
                    </m:sSup>
                  </m:oMath>
                </a14:m>
                <a:r>
                  <a:rPr lang="en-US" sz="14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✗</a:t>
                </a:r>
                <a:endParaRPr lang="en-US" sz="1450"/>
              </a:p>
            </p:txBody>
          </p:sp>
        </mc:Choice>
        <mc:Fallback>
          <p:sp>
            <p:nvSpPr>
              <p:cNvPr id="16" name="Text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89700" y="3125986"/>
                <a:ext cx="4886960" cy="543163"/>
              </a:xfrm>
              <a:prstGeom prst="rect">
                <a:avLst/>
              </a:prstGeom>
              <a:blipFill>
                <a:blip r:embed="rId8"/>
                <a:stretch>
                  <a:fillRect l="-2338" t="-9302" b="-9302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Shape 15"/>
          <p:cNvSpPr/>
          <p:nvPr/>
        </p:nvSpPr>
        <p:spPr>
          <a:xfrm>
            <a:off x="6375400" y="3806627"/>
            <a:ext cx="5115560" cy="925711"/>
          </a:xfrm>
          <a:prstGeom prst="roundRect">
            <a:avLst>
              <a:gd name="adj" fmla="val 5488"/>
            </a:avLst>
          </a:prstGeom>
          <a:solidFill>
            <a:srgbClr val="E3F1EC"/>
          </a:solidFill>
          <a:ln/>
        </p:spPr>
        <p:txBody>
          <a:bodyPr/>
          <a:lstStyle/>
          <a:p>
            <a:endParaRPr lang="en-AU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 16"/>
              <p:cNvSpPr txBox="1"/>
              <p:nvPr/>
            </p:nvSpPr>
            <p:spPr>
              <a:xfrm>
                <a:off x="6489700" y="3882827"/>
                <a:ext cx="4886960" cy="80093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2030"/>
                  </a:lnSpc>
                  <a:buNone/>
                </a:pPr>
                <a:r>
                  <a:rPr lang="en-US" sz="1450" b="1">
                    <a:solidFill>
                      <a:srgbClr val="1E7F4F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Better:</a:t>
                </a:r>
                <a:r>
                  <a:rPr lang="en-US" sz="14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</a:t>
                </a:r>
                <a:r>
                  <a:rPr lang="en-US" sz="145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group the pool by cost</a:t>
                </a:r>
                <a:r>
                  <a:rPr lang="en-US" sz="14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(costs </a:t>
                </a:r>
                <a14:m>
                  <m:oMath xmlns:m="http://schemas.openxmlformats.org/officeDocument/2006/math">
                    <m:r>
                      <a:rPr lang="en-US" sz="14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sz="14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10000</m:t>
                    </m:r>
                  </m:oMath>
                </a14:m>
                <a:r>
                  <a:rPr lang="en-US" sz="14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) in blocks of 100. Skip whole blocks, then finish inside one block: </a:t>
                </a:r>
                <a14:m>
                  <m:oMath xmlns:m="http://schemas.openxmlformats.org/officeDocument/2006/math">
                    <m:r>
                      <a:rPr lang="en-US" sz="14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≈</m:t>
                    </m:r>
                    <m:r>
                      <a:rPr lang="en-US" sz="14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200</m:t>
                    </m:r>
                  </m:oMath>
                </a14:m>
                <a:r>
                  <a:rPr lang="en-US" sz="14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steps per </a:t>
                </a:r>
                <a14:m>
                  <m:oMath xmlns:m="http://schemas.openxmlformats.org/officeDocument/2006/math">
                    <m:r>
                      <a:rPr lang="en-US" sz="14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14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→ </a:t>
                </a:r>
                <a14:m>
                  <m:oMath xmlns:m="http://schemas.openxmlformats.org/officeDocument/2006/math">
                    <m:r>
                      <a:rPr lang="en-US" sz="1450" b="1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1450" b="1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50" b="1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  <m:rad>
                          <m:radPr>
                            <m:degHide m:val="on"/>
                            <m:ctrlPr>
                              <a:rPr lang="en-US" sz="1450" b="1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sz="1450" b="1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  <m:t>10000</m:t>
                            </m:r>
                          </m:e>
                        </m:rad>
                      </m:e>
                    </m:d>
                    <m:r>
                      <a:rPr lang="en-US" sz="1450" b="1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≈</m:t>
                    </m:r>
                    <m:r>
                      <a:rPr lang="en-US" sz="1450" b="1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1450" b="1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1450" b="1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450" b="1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1450" b="1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7</m:t>
                        </m:r>
                      </m:sup>
                    </m:sSup>
                  </m:oMath>
                </a14:m>
                <a:r>
                  <a:rPr lang="en-US" sz="14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✓</a:t>
                </a:r>
                <a:endParaRPr lang="en-US" sz="1450"/>
              </a:p>
            </p:txBody>
          </p:sp>
        </mc:Choice>
        <mc:Fallback>
          <p:sp>
            <p:nvSpPr>
              <p:cNvPr id="18" name="Text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89700" y="3882827"/>
                <a:ext cx="4886960" cy="800933"/>
              </a:xfrm>
              <a:prstGeom prst="rect">
                <a:avLst/>
              </a:prstGeom>
              <a:blipFill>
                <a:blip r:embed="rId9"/>
                <a:stretch>
                  <a:fillRect l="-2338" t="-4688" r="-779" b="-6250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 17"/>
              <p:cNvSpPr txBox="1"/>
              <p:nvPr/>
            </p:nvSpPr>
            <p:spPr>
              <a:xfrm>
                <a:off x="812800" y="5282208"/>
                <a:ext cx="11200384" cy="31494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2240"/>
                  </a:lnSpc>
                  <a:buNone/>
                </a:pPr>
                <a:r>
                  <a:rPr lang="en-US" sz="1600" b="1">
                    <a:solidFill>
                      <a:srgbClr val="0A4054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Total: sort once </a:t>
                </a:r>
                <a14:m>
                  <m:oMath xmlns:m="http://schemas.openxmlformats.org/officeDocument/2006/math">
                    <m:r>
                      <a:rPr lang="en-US" sz="1600" b="1" i="1">
                        <a:solidFill>
                          <a:srgbClr val="0A4054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1600" b="1" i="1">
                            <a:solidFill>
                              <a:srgbClr val="0A4054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b="1" i="1">
                            <a:solidFill>
                              <a:srgbClr val="0A4054"/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  <m:r>
                          <m:rPr>
                            <m:sty m:val="p"/>
                          </m:rPr>
                          <a:rPr lang="en-US" sz="1600" b="1" i="0">
                            <a:solidFill>
                              <a:srgbClr val="0A4054"/>
                            </a:solidFill>
                            <a:latin typeface="Cambria Math" panose="02040503050406030204" pitchFamily="18" charset="0"/>
                          </a:rPr>
                          <m:t>log</m:t>
                        </m:r>
                        <m:r>
                          <a:rPr lang="en-US" sz="1600" b="1" i="1">
                            <a:solidFill>
                              <a:srgbClr val="0A4054"/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</m:d>
                    <m:r>
                      <a:rPr lang="en-US" sz="1600" b="1" i="0">
                        <a:solidFill>
                          <a:srgbClr val="0A4054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b="1" i="1">
                        <a:solidFill>
                          <a:srgbClr val="0A4054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1600" b="1" i="1">
                            <a:solidFill>
                              <a:srgbClr val="0A4054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b="1" i="1">
                            <a:solidFill>
                              <a:srgbClr val="0A4054"/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</m:d>
                    <m:r>
                      <a:rPr lang="en-US" sz="1600" b="1" i="0">
                        <a:solidFill>
                          <a:srgbClr val="0A4054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b="1" i="1">
                        <a:solidFill>
                          <a:srgbClr val="0A4054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1600" b="1" i="1">
                            <a:solidFill>
                              <a:srgbClr val="0A4054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b="1" i="1">
                            <a:solidFill>
                              <a:srgbClr val="0A4054"/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  <m:rad>
                          <m:radPr>
                            <m:degHide m:val="on"/>
                            <m:ctrlPr>
                              <a:rPr lang="en-US" sz="1600" b="1" i="1">
                                <a:solidFill>
                                  <a:srgbClr val="0A405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sz="1600" b="1" i="1">
                                <a:solidFill>
                                  <a:srgbClr val="0A4054"/>
                                </a:solidFill>
                                <a:latin typeface="Cambria Math" panose="02040503050406030204" pitchFamily="18" charset="0"/>
                              </a:rPr>
                              <m:t>10000</m:t>
                            </m:r>
                          </m:e>
                        </m:rad>
                      </m:e>
                    </m:d>
                  </m:oMath>
                </a14:m>
                <a:r>
                  <a:rPr lang="en-US" sz="1600" b="1">
                    <a:solidFill>
                      <a:srgbClr val="0A4054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 Fast enough for </a:t>
                </a:r>
                <a14:m>
                  <m:oMath xmlns:m="http://schemas.openxmlformats.org/officeDocument/2006/math">
                    <m:r>
                      <a:rPr lang="en-US" sz="1600" b="1" i="1">
                        <a:solidFill>
                          <a:srgbClr val="0A4054"/>
                        </a:solidFill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sz="1600" b="1" i="0">
                        <a:solidFill>
                          <a:srgbClr val="0A4054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1600" b="1" i="1">
                            <a:solidFill>
                              <a:srgbClr val="0A4054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1" i="1">
                            <a:solidFill>
                              <a:srgbClr val="0A4054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1600" b="1" i="1">
                            <a:solidFill>
                              <a:srgbClr val="0A4054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sup>
                    </m:sSup>
                  </m:oMath>
                </a14:m>
                <a:r>
                  <a:rPr lang="en-US" sz="1600" b="1">
                    <a:solidFill>
                      <a:srgbClr val="0A4054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</a:t>
                </a:r>
                <a:endParaRPr lang="en-US" sz="1600"/>
              </a:p>
            </p:txBody>
          </p:sp>
        </mc:Choice>
        <mc:Fallback>
          <p:sp>
            <p:nvSpPr>
              <p:cNvPr id="19" name="Text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800" y="5282208"/>
                <a:ext cx="11200384" cy="314940"/>
              </a:xfrm>
              <a:prstGeom prst="rect">
                <a:avLst/>
              </a:prstGeom>
              <a:blipFill>
                <a:blip r:embed="rId10"/>
                <a:stretch>
                  <a:fillRect l="-1018" t="-20000" b="-24000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Shape 18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WHEELING AND DEALING · CORE CODE 1</a:t>
            </a:r>
            <a:endParaRPr lang="en-US" sz="1800"/>
          </a:p>
        </p:txBody>
      </p:sp>
      <p:sp>
        <p:nvSpPr>
          <p:cNvPr id="3" name="Text 1"/>
          <p:cNvSpPr txBox="1"/>
          <p:nvPr/>
        </p:nvSpPr>
        <p:spPr>
          <a:xfrm>
            <a:off x="812800" y="1079500"/>
            <a:ext cx="11200384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025"/>
              </a:lnSpc>
              <a:buNone/>
            </a:pPr>
            <a:r>
              <a:rPr lang="en-US" sz="3500" b="1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WRITING THE SWEEP</a:t>
            </a:r>
            <a:endParaRPr lang="en-US" sz="35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2"/>
              <p:cNvSpPr txBox="1"/>
              <p:nvPr/>
            </p:nvSpPr>
            <p:spPr>
              <a:xfrm>
                <a:off x="812800" y="1743075"/>
                <a:ext cx="5283200" cy="28321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206375" indent="-206375">
                  <a:lnSpc>
                    <a:spcPts val="1775"/>
                  </a:lnSpc>
                  <a:buSzPct val="100000"/>
                  <a:buFont typeface="+mj-lt"/>
                  <a:buAutoNum type="arabicPeriod"/>
                </a:pPr>
                <a:r>
                  <a:rPr lang="en-US" sz="125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Sort voters by (candidate, cost).</a:t>
                </a:r>
                <a:r>
                  <a:rPr lang="en-US" sz="1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Rival </a:t>
                </a:r>
                <a14:m>
                  <m:oMath xmlns:m="http://schemas.openxmlformats.org/officeDocument/2006/math">
                    <m:r>
                      <a:rPr lang="en-US" sz="1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1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's voters sit together, cheapest first: </a:t>
                </a:r>
                <a:r>
                  <a:rPr lang="en-US" sz="1150">
                    <a:solidFill>
                      <a:srgbClr val="1F2328"/>
                    </a:solidFill>
                    <a:latin typeface="JetBrains Mono" pitchFamily="34" charset="0"/>
                    <a:ea typeface="JetBrains Mono" pitchFamily="34" charset="-122"/>
                    <a:cs typeface="JetBrains Mono" pitchFamily="34" charset="-120"/>
                  </a:rPr>
                  <a:t>a[st[j]]</a:t>
                </a:r>
                <a:r>
                  <a:rPr lang="en-US" sz="1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… </a:t>
                </a:r>
                <a:r>
                  <a:rPr lang="en-US" sz="1150">
                    <a:solidFill>
                      <a:srgbClr val="1F2328"/>
                    </a:solidFill>
                    <a:latin typeface="JetBrains Mono" pitchFamily="34" charset="0"/>
                    <a:ea typeface="JetBrains Mono" pitchFamily="34" charset="-122"/>
                    <a:cs typeface="JetBrains Mono" pitchFamily="34" charset="-120"/>
                  </a:rPr>
                  <a:t>a[st[j] + votes[j] - 1]</a:t>
                </a:r>
                <a:r>
                  <a:rPr lang="en-US" sz="1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 </a:t>
                </a:r>
                <a:r>
                  <a:rPr lang="en-US" sz="1150">
                    <a:solidFill>
                      <a:srgbClr val="1F2328"/>
                    </a:solidFill>
                    <a:latin typeface="JetBrains Mono" pitchFamily="34" charset="0"/>
                    <a:ea typeface="JetBrains Mono" pitchFamily="34" charset="-122"/>
                    <a:cs typeface="JetBrains Mono" pitchFamily="34" charset="-120"/>
                  </a:rPr>
                  <a:t>taken[j]</a:t>
                </a:r>
                <a:r>
                  <a:rPr lang="en-US" sz="1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counts how many we have bought from him, so his next cheapest is </a:t>
                </a:r>
                <a:r>
                  <a:rPr lang="en-US" sz="1150">
                    <a:solidFill>
                      <a:srgbClr val="1F2328"/>
                    </a:solidFill>
                    <a:latin typeface="JetBrains Mono" pitchFamily="34" charset="0"/>
                    <a:ea typeface="JetBrains Mono" pitchFamily="34" charset="-122"/>
                    <a:cs typeface="JetBrains Mono" pitchFamily="34" charset="-120"/>
                  </a:rPr>
                  <a:t>a[st[j] + taken[j]]</a:t>
                </a:r>
                <a:r>
                  <a:rPr lang="en-US" sz="1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</a:t>
                </a:r>
                <a:endParaRPr lang="en-US" sz="1250"/>
              </a:p>
              <a:p>
                <a:pPr marL="206375" indent="-206375">
                  <a:lnSpc>
                    <a:spcPts val="1775"/>
                  </a:lnSpc>
                  <a:buSzPct val="100000"/>
                  <a:buFont typeface="+mj-lt"/>
                  <a:buAutoNum type="arabicPeriod"/>
                </a:pPr>
                <a:r>
                  <a:rPr lang="en-US" sz="125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Group rivals by vote count:</a:t>
                </a:r>
                <a:r>
                  <a:rPr lang="en-US" sz="1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list </a:t>
                </a:r>
                <a:r>
                  <a:rPr lang="en-US" sz="1150">
                    <a:solidFill>
                      <a:srgbClr val="1F2328"/>
                    </a:solidFill>
                    <a:latin typeface="JetBrains Mono" pitchFamily="34" charset="0"/>
                    <a:ea typeface="JetBrains Mono" pitchFamily="34" charset="-122"/>
                    <a:cs typeface="JetBrains Mono" pitchFamily="34" charset="-120"/>
                  </a:rPr>
                  <a:t>head[c]</a:t>
                </a:r>
                <a:r>
                  <a:rPr lang="en-US" sz="1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holds the rivals with exactly </a:t>
                </a:r>
                <a14:m>
                  <m:oMath xmlns:m="http://schemas.openxmlformats.org/officeDocument/2006/math">
                    <m:r>
                      <a:rPr lang="en-US" sz="1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sz="1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votes.</a:t>
                </a:r>
                <a:endParaRPr lang="en-US" sz="1250"/>
              </a:p>
              <a:p>
                <a:pPr marL="206375" indent="-206375">
                  <a:lnSpc>
                    <a:spcPts val="1775"/>
                  </a:lnSpc>
                  <a:buSzPct val="100000"/>
                  <a:buFont typeface="+mj-lt"/>
                  <a:buAutoNum type="arabicPeriod"/>
                </a:pPr>
                <a:r>
                  <a:rPr lang="en-US" sz="125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Loop </a:t>
                </a:r>
                <a14:m>
                  <m:oMath xmlns:m="http://schemas.openxmlformats.org/officeDocument/2006/math">
                    <m:r>
                      <a:rPr lang="en-US" sz="1250" b="1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125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from </a:t>
                </a:r>
                <a14:m>
                  <m:oMath xmlns:m="http://schemas.openxmlformats.org/officeDocument/2006/math">
                    <m:r>
                      <a:rPr lang="en-US" sz="1250" b="1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sz="125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down to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50" b="1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max</m:t>
                    </m:r>
                    <m:d>
                      <m:dPr>
                        <m:ctrlPr>
                          <a:rPr lang="en-US" sz="1250" b="1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250" b="1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50" b="1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sz="1250" b="1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1250" b="1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50" b="1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r>
                  <a:rPr lang="en-US" sz="125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</a:t>
                </a:r>
                <a:r>
                  <a:rPr lang="en-US" sz="1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Rivals in </a:t>
                </a:r>
                <a:r>
                  <a:rPr lang="en-US" sz="1150">
                    <a:solidFill>
                      <a:srgbClr val="1F2328"/>
                    </a:solidFill>
                    <a:latin typeface="JetBrains Mono" pitchFamily="34" charset="0"/>
                    <a:ea typeface="JetBrains Mono" pitchFamily="34" charset="-122"/>
                    <a:cs typeface="JetBrains Mono" pitchFamily="34" charset="-120"/>
                  </a:rPr>
                  <a:t>head[k]</a:t>
                </a:r>
                <a:r>
                  <a:rPr lang="en-US" sz="1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join the active list </a:t>
                </a:r>
                <a:r>
                  <a:rPr lang="en-US" sz="1150">
                    <a:solidFill>
                      <a:srgbClr val="1F2328"/>
                    </a:solidFill>
                    <a:latin typeface="JetBrains Mono" pitchFamily="34" charset="0"/>
                    <a:ea typeface="JetBrains Mono" pitchFamily="34" charset="-122"/>
                    <a:cs typeface="JetBrains Mono" pitchFamily="34" charset="-120"/>
                  </a:rPr>
                  <a:t>act</a:t>
                </a:r>
                <a:r>
                  <a:rPr lang="en-US" sz="1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and stay there for all smaller </a:t>
                </a:r>
                <a14:m>
                  <m:oMath xmlns:m="http://schemas.openxmlformats.org/officeDocument/2006/math">
                    <m:r>
                      <a:rPr lang="en-US" sz="1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1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</a:t>
                </a:r>
                <a:endParaRPr lang="en-US" sz="1250"/>
              </a:p>
              <a:p>
                <a:pPr marL="206375" indent="-206375">
                  <a:lnSpc>
                    <a:spcPts val="1775"/>
                  </a:lnSpc>
                  <a:buSzPct val="100000"/>
                  <a:buFont typeface="+mj-lt"/>
                  <a:buAutoNum type="arabicPeriod"/>
                </a:pPr>
                <a:r>
                  <a:rPr lang="en-US" sz="125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For each active rival </a:t>
                </a:r>
                <a14:m>
                  <m:oMath xmlns:m="http://schemas.openxmlformats.org/officeDocument/2006/math">
                    <m:r>
                      <a:rPr lang="en-US" sz="1250" b="1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125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,</a:t>
                </a:r>
                <a:r>
                  <a:rPr lang="en-US" sz="1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buy while </a:t>
                </a:r>
                <a:r>
                  <a:rPr lang="en-US" sz="1150">
                    <a:solidFill>
                      <a:srgbClr val="1F2328"/>
                    </a:solidFill>
                    <a:latin typeface="JetBrains Mono" pitchFamily="34" charset="0"/>
                    <a:ea typeface="JetBrains Mono" pitchFamily="34" charset="-122"/>
                    <a:cs typeface="JetBrains Mono" pitchFamily="34" charset="-120"/>
                  </a:rPr>
                  <a:t>taken[j] &lt; votes[j] - (k - 1)</a:t>
                </a:r>
                <a:r>
                  <a:rPr lang="en-US" sz="1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: add the cost to </a:t>
                </a:r>
                <a:r>
                  <a:rPr lang="en-US" sz="1150">
                    <a:solidFill>
                      <a:srgbClr val="1F2328"/>
                    </a:solidFill>
                    <a:latin typeface="JetBrains Mono" pitchFamily="34" charset="0"/>
                    <a:ea typeface="JetBrains Mono" pitchFamily="34" charset="-122"/>
                    <a:cs typeface="JetBrains Mono" pitchFamily="34" charset="-120"/>
                  </a:rPr>
                  <a:t>fc</a:t>
                </a:r>
                <a:r>
                  <a:rPr lang="en-US" sz="1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, </a:t>
                </a:r>
                <a:r>
                  <a:rPr lang="en-US" sz="1150">
                    <a:solidFill>
                      <a:srgbClr val="1F2328"/>
                    </a:solidFill>
                    <a:latin typeface="JetBrains Mono" pitchFamily="34" charset="0"/>
                    <a:ea typeface="JetBrains Mono" pitchFamily="34" charset="-122"/>
                    <a:cs typeface="JetBrains Mono" pitchFamily="34" charset="-120"/>
                  </a:rPr>
                  <a:t>fn ++</a:t>
                </a:r>
                <a:r>
                  <a:rPr lang="en-US" sz="1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, remove that voter from the pool.</a:t>
                </a:r>
                <a:endParaRPr lang="en-US" sz="1250"/>
              </a:p>
              <a:p>
                <a:pPr marL="206375" indent="-206375">
                  <a:lnSpc>
                    <a:spcPts val="1775"/>
                  </a:lnSpc>
                  <a:buSzPct val="100000"/>
                  <a:buFont typeface="+mj-lt"/>
                  <a:buAutoNum type="arabicPeriod"/>
                </a:pPr>
                <a:r>
                  <a:rPr lang="en-US" sz="125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We now have</a:t>
                </a:r>
                <a:r>
                  <a:rPr lang="en-US" sz="1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</a:t>
                </a:r>
                <a:r>
                  <a:rPr lang="en-US" sz="1150">
                    <a:solidFill>
                      <a:srgbClr val="1F2328"/>
                    </a:solidFill>
                    <a:latin typeface="JetBrains Mono" pitchFamily="34" charset="0"/>
                    <a:ea typeface="JetBrains Mono" pitchFamily="34" charset="-122"/>
                    <a:cs typeface="JetBrains Mono" pitchFamily="34" charset="-120"/>
                  </a:rPr>
                  <a:t>have = c1 + fn</a:t>
                </a:r>
                <a:r>
                  <a:rPr lang="en-US" sz="1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votes. If </a:t>
                </a:r>
                <a:r>
                  <a:rPr lang="en-US" sz="1150">
                    <a:solidFill>
                      <a:srgbClr val="1F2328"/>
                    </a:solidFill>
                    <a:latin typeface="JetBrains Mono" pitchFamily="34" charset="0"/>
                    <a:ea typeface="JetBrains Mono" pitchFamily="34" charset="-122"/>
                    <a:cs typeface="JetBrains Mono" pitchFamily="34" charset="-120"/>
                  </a:rPr>
                  <a:t>have &lt; k</a:t>
                </a:r>
                <a:r>
                  <a:rPr lang="en-US" sz="1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, add </a:t>
                </a:r>
                <a:r>
                  <a:rPr lang="en-US" sz="1150">
                    <a:solidFill>
                      <a:srgbClr val="1F2328"/>
                    </a:solidFill>
                    <a:latin typeface="JetBrains Mono" pitchFamily="34" charset="0"/>
                    <a:ea typeface="JetBrains Mono" pitchFamily="34" charset="-122"/>
                    <a:cs typeface="JetBrains Mono" pitchFamily="34" charset="-120"/>
                  </a:rPr>
                  <a:t>cheapest(k - have)</a:t>
                </a:r>
                <a:r>
                  <a:rPr lang="en-US" sz="1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(skip </a:t>
                </a:r>
                <a14:m>
                  <m:oMath xmlns:m="http://schemas.openxmlformats.org/officeDocument/2006/math">
                    <m:r>
                      <a:rPr lang="en-US" sz="1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1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if the pool is too small). Keep the smallest cost.</a:t>
                </a:r>
                <a:endParaRPr lang="en-US" sz="1250"/>
              </a:p>
            </p:txBody>
          </p:sp>
        </mc:Choice>
        <mc:Fallback>
          <p:sp>
            <p:nvSpPr>
              <p:cNvPr id="4" name="Text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800" y="1743075"/>
                <a:ext cx="5283200" cy="2832100"/>
              </a:xfrm>
              <a:prstGeom prst="rect">
                <a:avLst/>
              </a:prstGeom>
              <a:blipFill>
                <a:blip r:embed="rId3"/>
                <a:stretch>
                  <a:fillRect l="-1675" t="-893" r="-2632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 3"/>
          <p:cNvSpPr txBox="1"/>
          <p:nvPr/>
        </p:nvSpPr>
        <p:spPr>
          <a:xfrm>
            <a:off x="6781800" y="1743075"/>
            <a:ext cx="4873244" cy="236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Trace</a:t>
            </a:r>
            <a:r>
              <a:rPr lang="en-US" sz="12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on the hand example (C1: 1 vote, C2: 1 2 5 9, C3: 3 3):</a:t>
            </a:r>
            <a:endParaRPr lang="en-US" sz="120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6" name="Table 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79011935"/>
                  </p:ext>
                </p:extLst>
              </p:nvPr>
            </p:nvGraphicFramePr>
            <p:xfrm>
              <a:off x="6781800" y="2045295"/>
              <a:ext cx="4597399" cy="2620836"/>
            </p:xfrm>
            <a:graphic>
              <a:graphicData uri="http://schemas.openxmlformats.org/drawingml/2006/table">
                <a:tbl>
                  <a:tblPr/>
                  <a:tblGrid>
                    <a:gridCol w="28446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674019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36572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536178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233388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  <a:gridCol w="503634">
                      <a:extLst>
                        <a:ext uri="{9D8B030D-6E8A-4147-A177-3AD203B41FA5}">
                          <a16:colId xmlns:a16="http://schemas.microsoft.com/office/drawing/2014/main" val="20005"/>
                        </a:ext>
                      </a:extLst>
                    </a:gridCol>
                  </a:tblGrid>
                  <a:tr h="476250"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150" b="1" i="1">
                                    <a:solidFill>
                                      <a:srgbClr val="1F2328"/>
                                    </a:solidFill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oMath>
                            </m:oMathPara>
                          </a14:m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new forced buys (costs)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fc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have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top-up (</a:t>
                          </a:r>
                          <a14:m>
                            <m:oMath xmlns:m="http://schemas.openxmlformats.org/officeDocument/2006/math">
                              <m:r>
                                <a:rPr lang="en-US" sz="1150" b="1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150" b="1" i="0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→</m:t>
                              </m:r>
                            </m:oMath>
                          </a14:m>
                          <a:r>
                            <a:rPr lang="en-US" sz="11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cost)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cost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07975"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7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—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0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1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6 → 23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23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6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—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0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1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5 → 14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14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5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—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0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1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4 → 9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9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4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C2: 1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1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2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2 → 5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6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3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3F1E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C2: 2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3F1E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3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3F1E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3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3F1E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—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3F1E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3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3F1E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2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C2: 5, C3: 3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11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5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—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11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1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C2: 9, C3: 3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23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7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—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23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6" name="Table 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79011935"/>
                  </p:ext>
                </p:extLst>
              </p:nvPr>
            </p:nvGraphicFramePr>
            <p:xfrm>
              <a:off x="6781800" y="2045295"/>
              <a:ext cx="4597399" cy="2620836"/>
            </p:xfrm>
            <a:graphic>
              <a:graphicData uri="http://schemas.openxmlformats.org/drawingml/2006/table">
                <a:tbl>
                  <a:tblPr/>
                  <a:tblGrid>
                    <a:gridCol w="28446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674019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36572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536178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233388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  <a:gridCol w="503634">
                      <a:extLst>
                        <a:ext uri="{9D8B030D-6E8A-4147-A177-3AD203B41FA5}">
                          <a16:colId xmlns:a16="http://schemas.microsoft.com/office/drawing/2014/main" val="20005"/>
                        </a:ext>
                      </a:extLst>
                    </a:gridCol>
                  </a:tblGrid>
                  <a:tr h="484061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4545" t="-2632" r="-1550000" b="-45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new forced buys (costs)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fc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have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32990" t="-2632" r="-42268" b="-45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cost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07975"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7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—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0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1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6 → 23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23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6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—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0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1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5 → 14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14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5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—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0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1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4 → 9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9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4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C2: 1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1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2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2 → 5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6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3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3F1E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C2: 2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3F1E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3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3F1E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3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3F1E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—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3F1E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3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3F1E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2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C2: 5, C3: 3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11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5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—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11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1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C2: 9, C3: 3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23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7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—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23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7" name="Text 4"/>
          <p:cNvSpPr txBox="1"/>
          <p:nvPr/>
        </p:nvSpPr>
        <p:spPr>
          <a:xfrm>
            <a:off x="6781800" y="4750395"/>
            <a:ext cx="4873244" cy="4495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O(M):</a:t>
            </a:r>
            <a:r>
              <a:rPr lang="en-US" sz="12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act and taken[j] only grow, so each voter is bought at most once.</a:t>
            </a:r>
            <a:endParaRPr lang="en-US" sz="1200"/>
          </a:p>
        </p:txBody>
      </p:sp>
      <p:sp>
        <p:nvSpPr>
          <p:cNvPr id="8" name="Shape 5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WHEELING AND DEALING · CORE CODE 2</a:t>
            </a:r>
            <a:endParaRPr lang="en-US" sz="1800"/>
          </a:p>
        </p:txBody>
      </p:sp>
      <p:sp>
        <p:nvSpPr>
          <p:cNvPr id="3" name="Text 1"/>
          <p:cNvSpPr txBox="1"/>
          <p:nvPr/>
        </p:nvSpPr>
        <p:spPr>
          <a:xfrm>
            <a:off x="812800" y="1079500"/>
            <a:ext cx="11200384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025"/>
              </a:lnSpc>
              <a:buNone/>
            </a:pPr>
            <a:r>
              <a:rPr lang="en-US" sz="3500" b="1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WRITING THE COST BUCKETS</a:t>
            </a:r>
            <a:endParaRPr lang="en-US" sz="35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2"/>
              <p:cNvSpPr txBox="1"/>
              <p:nvPr/>
            </p:nvSpPr>
            <p:spPr>
              <a:xfrm>
                <a:off x="812800" y="1743075"/>
                <a:ext cx="5283200" cy="2425422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214630" indent="-214630">
                  <a:lnSpc>
                    <a:spcPts val="1846"/>
                  </a:lnSpc>
                  <a:buSzPct val="100000"/>
                  <a:buFont typeface="+mj-lt"/>
                  <a:buAutoNum type="arabicPeriod"/>
                </a:pPr>
                <a:r>
                  <a:rPr lang="en-US" sz="130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Three arrays.</a:t>
                </a:r>
                <a:r>
                  <a:rPr lang="en-US" sz="13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</a:t>
                </a:r>
                <a:r>
                  <a:rPr lang="en-US" sz="1150">
                    <a:solidFill>
                      <a:srgbClr val="1F2328"/>
                    </a:solidFill>
                    <a:latin typeface="JetBrains Mono" pitchFamily="34" charset="0"/>
                    <a:ea typeface="JetBrains Mono" pitchFamily="34" charset="-122"/>
                    <a:cs typeface="JetBrains Mono" pitchFamily="34" charset="-120"/>
                  </a:rPr>
                  <a:t>cnt[c]</a:t>
                </a:r>
                <a:r>
                  <a:rPr lang="en-US" sz="13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= voters in the pool with cost </a:t>
                </a:r>
                <a14:m>
                  <m:oMath xmlns:m="http://schemas.openxmlformats.org/officeDocument/2006/math">
                    <m:r>
                      <a:rPr lang="en-US" sz="13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sz="13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 Block </a:t>
                </a:r>
                <a14:m>
                  <m:oMath xmlns:m="http://schemas.openxmlformats.org/officeDocument/2006/math">
                    <m:r>
                      <a:rPr lang="en-US" sz="13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sz="13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holds costs </a:t>
                </a:r>
                <a14:m>
                  <m:oMath xmlns:m="http://schemas.openxmlformats.org/officeDocument/2006/math">
                    <m:r>
                      <a:rPr lang="en-US" sz="13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100</m:t>
                    </m:r>
                    <m:r>
                      <a:rPr lang="en-US" sz="13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130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,…,</m:t>
                    </m:r>
                    <m:r>
                      <a:rPr lang="en-US" sz="13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100</m:t>
                    </m:r>
                    <m:r>
                      <a:rPr lang="en-US" sz="13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130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3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99</m:t>
                    </m:r>
                  </m:oMath>
                </a14:m>
                <a:r>
                  <a:rPr lang="en-US" sz="13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: </a:t>
                </a:r>
                <a:r>
                  <a:rPr lang="en-US" sz="1150">
                    <a:solidFill>
                      <a:srgbClr val="1F2328"/>
                    </a:solidFill>
                    <a:latin typeface="JetBrains Mono" pitchFamily="34" charset="0"/>
                    <a:ea typeface="JetBrains Mono" pitchFamily="34" charset="-122"/>
                    <a:cs typeface="JetBrains Mono" pitchFamily="34" charset="-120"/>
                  </a:rPr>
                  <a:t>bcnt[b]</a:t>
                </a:r>
                <a:r>
                  <a:rPr lang="en-US" sz="13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= how many voters, </a:t>
                </a:r>
                <a:r>
                  <a:rPr lang="en-US" sz="1150">
                    <a:solidFill>
                      <a:srgbClr val="1F2328"/>
                    </a:solidFill>
                    <a:latin typeface="JetBrains Mono" pitchFamily="34" charset="0"/>
                    <a:ea typeface="JetBrains Mono" pitchFamily="34" charset="-122"/>
                    <a:cs typeface="JetBrains Mono" pitchFamily="34" charset="-120"/>
                  </a:rPr>
                  <a:t>bsum[b]</a:t>
                </a:r>
                <a:r>
                  <a:rPr lang="en-US" sz="13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= their total cost.</a:t>
                </a:r>
                <a:endParaRPr lang="en-US" sz="1300"/>
              </a:p>
              <a:p>
                <a:pPr marL="214630" indent="-214630">
                  <a:lnSpc>
                    <a:spcPts val="1846"/>
                  </a:lnSpc>
                  <a:buSzPct val="100000"/>
                  <a:buFont typeface="+mj-lt"/>
                  <a:buAutoNum type="arabicPeriod"/>
                </a:pPr>
                <a:r>
                  <a:rPr lang="en-US" sz="130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Add or remove a voter of cost </a:t>
                </a:r>
                <a14:m>
                  <m:oMath xmlns:m="http://schemas.openxmlformats.org/officeDocument/2006/math">
                    <m:r>
                      <a:rPr lang="en-US" sz="1300" b="1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sz="130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:</a:t>
                </a:r>
                <a:r>
                  <a:rPr lang="en-US" sz="13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change </a:t>
                </a:r>
                <a:r>
                  <a:rPr lang="en-US" sz="1150">
                    <a:solidFill>
                      <a:srgbClr val="1F2328"/>
                    </a:solidFill>
                    <a:latin typeface="JetBrains Mono" pitchFamily="34" charset="0"/>
                    <a:ea typeface="JetBrains Mono" pitchFamily="34" charset="-122"/>
                    <a:cs typeface="JetBrains Mono" pitchFamily="34" charset="-120"/>
                  </a:rPr>
                  <a:t>cnt[c]</a:t>
                </a:r>
                <a:r>
                  <a:rPr lang="en-US" sz="13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, </a:t>
                </a:r>
                <a:r>
                  <a:rPr lang="en-US" sz="1150">
                    <a:solidFill>
                      <a:srgbClr val="1F2328"/>
                    </a:solidFill>
                    <a:latin typeface="JetBrains Mono" pitchFamily="34" charset="0"/>
                    <a:ea typeface="JetBrains Mono" pitchFamily="34" charset="-122"/>
                    <a:cs typeface="JetBrains Mono" pitchFamily="34" charset="-120"/>
                  </a:rPr>
                  <a:t>bcnt[c / 100]</a:t>
                </a:r>
                <a:r>
                  <a:rPr lang="en-US" sz="13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and </a:t>
                </a:r>
                <a:r>
                  <a:rPr lang="en-US" sz="1150">
                    <a:solidFill>
                      <a:srgbClr val="1F2328"/>
                    </a:solidFill>
                    <a:latin typeface="JetBrains Mono" pitchFamily="34" charset="0"/>
                    <a:ea typeface="JetBrains Mono" pitchFamily="34" charset="-122"/>
                    <a:cs typeface="JetBrains Mono" pitchFamily="34" charset="-120"/>
                  </a:rPr>
                  <a:t>bsum[c / 100]</a:t>
                </a:r>
                <a:r>
                  <a:rPr lang="en-US" sz="13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together. Forced buys remove; at the start every voter not voting for 1 is added.</a:t>
                </a:r>
                <a:endParaRPr lang="en-US" sz="1300"/>
              </a:p>
              <a:p>
                <a:pPr marL="214630" indent="-214630">
                  <a:lnSpc>
                    <a:spcPts val="1846"/>
                  </a:lnSpc>
                  <a:buSzPct val="100000"/>
                  <a:buFont typeface="+mj-lt"/>
                  <a:buAutoNum type="arabicPeriod"/>
                </a:pPr>
                <a:r>
                  <a:rPr lang="en-US" sz="130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cheapest(t), part 1:</a:t>
                </a:r>
                <a:r>
                  <a:rPr lang="en-US" sz="13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walk the blocks from </a:t>
                </a:r>
                <a14:m>
                  <m:oMath xmlns:m="http://schemas.openxmlformats.org/officeDocument/2006/math">
                    <m:r>
                      <a:rPr lang="en-US" sz="13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130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3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3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 While block </a:t>
                </a:r>
                <a14:m>
                  <m:oMath xmlns:m="http://schemas.openxmlformats.org/officeDocument/2006/math">
                    <m:r>
                      <a:rPr lang="en-US" sz="13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sz="13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has fewer than </a:t>
                </a:r>
                <a14:m>
                  <m:oMath xmlns:m="http://schemas.openxmlformats.org/officeDocument/2006/math">
                    <m:r>
                      <a:rPr lang="en-US" sz="13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3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voters, take it whole: </a:t>
                </a:r>
                <a:r>
                  <a:rPr lang="en-US" sz="1150">
                    <a:solidFill>
                      <a:srgbClr val="1F2328"/>
                    </a:solidFill>
                    <a:latin typeface="JetBrains Mono" pitchFamily="34" charset="0"/>
                    <a:ea typeface="JetBrains Mono" pitchFamily="34" charset="-122"/>
                    <a:cs typeface="JetBrains Mono" pitchFamily="34" charset="-120"/>
                  </a:rPr>
                  <a:t>t -= bcnt[b]</a:t>
                </a:r>
                <a:r>
                  <a:rPr lang="en-US" sz="13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, </a:t>
                </a:r>
                <a:r>
                  <a:rPr lang="en-US" sz="1150">
                    <a:solidFill>
                      <a:srgbClr val="1F2328"/>
                    </a:solidFill>
                    <a:latin typeface="JetBrains Mono" pitchFamily="34" charset="0"/>
                    <a:ea typeface="JetBrains Mono" pitchFamily="34" charset="-122"/>
                    <a:cs typeface="JetBrains Mono" pitchFamily="34" charset="-120"/>
                  </a:rPr>
                  <a:t>sum += bsum[b]</a:t>
                </a:r>
                <a:r>
                  <a:rPr lang="en-US" sz="13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</a:t>
                </a:r>
                <a:endParaRPr lang="en-US" sz="1300"/>
              </a:p>
              <a:p>
                <a:pPr marL="214630" indent="-214630">
                  <a:lnSpc>
                    <a:spcPts val="1846"/>
                  </a:lnSpc>
                  <a:buSzPct val="100000"/>
                  <a:buFont typeface="+mj-lt"/>
                  <a:buAutoNum type="arabicPeriod"/>
                </a:pPr>
                <a:r>
                  <a:rPr lang="en-US" sz="130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cheapest(t), part 2:</a:t>
                </a:r>
                <a:r>
                  <a:rPr lang="en-US" sz="13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block </a:t>
                </a:r>
                <a14:m>
                  <m:oMath xmlns:m="http://schemas.openxmlformats.org/officeDocument/2006/math">
                    <m:r>
                      <a:rPr lang="en-US" sz="13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sz="13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has enough. Walk its costs from </a:t>
                </a:r>
                <a14:m>
                  <m:oMath xmlns:m="http://schemas.openxmlformats.org/officeDocument/2006/math">
                    <m:r>
                      <a:rPr lang="en-US" sz="13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100</m:t>
                    </m:r>
                    <m:r>
                      <a:rPr lang="en-US" sz="13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sz="13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upwards; at each cost take </a:t>
                </a:r>
                <a:r>
                  <a:rPr lang="en-US" sz="1150">
                    <a:solidFill>
                      <a:srgbClr val="1F2328"/>
                    </a:solidFill>
                    <a:latin typeface="JetBrains Mono" pitchFamily="34" charset="0"/>
                    <a:ea typeface="JetBrains Mono" pitchFamily="34" charset="-122"/>
                    <a:cs typeface="JetBrains Mono" pitchFamily="34" charset="-120"/>
                  </a:rPr>
                  <a:t>min(cnt[c], t)</a:t>
                </a:r>
                <a:r>
                  <a:rPr lang="en-US" sz="13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voters until </a:t>
                </a:r>
                <a14:m>
                  <m:oMath xmlns:m="http://schemas.openxmlformats.org/officeDocument/2006/math">
                    <m:r>
                      <a:rPr lang="en-US" sz="13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30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3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3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</a:t>
                </a:r>
                <a:endParaRPr lang="en-US" sz="1300"/>
              </a:p>
            </p:txBody>
          </p:sp>
        </mc:Choice>
        <mc:Fallback>
          <p:sp>
            <p:nvSpPr>
              <p:cNvPr id="4" name="Text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800" y="1743075"/>
                <a:ext cx="5283200" cy="2425422"/>
              </a:xfrm>
              <a:prstGeom prst="rect">
                <a:avLst/>
              </a:prstGeom>
              <a:blipFill>
                <a:blip r:embed="rId3"/>
                <a:stretch>
                  <a:fillRect l="-1675" t="-2083" r="-1914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 3"/>
              <p:cNvSpPr txBox="1"/>
              <p:nvPr/>
            </p:nvSpPr>
            <p:spPr>
              <a:xfrm>
                <a:off x="6934200" y="1743075"/>
                <a:ext cx="4711700" cy="742712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1885"/>
                  </a:lnSpc>
                  <a:buNone/>
                </a:pPr>
                <a:r>
                  <a:rPr lang="en-US" sz="130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Example, </a:t>
                </a:r>
                <a14:m>
                  <m:oMath xmlns:m="http://schemas.openxmlformats.org/officeDocument/2006/math">
                    <m:r>
                      <a:rPr lang="en-US" sz="1300" b="1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300" b="1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300" b="1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7</m:t>
                    </m:r>
                  </m:oMath>
                </a14:m>
                <a:r>
                  <a:rPr lang="en-US" sz="130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:</a:t>
                </a:r>
                <a:r>
                  <a:rPr lang="en-US" sz="13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block 0 has 3, block 1 has 2 → take both (5 so far). Block 2 has </a:t>
                </a:r>
                <a14:m>
                  <m:oMath xmlns:m="http://schemas.openxmlformats.org/officeDocument/2006/math">
                    <m:r>
                      <a:rPr lang="en-US" sz="13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4</m:t>
                    </m:r>
                    <m:r>
                      <a:rPr lang="en-US" sz="130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sz="13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sz="13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→ go inside it and take its 2 cheapest.</a:t>
                </a:r>
                <a:endParaRPr lang="en-US" sz="1300"/>
              </a:p>
            </p:txBody>
          </p:sp>
        </mc:Choice>
        <mc:Fallback>
          <p:sp>
            <p:nvSpPr>
              <p:cNvPr id="5" name="Text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4200" y="1743075"/>
                <a:ext cx="4711700" cy="742712"/>
              </a:xfrm>
              <a:prstGeom prst="rect">
                <a:avLst/>
              </a:prstGeom>
              <a:blipFill>
                <a:blip r:embed="rId4"/>
                <a:stretch>
                  <a:fillRect l="-2426" t="-6780" r="-1887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Image 0" descr="Diagram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34200" y="2588022"/>
            <a:ext cx="4216400" cy="117475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 4"/>
              <p:cNvSpPr txBox="1"/>
              <p:nvPr/>
            </p:nvSpPr>
            <p:spPr>
              <a:xfrm>
                <a:off x="6934200" y="3889772"/>
                <a:ext cx="4711700" cy="742712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1885"/>
                  </a:lnSpc>
                  <a:buNone/>
                </a:pPr>
                <a:r>
                  <a:rPr lang="en-US" sz="130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Why </a:t>
                </a:r>
                <a14:m>
                  <m:oMath xmlns:m="http://schemas.openxmlformats.org/officeDocument/2006/math">
                    <m:r>
                      <a:rPr lang="en-US" sz="1300" b="1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≈</m:t>
                    </m:r>
                    <m:r>
                      <a:rPr lang="en-US" sz="1300" b="1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200</m:t>
                    </m:r>
                  </m:oMath>
                </a14:m>
                <a:r>
                  <a:rPr lang="en-US" sz="130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steps:</a:t>
                </a:r>
                <a:r>
                  <a:rPr lang="en-US" sz="13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at most 101 blocks, then at most 100 costs inside one block. </a:t>
                </a:r>
                <a14:m>
                  <m:oMath xmlns:m="http://schemas.openxmlformats.org/officeDocument/2006/math">
                    <m:r>
                      <a:rPr lang="en-US" sz="13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10000</m:t>
                    </m:r>
                    <m:r>
                      <a:rPr lang="en-US" sz="130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3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100</m:t>
                    </m:r>
                    <m:r>
                      <a:rPr lang="en-US" sz="130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sz="13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100</m:t>
                    </m:r>
                  </m:oMath>
                </a14:m>
                <a:r>
                  <a:rPr lang="en-US" sz="13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, so blocks of 100 balance the two walks.</a:t>
                </a:r>
                <a:endParaRPr lang="en-US" sz="1300"/>
              </a:p>
            </p:txBody>
          </p:sp>
        </mc:Choice>
        <mc:Fallback>
          <p:sp>
            <p:nvSpPr>
              <p:cNvPr id="7" name="Text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4200" y="3889772"/>
                <a:ext cx="4711700" cy="742712"/>
              </a:xfrm>
              <a:prstGeom prst="rect">
                <a:avLst/>
              </a:prstGeom>
              <a:blipFill>
                <a:blip r:embed="rId6"/>
                <a:stretch>
                  <a:fillRect l="-2426" t="-6780" b="-8475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Shape 5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WHEELING AND DEALING · COMPLEXITY RECAP</a:t>
            </a:r>
            <a:endParaRPr lang="en-US" sz="18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1"/>
              <p:cNvSpPr txBox="1"/>
              <p:nvPr/>
            </p:nvSpPr>
            <p:spPr>
              <a:xfrm>
                <a:off x="812800" y="1104900"/>
                <a:ext cx="11200384" cy="64381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4485"/>
                  </a:lnSpc>
                  <a:buNone/>
                </a:pPr>
                <a:r>
                  <a:rPr lang="en-US" sz="3900" b="1" kern="0" spc="1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FROM </a:t>
                </a:r>
                <a14:m>
                  <m:oMath xmlns:m="http://schemas.openxmlformats.org/officeDocument/2006/math">
                    <m:r>
                      <a:rPr lang="en-US" sz="3900" b="1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3900" b="1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3900" b="1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3900" b="1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sz="3900" b="1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  <m:t>𝑀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sz="3900" b="1" kern="0" spc="1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TO </a:t>
                </a:r>
                <a14:m>
                  <m:oMath xmlns:m="http://schemas.openxmlformats.org/officeDocument/2006/math">
                    <m:r>
                      <a:rPr lang="en-US" sz="3900" b="1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3900" b="1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900" b="1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  <m:rad>
                          <m:radPr>
                            <m:degHide m:val="on"/>
                            <m:ctrlPr>
                              <a:rPr lang="en-US" sz="3900" b="1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sz="3900" b="1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  <m:t>10000</m:t>
                            </m:r>
                          </m:e>
                        </m:rad>
                      </m:e>
                    </m:d>
                  </m:oMath>
                </a14:m>
                <a:endParaRPr lang="en-US" sz="3900"/>
              </a:p>
            </p:txBody>
          </p:sp>
        </mc:Choice>
        <mc:Fallback>
          <p:sp>
            <p:nvSpPr>
              <p:cNvPr id="3" name="Text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800" y="1104900"/>
                <a:ext cx="11200384" cy="643811"/>
              </a:xfrm>
              <a:prstGeom prst="rect">
                <a:avLst/>
              </a:prstGeom>
              <a:blipFill>
                <a:blip r:embed="rId3"/>
                <a:stretch>
                  <a:fillRect l="-2602" t="-28846" b="-30769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3" name="Table 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79011935"/>
                  </p:ext>
                </p:extLst>
              </p:nvPr>
            </p:nvGraphicFramePr>
            <p:xfrm>
              <a:off x="812800" y="1852216"/>
              <a:ext cx="10566400" cy="2444750"/>
            </p:xfrm>
            <a:graphic>
              <a:graphicData uri="http://schemas.openxmlformats.org/drawingml/2006/table">
                <a:tbl>
                  <a:tblPr/>
                  <a:tblGrid>
                    <a:gridCol w="5494536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2324596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2747268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4381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Approach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Time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Operations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47675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Try every set of voters to buy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2100" b="1" i="1">
                                    <a:solidFill>
                                      <a:srgbClr val="1F2328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d>
                                  <m:dPr>
                                    <m:ctrlPr>
                                      <a:rPr lang="en-US" sz="2100" b="1" i="1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p>
                                      <m:sSupPr>
                                        <m:ctrlPr>
                                          <a:rPr lang="en-US" sz="2100" b="1" i="1">
                                            <a:solidFill>
                                              <a:srgbClr val="1F2328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sz="2100" b="1" i="1">
                                            <a:solidFill>
                                              <a:srgbClr val="1F2328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e>
                                      <m:sup>
                                        <m:r>
                                          <a:rPr lang="en-US" sz="2100" b="1" i="1">
                                            <a:solidFill>
                                              <a:srgbClr val="1F2328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𝑀</m:t>
                                        </m:r>
                                      </m:sup>
                                    </m:sSup>
                                  </m:e>
                                </m:d>
                              </m:oMath>
                            </m:oMathPara>
                          </a14:m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C8373A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✗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7429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Try every </a:t>
                          </a:r>
                          <a14:m>
                            <m:oMath xmlns:m="http://schemas.openxmlformats.org/officeDocument/2006/math">
                              <m:r>
                                <a:rPr lang="en-US" sz="210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oMath>
                          </a14:m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, recompute forced buys and the top-up from scratch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2100" b="1" i="1">
                                    <a:solidFill>
                                      <a:srgbClr val="1F2328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d>
                                  <m:dPr>
                                    <m:ctrlPr>
                                      <a:rPr lang="en-US" sz="2100" b="1" i="1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p>
                                      <m:sSupPr>
                                        <m:ctrlPr>
                                          <a:rPr lang="en-US" sz="2100" b="1" i="1">
                                            <a:solidFill>
                                              <a:srgbClr val="1F2328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sz="2100" b="1" i="1">
                                            <a:solidFill>
                                              <a:srgbClr val="1F2328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𝑀</m:t>
                                        </m:r>
                                      </m:e>
                                      <m:sup>
                                        <m:r>
                                          <a:rPr lang="en-US" sz="2100" b="1" i="1">
                                            <a:solidFill>
                                              <a:srgbClr val="1F2328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e>
                                </m:d>
                              </m:oMath>
                            </m:oMathPara>
                          </a14:m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sz="2100" i="1">
                                      <a:solidFill>
                                        <a:srgbClr val="C8373A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100" i="1">
                                      <a:solidFill>
                                        <a:srgbClr val="C8373A"/>
                                      </a:solidFill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e>
                                <m:sup>
                                  <m:r>
                                    <a:rPr lang="en-US" sz="2100" i="1">
                                      <a:solidFill>
                                        <a:srgbClr val="C8373A"/>
                                      </a:solidFill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sup>
                              </m:sSup>
                            </m:oMath>
                          </a14:m>
                          <a:r>
                            <a:rPr lang="en-US" sz="2100">
                              <a:solidFill>
                                <a:srgbClr val="C8373A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✗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7429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Try every </a:t>
                          </a:r>
                          <a14:m>
                            <m:oMath xmlns:m="http://schemas.openxmlformats.org/officeDocument/2006/math">
                              <m:r>
                                <a:rPr lang="en-US" sz="210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oMath>
                          </a14:m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, </a:t>
                          </a: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sweep </a:t>
                          </a:r>
                          <a14:m>
                            <m:oMath xmlns:m="http://schemas.openxmlformats.org/officeDocument/2006/math">
                              <m:r>
                                <a:rPr lang="en-US" sz="2100" b="1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oMath>
                          </a14:m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downwards</a:t>
                          </a: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+ cost buckets for the cheapest </a:t>
                          </a:r>
                          <a14:m>
                            <m:oMath xmlns:m="http://schemas.openxmlformats.org/officeDocument/2006/math">
                              <m:r>
                                <a:rPr lang="en-US" sz="210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oMath>
                          </a14:m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F3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2100" b="1" i="1">
                                    <a:solidFill>
                                      <a:srgbClr val="1F2328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d>
                                  <m:dPr>
                                    <m:ctrlPr>
                                      <a:rPr lang="en-US" sz="2100" b="1" i="1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1" i="1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𝑀</m:t>
                                    </m:r>
                                    <m:rad>
                                      <m:radPr>
                                        <m:degHide m:val="on"/>
                                        <m:ctrlPr>
                                          <a:rPr lang="en-US" sz="2100" b="1" i="1">
                                            <a:solidFill>
                                              <a:srgbClr val="1F2328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n-US" sz="2100" b="1" i="1">
                                            <a:solidFill>
                                              <a:srgbClr val="1F2328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10000</m:t>
                                        </m:r>
                                      </m:e>
                                    </m:rad>
                                  </m:e>
                                </m:d>
                              </m:oMath>
                            </m:oMathPara>
                          </a14:m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F3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en-US" sz="2100" i="0">
                                  <a:solidFill>
                                    <a:srgbClr val="287673"/>
                                  </a:solidFill>
                                  <a:latin typeface="Cambria Math" panose="02040503050406030204" pitchFamily="18" charset="0"/>
                                </a:rPr>
                                <m:t>≈</m:t>
                              </m:r>
                              <m:r>
                                <a:rPr lang="en-US" sz="2100" i="1">
                                  <a:solidFill>
                                    <a:srgbClr val="287673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2100" i="0">
                                  <a:solidFill>
                                    <a:srgbClr val="287673"/>
                                  </a:solidFill>
                                  <a:latin typeface="Cambria Math" panose="02040503050406030204" pitchFamily="18" charset="0"/>
                                </a:rPr>
                                <m:t>×</m:t>
                              </m:r>
                              <m:sSup>
                                <m:sSupPr>
                                  <m:ctrlPr>
                                    <a:rPr lang="en-US" sz="2100" i="1">
                                      <a:solidFill>
                                        <a:srgbClr val="28767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100" i="1">
                                      <a:solidFill>
                                        <a:srgbClr val="287673"/>
                                      </a:solidFill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e>
                                <m:sup>
                                  <m:r>
                                    <a:rPr lang="en-US" sz="2100" i="1">
                                      <a:solidFill>
                                        <a:srgbClr val="287673"/>
                                      </a:solidFill>
                                      <a:latin typeface="Cambria Math" panose="02040503050406030204" pitchFamily="18" charset="0"/>
                                    </a:rPr>
                                    <m:t>7</m:t>
                                  </m:r>
                                </m:sup>
                              </m:sSup>
                            </m:oMath>
                          </a14:m>
                          <a:r>
                            <a:rPr lang="en-US" sz="2100">
                              <a:solidFill>
                                <a:srgbClr val="287673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✓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F3F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3" name="Table 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79011935"/>
                  </p:ext>
                </p:extLst>
              </p:nvPr>
            </p:nvGraphicFramePr>
            <p:xfrm>
              <a:off x="812800" y="1852216"/>
              <a:ext cx="10566400" cy="2444750"/>
            </p:xfrm>
            <a:graphic>
              <a:graphicData uri="http://schemas.openxmlformats.org/drawingml/2006/table">
                <a:tbl>
                  <a:tblPr/>
                  <a:tblGrid>
                    <a:gridCol w="5494536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2324596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2747268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45720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Approach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Time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Operations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508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Try every set of voters to buy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37158" t="-102778" r="-118579" b="-358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C8373A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✗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76835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31" t="-119672" r="-92379" b="-1114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37158" t="-119672" r="-118579" b="-1114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85648" t="-119672" r="-463" b="-11147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76835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31" t="-219672" r="-92379" b="-114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37158" t="-219672" r="-118579" b="-114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85648" t="-219672" r="-463" b="-1147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 2"/>
              <p:cNvSpPr txBox="1"/>
              <p:nvPr/>
            </p:nvSpPr>
            <p:spPr>
              <a:xfrm>
                <a:off x="812800" y="4404916"/>
                <a:ext cx="11200384" cy="90011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375"/>
                  </a:lnSpc>
                  <a:buNone/>
                </a:pPr>
                <a:r>
                  <a:rPr lang="en-US" sz="2250" b="1">
                    <a:solidFill>
                      <a:srgbClr val="0A4054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Greedy fixes what to buy for each </a:t>
                </a:r>
                <a14:m>
                  <m:oMath xmlns:m="http://schemas.openxmlformats.org/officeDocument/2006/math">
                    <m:r>
                      <a:rPr lang="en-US" sz="2250" b="1" i="1">
                        <a:solidFill>
                          <a:srgbClr val="0A4054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250" b="1">
                    <a:solidFill>
                      <a:srgbClr val="0A4054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; sweeping </a:t>
                </a:r>
                <a14:m>
                  <m:oMath xmlns:m="http://schemas.openxmlformats.org/officeDocument/2006/math">
                    <m:r>
                      <a:rPr lang="en-US" sz="2250" b="1" i="1">
                        <a:solidFill>
                          <a:srgbClr val="0A4054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250" b="1">
                    <a:solidFill>
                      <a:srgbClr val="0A4054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downwards means each voter is bought at most once.</a:t>
                </a:r>
                <a:endParaRPr lang="en-US" sz="2250"/>
              </a:p>
            </p:txBody>
          </p:sp>
        </mc:Choice>
        <mc:Fallback>
          <p:sp>
            <p:nvSpPr>
              <p:cNvPr id="5" name="Text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800" y="4404916"/>
                <a:ext cx="11200384" cy="900113"/>
              </a:xfrm>
              <a:prstGeom prst="rect">
                <a:avLst/>
              </a:prstGeom>
              <a:blipFill>
                <a:blip r:embed="rId5"/>
                <a:stretch>
                  <a:fillRect l="-1471" t="-5634" r="-339" b="-11268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hape 3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ity illustrati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3000" y="736600"/>
            <a:ext cx="3429000" cy="61214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12800" y="1783755"/>
            <a:ext cx="11200384" cy="316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40"/>
              </a:lnSpc>
              <a:buNone/>
            </a:pPr>
            <a:r>
              <a:rPr lang="en-US" sz="1950" b="1" kern="0" spc="15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AIO PROBLEM 5</a:t>
            </a:r>
            <a:endParaRPr lang="en-US" sz="1950"/>
          </a:p>
        </p:txBody>
      </p:sp>
      <p:sp>
        <p:nvSpPr>
          <p:cNvPr id="4" name="Text 1"/>
          <p:cNvSpPr txBox="1"/>
          <p:nvPr/>
        </p:nvSpPr>
        <p:spPr>
          <a:xfrm>
            <a:off x="812800" y="2291755"/>
            <a:ext cx="11200384" cy="10476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7260"/>
              </a:lnSpc>
              <a:buNone/>
            </a:pPr>
            <a:r>
              <a:rPr lang="en-US" sz="6600" b="1" kern="0" spc="15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 MINISTER</a:t>
            </a:r>
            <a:endParaRPr lang="en-US" sz="6600"/>
          </a:p>
        </p:txBody>
      </p:sp>
      <p:sp>
        <p:nvSpPr>
          <p:cNvPr id="5" name="Text 2"/>
          <p:cNvSpPr txBox="1"/>
          <p:nvPr/>
        </p:nvSpPr>
        <p:spPr>
          <a:xfrm>
            <a:off x="812800" y="3442295"/>
            <a:ext cx="8077200" cy="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60"/>
              </a:lnSpc>
              <a:buNone/>
            </a:pPr>
            <a:r>
              <a:rPr lang="en-US" sz="2550">
                <a:solidFill>
                  <a:srgbClr val="4D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Flip the picture: fill the valleys up to a level.</a:t>
            </a:r>
            <a:endParaRPr lang="en-US" sz="2550"/>
          </a:p>
        </p:txBody>
      </p:sp>
      <p:sp>
        <p:nvSpPr>
          <p:cNvPr id="6" name="Shape 3"/>
          <p:cNvSpPr/>
          <p:nvPr/>
        </p:nvSpPr>
        <p:spPr>
          <a:xfrm>
            <a:off x="812800" y="4045545"/>
            <a:ext cx="2939058" cy="457200"/>
          </a:xfrm>
          <a:prstGeom prst="roundRect">
            <a:avLst>
              <a:gd name="adj" fmla="val 50000"/>
            </a:avLst>
          </a:prstGeom>
          <a:solidFill>
            <a:srgbClr val="FDF0D6"/>
          </a:solidFill>
          <a:ln w="12700">
            <a:solidFill>
              <a:srgbClr val="E0960F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7" name="Text 4"/>
          <p:cNvSpPr txBox="1"/>
          <p:nvPr/>
        </p:nvSpPr>
        <p:spPr>
          <a:xfrm>
            <a:off x="812800" y="4045545"/>
            <a:ext cx="2939058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100" b="1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Binary Search</a:t>
            </a:r>
            <a:r>
              <a:rPr lang="en-US" sz="2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main</a:t>
            </a:r>
            <a:endParaRPr lang="en-US" sz="2100"/>
          </a:p>
        </p:txBody>
      </p:sp>
      <p:sp>
        <p:nvSpPr>
          <p:cNvPr id="8" name="Shape 5"/>
          <p:cNvSpPr/>
          <p:nvPr/>
        </p:nvSpPr>
        <p:spPr>
          <a:xfrm>
            <a:off x="3866158" y="4045545"/>
            <a:ext cx="2375991" cy="457200"/>
          </a:xfrm>
          <a:prstGeom prst="roundRect">
            <a:avLst>
              <a:gd name="adj" fmla="val 50000"/>
            </a:avLst>
          </a:prstGeom>
          <a:solidFill>
            <a:srgbClr val="DFE8EC"/>
          </a:solidFill>
          <a:ln w="12700">
            <a:solidFill>
              <a:srgbClr val="0A405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9" name="Text 6"/>
          <p:cNvSpPr txBox="1"/>
          <p:nvPr/>
        </p:nvSpPr>
        <p:spPr>
          <a:xfrm>
            <a:off x="3866158" y="4045545"/>
            <a:ext cx="2375991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100" b="1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Greedy</a:t>
            </a:r>
            <a:r>
              <a:rPr lang="en-US" sz="2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support</a:t>
            </a:r>
            <a:endParaRPr lang="en-US" sz="2100"/>
          </a:p>
        </p:txBody>
      </p:sp>
      <p:sp>
        <p:nvSpPr>
          <p:cNvPr id="10" name="Shape 7"/>
          <p:cNvSpPr/>
          <p:nvPr/>
        </p:nvSpPr>
        <p:spPr>
          <a:xfrm>
            <a:off x="6356449" y="4045545"/>
            <a:ext cx="163443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BAC0"/>
            </a:solidFill>
            <a:prstDash val="dash"/>
          </a:ln>
        </p:spPr>
        <p:txBody>
          <a:bodyPr/>
          <a:lstStyle/>
          <a:p>
            <a:endParaRPr lang="en-AU"/>
          </a:p>
        </p:txBody>
      </p:sp>
      <p:sp>
        <p:nvSpPr>
          <p:cNvPr id="11" name="Text 8"/>
          <p:cNvSpPr txBox="1"/>
          <p:nvPr/>
        </p:nvSpPr>
        <p:spPr>
          <a:xfrm>
            <a:off x="6356449" y="4045545"/>
            <a:ext cx="163443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100">
                <a:solidFill>
                  <a:srgbClr val="5D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Prefix Sum</a:t>
            </a:r>
            <a:endParaRPr lang="en-US" sz="2100"/>
          </a:p>
        </p:txBody>
      </p:sp>
      <p:sp>
        <p:nvSpPr>
          <p:cNvPr id="12" name="Shape 9"/>
          <p:cNvSpPr/>
          <p:nvPr/>
        </p:nvSpPr>
        <p:spPr>
          <a:xfrm>
            <a:off x="812800" y="4617045"/>
            <a:ext cx="1871861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BAC0"/>
            </a:solidFill>
            <a:prstDash val="dash"/>
          </a:ln>
        </p:spPr>
        <p:txBody>
          <a:bodyPr/>
          <a:lstStyle/>
          <a:p>
            <a:endParaRPr lang="en-AU"/>
          </a:p>
        </p:txBody>
      </p:sp>
      <p:sp>
        <p:nvSpPr>
          <p:cNvPr id="13" name="Text 10"/>
          <p:cNvSpPr txBox="1"/>
          <p:nvPr/>
        </p:nvSpPr>
        <p:spPr>
          <a:xfrm>
            <a:off x="812800" y="4617045"/>
            <a:ext cx="1871861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100">
                <a:solidFill>
                  <a:srgbClr val="5D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Pointers</a:t>
            </a:r>
            <a:endParaRPr lang="en-US" sz="210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 MINISTER</a:t>
            </a:r>
            <a:endParaRPr lang="en-US" sz="180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39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2"/>
              <p:cNvSpPr txBox="1"/>
              <p:nvPr/>
            </p:nvSpPr>
            <p:spPr>
              <a:xfrm>
                <a:off x="812800" y="1903016"/>
                <a:ext cx="10096500" cy="99048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720"/>
                  </a:lnSpc>
                  <a:buNone/>
                </a:pP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people (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odd) have wealth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≤…≤</m:t>
                    </m:r>
                    <m:sSub>
                      <m:sSubPr>
                        <m:ctrlP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</m:sSub>
                  </m:oMath>
                </a14:m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 Hand out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dollars (non-negative whole amounts each).</a:t>
                </a:r>
                <a:endParaRPr lang="en-US" sz="2400"/>
              </a:p>
            </p:txBody>
          </p:sp>
        </mc:Choice>
        <mc:Fallback>
          <p:sp>
            <p:nvSpPr>
              <p:cNvPr id="4" name="Text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800" y="1903016"/>
                <a:ext cx="10096500" cy="990481"/>
              </a:xfrm>
              <a:prstGeom prst="rect">
                <a:avLst/>
              </a:prstGeom>
              <a:blipFill>
                <a:blip r:embed="rId3"/>
                <a:stretch>
                  <a:fillRect l="-1757" t="-2500" b="-7500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 3"/>
          <p:cNvSpPr txBox="1"/>
          <p:nvPr/>
        </p:nvSpPr>
        <p:spPr>
          <a:xfrm>
            <a:off x="812800" y="2987477"/>
            <a:ext cx="10096500" cy="518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720"/>
              </a:lnSpc>
              <a:buNone/>
            </a:pPr>
            <a:r>
              <a:rPr lang="en-US" sz="24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 the </a:t>
            </a:r>
            <a:r>
              <a:rPr lang="en-US" sz="2400" b="1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median</a:t>
            </a:r>
            <a:r>
              <a:rPr lang="en-US" sz="24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wealth as large as possible.</a:t>
            </a:r>
            <a:endParaRPr lang="en-US" sz="24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 4"/>
              <p:cNvSpPr txBox="1"/>
              <p:nvPr/>
            </p:nvSpPr>
            <p:spPr>
              <a:xfrm>
                <a:off x="812800" y="3599557"/>
                <a:ext cx="10096500" cy="34480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2520"/>
                  </a:lnSpc>
                  <a:buNone/>
                </a:pPr>
                <a14:m>
                  <m:oMath xmlns:m="http://schemas.openxmlformats.org/officeDocument/2006/math">
                    <m:r>
                      <a:rPr lang="en-US" sz="2100" i="1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2100" i="0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sz="2100" i="1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2100" i="0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2100" i="1">
                            <a:solidFill>
                              <a:srgbClr val="4D556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100" i="1">
                            <a:solidFill>
                              <a:srgbClr val="4D5560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2100" i="1">
                            <a:solidFill>
                              <a:srgbClr val="4D5560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sup>
                    </m:sSup>
                  </m:oMath>
                </a14:m>
                <a:r>
                  <a:rPr lang="en-US" sz="210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,  </a:t>
                </a:r>
                <a14:m>
                  <m:oMath xmlns:m="http://schemas.openxmlformats.org/officeDocument/2006/math">
                    <m:r>
                      <a:rPr lang="en-US" sz="2100" i="1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2100" i="0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100" i="1">
                            <a:solidFill>
                              <a:srgbClr val="4D55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100" i="1">
                            <a:solidFill>
                              <a:srgbClr val="4D556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2100" i="1">
                            <a:solidFill>
                              <a:srgbClr val="4D556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100" i="0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≤</m:t>
                    </m:r>
                    <m:sSup>
                      <m:sSupPr>
                        <m:ctrlPr>
                          <a:rPr lang="en-US" sz="2100" i="1">
                            <a:solidFill>
                              <a:srgbClr val="4D556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100" i="1">
                            <a:solidFill>
                              <a:srgbClr val="4D5560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2100" i="1">
                            <a:solidFill>
                              <a:srgbClr val="4D5560"/>
                            </a:solidFill>
                            <a:latin typeface="Cambria Math" panose="02040503050406030204" pitchFamily="18" charset="0"/>
                          </a:rPr>
                          <m:t>9</m:t>
                        </m:r>
                      </m:sup>
                    </m:sSup>
                  </m:oMath>
                </a14:m>
                <a:endParaRPr lang="en-US" sz="2100"/>
              </a:p>
            </p:txBody>
          </p:sp>
        </mc:Choice>
        <mc:Fallback>
          <p:sp>
            <p:nvSpPr>
              <p:cNvPr id="6" name="Text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800" y="3599557"/>
                <a:ext cx="10096500" cy="344805"/>
              </a:xfrm>
              <a:prstGeom prst="rect">
                <a:avLst/>
              </a:prstGeom>
              <a:blipFill>
                <a:blip r:embed="rId4"/>
                <a:stretch>
                  <a:fillRect l="-878" t="-25000" b="-39286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hape 5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 MINISTER · KEY OBSERVATION</a:t>
            </a:r>
            <a:endParaRPr lang="en-US" sz="18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1"/>
              <p:cNvSpPr txBox="1"/>
              <p:nvPr/>
            </p:nvSpPr>
            <p:spPr>
              <a:xfrm>
                <a:off x="812800" y="1104900"/>
                <a:ext cx="11200384" cy="64381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4485"/>
                  </a:lnSpc>
                  <a:buNone/>
                </a:pPr>
                <a:r>
                  <a:rPr lang="en-US" sz="3900" b="1" kern="0" spc="1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CAN THE MEDIAN REACH </a:t>
                </a:r>
                <a14:m>
                  <m:oMath xmlns:m="http://schemas.openxmlformats.org/officeDocument/2006/math">
                    <m:r>
                      <a:rPr lang="en-US" sz="3900" b="1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3900" b="1" kern="0" spc="1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?</a:t>
                </a:r>
                <a:endParaRPr lang="en-US" sz="3900"/>
              </a:p>
            </p:txBody>
          </p:sp>
        </mc:Choice>
        <mc:Fallback>
          <p:sp>
            <p:nvSpPr>
              <p:cNvPr id="3" name="Text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800" y="1104900"/>
                <a:ext cx="11200384" cy="643811"/>
              </a:xfrm>
              <a:prstGeom prst="rect">
                <a:avLst/>
              </a:prstGeom>
              <a:blipFill>
                <a:blip r:embed="rId3"/>
                <a:stretch>
                  <a:fillRect l="-2602" t="-26923" b="-34615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2"/>
              <p:cNvSpPr txBox="1"/>
              <p:nvPr/>
            </p:nvSpPr>
            <p:spPr>
              <a:xfrm>
                <a:off x="812800" y="1852216"/>
                <a:ext cx="11200384" cy="48577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488"/>
                  </a:lnSpc>
                  <a:buNone/>
                </a:pPr>
                <a:r>
                  <a:rPr lang="en-US" sz="225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1.</a:t>
                </a: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Median </a:t>
                </a:r>
                <a14:m>
                  <m:oMath xmlns:m="http://schemas.openxmlformats.org/officeDocument/2006/math">
                    <m: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⇔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at least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sz="22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people have </a:t>
                </a:r>
                <a14:m>
                  <m:oMath xmlns:m="http://schemas.openxmlformats.org/officeDocument/2006/math">
                    <m: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</a:t>
                </a:r>
                <a:endParaRPr lang="en-US" sz="2250"/>
              </a:p>
            </p:txBody>
          </p:sp>
        </mc:Choice>
        <mc:Fallback>
          <p:sp>
            <p:nvSpPr>
              <p:cNvPr id="4" name="Text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800" y="1852216"/>
                <a:ext cx="11200384" cy="485775"/>
              </a:xfrm>
              <a:prstGeom prst="rect">
                <a:avLst/>
              </a:prstGeom>
              <a:blipFill>
                <a:blip r:embed="rId4"/>
                <a:stretch>
                  <a:fillRect l="-1471" t="-5000" b="-15000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 3"/>
              <p:cNvSpPr txBox="1"/>
              <p:nvPr/>
            </p:nvSpPr>
            <p:spPr>
              <a:xfrm>
                <a:off x="812800" y="2422128"/>
                <a:ext cx="11200384" cy="92868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488"/>
                  </a:lnSpc>
                  <a:buNone/>
                </a:pPr>
                <a:r>
                  <a:rPr lang="en-US" sz="225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2.</a:t>
                </a: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Cheapest way (Greedy): raise the </a:t>
                </a:r>
                <a:r>
                  <a:rPr lang="en-US" sz="225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richest</a:t>
                </a: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sz="22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people,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𝑚𝑑</m:t>
                        </m:r>
                      </m:sub>
                    </m:sSub>
                    <m: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</m:sSub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with 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𝑚𝑑</m:t>
                    </m:r>
                    <m: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sz="22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 Money for the left half never helps.</a:t>
                </a:r>
                <a:endParaRPr lang="en-US" sz="2250"/>
              </a:p>
            </p:txBody>
          </p:sp>
        </mc:Choice>
        <mc:Fallback>
          <p:sp>
            <p:nvSpPr>
              <p:cNvPr id="5" name="Text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800" y="2422128"/>
                <a:ext cx="11200384" cy="928688"/>
              </a:xfrm>
              <a:prstGeom prst="rect">
                <a:avLst/>
              </a:prstGeom>
              <a:blipFill>
                <a:blip r:embed="rId5"/>
                <a:stretch>
                  <a:fillRect l="-1471" t="-4054" b="-9459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hape 4"/>
          <p:cNvSpPr/>
          <p:nvPr/>
        </p:nvSpPr>
        <p:spPr>
          <a:xfrm>
            <a:off x="812800" y="3434953"/>
            <a:ext cx="11200384" cy="1322578"/>
          </a:xfrm>
          <a:prstGeom prst="roundRect">
            <a:avLst>
              <a:gd name="adj" fmla="val 9195"/>
            </a:avLst>
          </a:prstGeom>
          <a:solidFill>
            <a:srgbClr val="FFFAF0"/>
          </a:solidFill>
          <a:ln/>
        </p:spPr>
        <p:txBody>
          <a:bodyPr/>
          <a:lstStyle/>
          <a:p>
            <a:endParaRPr lang="en-AU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 5"/>
              <p:cNvSpPr txBox="1"/>
              <p:nvPr/>
            </p:nvSpPr>
            <p:spPr>
              <a:xfrm>
                <a:off x="1016000" y="3434953"/>
                <a:ext cx="10793984" cy="132257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>
                  <a:lnSpc>
                    <a:spcPts val="2880"/>
                  </a:lnSpc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2400" dirty="0" smtClean="0">
                          <a:solidFill>
                            <a:srgbClr val="1F2328"/>
                          </a:solidFill>
                          <a:latin typeface="Cambria Math" panose="02040503050406030204" pitchFamily="18" charset="0"/>
                        </a:rPr>
                        <m:t>c</m:t>
                      </m:r>
                      <m:r>
                        <m:rPr>
                          <m:sty m:val="p"/>
                        </m:rPr>
                        <a:rPr lang="en-US" sz="2400" i="0" dirty="0">
                          <a:solidFill>
                            <a:srgbClr val="1F2328"/>
                          </a:solidFill>
                          <a:latin typeface="Cambria Math" panose="02040503050406030204" pitchFamily="18" charset="0"/>
                        </a:rPr>
                        <m:t>ost</m:t>
                      </m:r>
                      <m:d>
                        <m:dPr>
                          <m:ctrlPr>
                            <a:rPr lang="en-US" sz="2400" i="1" dirty="0">
                              <a:solidFill>
                                <a:srgbClr val="1F2328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solidFill>
                                <a:srgbClr val="1F2328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400" i="0" dirty="0">
                          <a:solidFill>
                            <a:srgbClr val="1F2328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2400" i="1" dirty="0">
                              <a:solidFill>
                                <a:srgbClr val="1F2328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i="1" dirty="0">
                              <a:solidFill>
                                <a:srgbClr val="1F2328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0" dirty="0">
                              <a:solidFill>
                                <a:srgbClr val="1F2328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2400" i="1" dirty="0">
                              <a:solidFill>
                                <a:srgbClr val="1F2328"/>
                              </a:solidFill>
                              <a:latin typeface="Cambria Math" panose="02040503050406030204" pitchFamily="18" charset="0"/>
                            </a:rPr>
                            <m:t>𝑚𝑑</m:t>
                          </m:r>
                        </m:sub>
                        <m:sup>
                          <m:r>
                            <a:rPr lang="en-US" sz="2400" i="1" dirty="0">
                              <a:solidFill>
                                <a:srgbClr val="1F2328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func>
                            <m:funcPr>
                              <m:ctrlPr>
                                <a:rPr lang="en-US" sz="2400" i="0" dirty="0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400" i="0" dirty="0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2400" i="0" dirty="0">
                                      <a:solidFill>
                                        <a:srgbClr val="1F2328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0" dirty="0">
                                      <a:solidFill>
                                        <a:srgbClr val="1F2328"/>
                                      </a:solidFill>
                                      <a:latin typeface="Cambria Math" panose="02040503050406030204" pitchFamily="18" charset="0"/>
                                    </a:rPr>
                                    <m:t>0, </m:t>
                                  </m:r>
                                  <m:r>
                                    <a:rPr lang="en-US" sz="2400" i="1" dirty="0">
                                      <a:solidFill>
                                        <a:srgbClr val="1F2328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sz="2400" i="0" dirty="0">
                                      <a:solidFill>
                                        <a:srgbClr val="1F2328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sz="2400" i="1" dirty="0">
                                          <a:solidFill>
                                            <a:srgbClr val="1F2328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 dirty="0">
                                          <a:solidFill>
                                            <a:srgbClr val="1F2328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sz="2400" i="1" dirty="0">
                                          <a:solidFill>
                                            <a:srgbClr val="1F2328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</m:e>
                      </m:nary>
                      <m:r>
                        <a:rPr lang="en-US" sz="2400" i="0" dirty="0">
                          <a:solidFill>
                            <a:srgbClr val="1F2328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sz="2400" i="1" dirty="0">
                          <a:solidFill>
                            <a:srgbClr val="1F2328"/>
                          </a:solidFill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en-US" sz="2400"/>
              </a:p>
            </p:txBody>
          </p:sp>
        </mc:Choice>
        <mc:Fallback>
          <p:sp>
            <p:nvSpPr>
              <p:cNvPr id="7" name="Text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6000" y="3434953"/>
                <a:ext cx="10793984" cy="1322578"/>
              </a:xfrm>
              <a:prstGeom prst="rect">
                <a:avLst/>
              </a:prstGeom>
              <a:blipFill>
                <a:blip r:embed="rId6"/>
                <a:stretch>
                  <a:fillRect t="-92381" b="-116190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 6"/>
              <p:cNvSpPr txBox="1"/>
              <p:nvPr/>
            </p:nvSpPr>
            <p:spPr>
              <a:xfrm>
                <a:off x="812800" y="4763757"/>
                <a:ext cx="11200384" cy="92868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488"/>
                  </a:lnSpc>
                  <a:buNone/>
                </a:pPr>
                <a:r>
                  <a:rPr lang="en-US" sz="225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3.</a:t>
                </a: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Bigger 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costs more: monotone → </a:t>
                </a:r>
                <a:r>
                  <a:rPr lang="en-US" sz="225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binary search on the answer</a:t>
                </a: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, last 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that passes.</a:t>
                </a:r>
                <a:endParaRPr lang="en-US" sz="2250"/>
              </a:p>
            </p:txBody>
          </p:sp>
        </mc:Choice>
        <mc:Fallback>
          <p:sp>
            <p:nvSpPr>
              <p:cNvPr id="8" name="Text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800" y="4763757"/>
                <a:ext cx="11200384" cy="928688"/>
              </a:xfrm>
              <a:prstGeom prst="rect">
                <a:avLst/>
              </a:prstGeom>
              <a:blipFill>
                <a:blip r:embed="rId7"/>
                <a:stretch>
                  <a:fillRect l="-1471" t="-2667" r="-226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Shape 7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1D0441D-E619-602D-9BFC-28D6DA9B4C66}"/>
              </a:ext>
            </a:extLst>
          </p:cNvPr>
          <p:cNvSpPr txBox="1"/>
          <p:nvPr/>
        </p:nvSpPr>
        <p:spPr>
          <a:xfrm>
            <a:off x="5638800" y="2975113"/>
            <a:ext cx="65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en-AU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 MINISTER · WORK IT BY HAND</a:t>
            </a:r>
            <a:endParaRPr lang="en-US" sz="18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1"/>
              <p:cNvSpPr txBox="1"/>
              <p:nvPr/>
            </p:nvSpPr>
            <p:spPr>
              <a:xfrm>
                <a:off x="812800" y="1104900"/>
                <a:ext cx="11200384" cy="64381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4485"/>
                  </a:lnSpc>
                  <a:buNone/>
                </a:pPr>
                <a:r>
                  <a:rPr lang="en-US" sz="3900" b="1" kern="0" spc="1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SAMPLE 1: </a:t>
                </a:r>
                <a14:m>
                  <m:oMath xmlns:m="http://schemas.openxmlformats.org/officeDocument/2006/math">
                    <m:r>
                      <a:rPr lang="en-US" sz="3900" b="1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3900" b="1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3900" b="1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4</m:t>
                    </m:r>
                  </m:oMath>
                </a14:m>
                <a:r>
                  <a:rPr lang="en-US" sz="3900" b="1" kern="0" spc="1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, </a:t>
                </a:r>
                <a14:m>
                  <m:oMath xmlns:m="http://schemas.openxmlformats.org/officeDocument/2006/math">
                    <m:r>
                      <a:rPr lang="en-US" sz="3900" b="1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sz="3900" b="1" kern="0" spc="1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= 1 2 5 6 9</a:t>
                </a:r>
                <a:endParaRPr lang="en-US" sz="3900"/>
              </a:p>
            </p:txBody>
          </p:sp>
        </mc:Choice>
        <mc:Fallback>
          <p:sp>
            <p:nvSpPr>
              <p:cNvPr id="3" name="Text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800" y="1104900"/>
                <a:ext cx="11200384" cy="643811"/>
              </a:xfrm>
              <a:prstGeom prst="rect">
                <a:avLst/>
              </a:prstGeom>
              <a:blipFill>
                <a:blip r:embed="rId3"/>
                <a:stretch>
                  <a:fillRect l="-2602" t="-26923" b="-34615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2"/>
              <p:cNvSpPr txBox="1"/>
              <p:nvPr/>
            </p:nvSpPr>
            <p:spPr>
              <a:xfrm>
                <a:off x="812800" y="1852216"/>
                <a:ext cx="11200384" cy="37306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2700"/>
                  </a:lnSpc>
                  <a:buNone/>
                </a:pP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𝑚𝑑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= ___   right half = ___ ___ ___   search range = [___, ___]</a:t>
                </a:r>
                <a:endParaRPr lang="en-US" sz="2250"/>
              </a:p>
            </p:txBody>
          </p:sp>
        </mc:Choice>
        <mc:Fallback>
          <p:sp>
            <p:nvSpPr>
              <p:cNvPr id="4" name="Text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800" y="1852216"/>
                <a:ext cx="11200384" cy="373063"/>
              </a:xfrm>
              <a:prstGeom prst="rect">
                <a:avLst/>
              </a:prstGeom>
              <a:blipFill>
                <a:blip r:embed="rId4"/>
                <a:stretch>
                  <a:fillRect l="-905" t="-22581" b="-35484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7" name="Table 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79011935"/>
                  </p:ext>
                </p:extLst>
              </p:nvPr>
            </p:nvGraphicFramePr>
            <p:xfrm>
              <a:off x="812800" y="2360216"/>
              <a:ext cx="10566399" cy="1911350"/>
            </p:xfrm>
            <a:graphic>
              <a:graphicData uri="http://schemas.openxmlformats.org/drawingml/2006/table">
                <a:tbl>
                  <a:tblPr/>
                  <a:tblGrid>
                    <a:gridCol w="1479252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690588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690588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690588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901924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  <a:gridCol w="2113459">
                      <a:extLst>
                        <a:ext uri="{9D8B030D-6E8A-4147-A177-3AD203B41FA5}">
                          <a16:colId xmlns:a16="http://schemas.microsoft.com/office/drawing/2014/main" val="20005"/>
                        </a:ext>
                      </a:extLst>
                    </a:gridCol>
                  </a:tblGrid>
                  <a:tr h="4635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2250" b="1" i="1">
                                    <a:solidFill>
                                      <a:srgbClr val="1F2328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oMath>
                            </m:oMathPara>
                          </a14:m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top up 5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top up 6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top up 9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cost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700"/>
                            </a:lnSpc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en-US" sz="2250" b="1" i="0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en-US" sz="2250" b="1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oMath>
                          </a14:m>
                          <a:r>
                            <a:rPr lang="en-US" sz="22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?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66725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6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4635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7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4635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8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7" name="Table 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79011935"/>
                  </p:ext>
                </p:extLst>
              </p:nvPr>
            </p:nvGraphicFramePr>
            <p:xfrm>
              <a:off x="812800" y="2360216"/>
              <a:ext cx="10566399" cy="1911350"/>
            </p:xfrm>
            <a:graphic>
              <a:graphicData uri="http://schemas.openxmlformats.org/drawingml/2006/table">
                <a:tbl>
                  <a:tblPr/>
                  <a:tblGrid>
                    <a:gridCol w="1479252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690588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690588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690588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901924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  <a:gridCol w="2113459">
                      <a:extLst>
                        <a:ext uri="{9D8B030D-6E8A-4147-A177-3AD203B41FA5}">
                          <a16:colId xmlns:a16="http://schemas.microsoft.com/office/drawing/2014/main" val="20005"/>
                        </a:ext>
                      </a:extLst>
                    </a:gridCol>
                  </a:tblGrid>
                  <a:tr h="4826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862" t="-5263" r="-618103" b="-3210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top up 5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top up 6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top up 9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cost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401807" t="-5263" r="-602" b="-32105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762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6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4762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7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4762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8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6" name="Text 3"/>
          <p:cNvSpPr txBox="1"/>
          <p:nvPr/>
        </p:nvSpPr>
        <p:spPr>
          <a:xfrm>
            <a:off x="812800" y="4398566"/>
            <a:ext cx="11200384" cy="373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25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 = ___</a:t>
            </a:r>
            <a:endParaRPr lang="en-US" sz="2250"/>
          </a:p>
        </p:txBody>
      </p:sp>
      <p:sp>
        <p:nvSpPr>
          <p:cNvPr id="7" name="Text 4"/>
          <p:cNvSpPr txBox="1"/>
          <p:nvPr/>
        </p:nvSpPr>
        <p:spPr>
          <a:xfrm>
            <a:off x="2292350" y="2895600"/>
            <a:ext cx="168910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50"/>
          </a:p>
        </p:txBody>
      </p:sp>
      <p:sp>
        <p:nvSpPr>
          <p:cNvPr id="8" name="Text 5"/>
          <p:cNvSpPr txBox="1"/>
          <p:nvPr/>
        </p:nvSpPr>
        <p:spPr>
          <a:xfrm>
            <a:off x="3981450" y="2895600"/>
            <a:ext cx="168910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2250"/>
          </a:p>
        </p:txBody>
      </p:sp>
      <p:sp>
        <p:nvSpPr>
          <p:cNvPr id="9" name="Text 6"/>
          <p:cNvSpPr txBox="1"/>
          <p:nvPr/>
        </p:nvSpPr>
        <p:spPr>
          <a:xfrm>
            <a:off x="5670550" y="2895600"/>
            <a:ext cx="168910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2250"/>
          </a:p>
        </p:txBody>
      </p:sp>
      <p:sp>
        <p:nvSpPr>
          <p:cNvPr id="10" name="Text 7"/>
          <p:cNvSpPr txBox="1"/>
          <p:nvPr/>
        </p:nvSpPr>
        <p:spPr>
          <a:xfrm>
            <a:off x="7366000" y="2895600"/>
            <a:ext cx="190500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50"/>
          </a:p>
        </p:txBody>
      </p:sp>
      <p:sp>
        <p:nvSpPr>
          <p:cNvPr id="11" name="Text 8"/>
          <p:cNvSpPr txBox="1"/>
          <p:nvPr/>
        </p:nvSpPr>
        <p:spPr>
          <a:xfrm>
            <a:off x="9264650" y="2895600"/>
            <a:ext cx="211455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2250"/>
          </a:p>
        </p:txBody>
      </p:sp>
      <p:sp>
        <p:nvSpPr>
          <p:cNvPr id="12" name="Text 9"/>
          <p:cNvSpPr txBox="1"/>
          <p:nvPr/>
        </p:nvSpPr>
        <p:spPr>
          <a:xfrm>
            <a:off x="2292350" y="3359150"/>
            <a:ext cx="168910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50"/>
          </a:p>
        </p:txBody>
      </p:sp>
      <p:sp>
        <p:nvSpPr>
          <p:cNvPr id="13" name="Text 10"/>
          <p:cNvSpPr txBox="1"/>
          <p:nvPr/>
        </p:nvSpPr>
        <p:spPr>
          <a:xfrm>
            <a:off x="3981450" y="3359150"/>
            <a:ext cx="168910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50"/>
          </a:p>
        </p:txBody>
      </p:sp>
      <p:sp>
        <p:nvSpPr>
          <p:cNvPr id="14" name="Text 11"/>
          <p:cNvSpPr txBox="1"/>
          <p:nvPr/>
        </p:nvSpPr>
        <p:spPr>
          <a:xfrm>
            <a:off x="5670550" y="3359150"/>
            <a:ext cx="168910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2250"/>
          </a:p>
        </p:txBody>
      </p:sp>
      <p:sp>
        <p:nvSpPr>
          <p:cNvPr id="15" name="Text 12"/>
          <p:cNvSpPr txBox="1"/>
          <p:nvPr/>
        </p:nvSpPr>
        <p:spPr>
          <a:xfrm>
            <a:off x="7366000" y="3359150"/>
            <a:ext cx="190500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50"/>
          </a:p>
        </p:txBody>
      </p:sp>
      <p:sp>
        <p:nvSpPr>
          <p:cNvPr id="16" name="Text 13"/>
          <p:cNvSpPr txBox="1"/>
          <p:nvPr/>
        </p:nvSpPr>
        <p:spPr>
          <a:xfrm>
            <a:off x="9264650" y="3359150"/>
            <a:ext cx="211455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2250"/>
          </a:p>
        </p:txBody>
      </p:sp>
      <p:sp>
        <p:nvSpPr>
          <p:cNvPr id="17" name="Text 14"/>
          <p:cNvSpPr txBox="1"/>
          <p:nvPr/>
        </p:nvSpPr>
        <p:spPr>
          <a:xfrm>
            <a:off x="2292350" y="3822700"/>
            <a:ext cx="168910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50"/>
          </a:p>
        </p:txBody>
      </p:sp>
      <p:sp>
        <p:nvSpPr>
          <p:cNvPr id="18" name="Text 15"/>
          <p:cNvSpPr txBox="1"/>
          <p:nvPr/>
        </p:nvSpPr>
        <p:spPr>
          <a:xfrm>
            <a:off x="3981450" y="3822700"/>
            <a:ext cx="168910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50"/>
          </a:p>
        </p:txBody>
      </p:sp>
      <p:sp>
        <p:nvSpPr>
          <p:cNvPr id="19" name="Text 16"/>
          <p:cNvSpPr txBox="1"/>
          <p:nvPr/>
        </p:nvSpPr>
        <p:spPr>
          <a:xfrm>
            <a:off x="5670550" y="3822700"/>
            <a:ext cx="168910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2250"/>
          </a:p>
        </p:txBody>
      </p:sp>
      <p:sp>
        <p:nvSpPr>
          <p:cNvPr id="20" name="Text 17"/>
          <p:cNvSpPr txBox="1"/>
          <p:nvPr/>
        </p:nvSpPr>
        <p:spPr>
          <a:xfrm>
            <a:off x="7366000" y="3822700"/>
            <a:ext cx="190500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50"/>
          </a:p>
        </p:txBody>
      </p:sp>
      <p:sp>
        <p:nvSpPr>
          <p:cNvPr id="21" name="Text 18"/>
          <p:cNvSpPr txBox="1"/>
          <p:nvPr/>
        </p:nvSpPr>
        <p:spPr>
          <a:xfrm>
            <a:off x="9264650" y="3822700"/>
            <a:ext cx="211455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2250"/>
          </a:p>
        </p:txBody>
      </p:sp>
      <p:sp>
        <p:nvSpPr>
          <p:cNvPr id="22" name="Text 19"/>
          <p:cNvSpPr txBox="1"/>
          <p:nvPr/>
        </p:nvSpPr>
        <p:spPr>
          <a:xfrm>
            <a:off x="1384300" y="1771650"/>
            <a:ext cx="781050" cy="4429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15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50"/>
          </a:p>
        </p:txBody>
      </p:sp>
      <p:sp>
        <p:nvSpPr>
          <p:cNvPr id="23" name="Text 20"/>
          <p:cNvSpPr txBox="1"/>
          <p:nvPr/>
        </p:nvSpPr>
        <p:spPr>
          <a:xfrm>
            <a:off x="3517900" y="1771650"/>
            <a:ext cx="781050" cy="4429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15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50"/>
          </a:p>
        </p:txBody>
      </p:sp>
      <p:sp>
        <p:nvSpPr>
          <p:cNvPr id="24" name="Text 21"/>
          <p:cNvSpPr txBox="1"/>
          <p:nvPr/>
        </p:nvSpPr>
        <p:spPr>
          <a:xfrm>
            <a:off x="4076700" y="1771650"/>
            <a:ext cx="781050" cy="4429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15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250"/>
          </a:p>
        </p:txBody>
      </p:sp>
      <p:sp>
        <p:nvSpPr>
          <p:cNvPr id="25" name="Text 22"/>
          <p:cNvSpPr txBox="1"/>
          <p:nvPr/>
        </p:nvSpPr>
        <p:spPr>
          <a:xfrm>
            <a:off x="4629150" y="1771650"/>
            <a:ext cx="781050" cy="4429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15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2250"/>
          </a:p>
        </p:txBody>
      </p:sp>
      <p:sp>
        <p:nvSpPr>
          <p:cNvPr id="26" name="Text 23"/>
          <p:cNvSpPr txBox="1"/>
          <p:nvPr/>
        </p:nvSpPr>
        <p:spPr>
          <a:xfrm>
            <a:off x="7416800" y="1771650"/>
            <a:ext cx="781050" cy="4429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15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50"/>
          </a:p>
        </p:txBody>
      </p:sp>
      <p:sp>
        <p:nvSpPr>
          <p:cNvPr id="5" name="Text 24"/>
          <p:cNvSpPr txBox="1"/>
          <p:nvPr/>
        </p:nvSpPr>
        <p:spPr>
          <a:xfrm>
            <a:off x="8058150" y="1771650"/>
            <a:ext cx="781050" cy="4429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15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2250"/>
          </a:p>
        </p:txBody>
      </p:sp>
      <p:sp>
        <p:nvSpPr>
          <p:cNvPr id="28" name="Text 25"/>
          <p:cNvSpPr txBox="1"/>
          <p:nvPr/>
        </p:nvSpPr>
        <p:spPr>
          <a:xfrm>
            <a:off x="1936750" y="4318000"/>
            <a:ext cx="781050" cy="4429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15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2250"/>
          </a:p>
        </p:txBody>
      </p:sp>
      <p:sp>
        <p:nvSpPr>
          <p:cNvPr id="29" name="Shape 26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5" grpId="0" animBg="1"/>
      <p:bldP spid="28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ALL THREE</a:t>
            </a:r>
            <a:endParaRPr lang="en-US" sz="180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USES OF THE WATER LEVEL</a:t>
            </a:r>
            <a:endParaRPr lang="en-US" sz="390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6" name="Table 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79011935"/>
                  </p:ext>
                </p:extLst>
              </p:nvPr>
            </p:nvGraphicFramePr>
            <p:xfrm>
              <a:off x="812800" y="1903016"/>
              <a:ext cx="10566400" cy="3009900"/>
            </p:xfrm>
            <a:graphic>
              <a:graphicData uri="http://schemas.openxmlformats.org/drawingml/2006/table">
                <a:tbl>
                  <a:tblPr/>
                  <a:tblGrid>
                    <a:gridCol w="2007592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2852837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2852837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2853134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</a:tblGrid>
                  <a:tr h="4127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Prime Minister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Mundane Square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Wheeling and Dealing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695325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Columns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Right half's wealth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What each column needs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Each rival's votes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6921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Action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Fill</a:t>
                          </a: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below </a:t>
                          </a:r>
                          <a14:m>
                            <m:oMath xmlns:m="http://schemas.openxmlformats.org/officeDocument/2006/math">
                              <m:r>
                                <a:rPr lang="en-US" sz="195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oMath>
                          </a14:m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Cut</a:t>
                          </a: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above </a:t>
                          </a:r>
                          <a14:m>
                            <m:oMath xmlns:m="http://schemas.openxmlformats.org/officeDocument/2006/math">
                              <m:r>
                                <a:rPr lang="en-US" sz="195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oMath>
                          </a14:m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, </a:t>
                          </a:r>
                          <a14:m>
                            <m:oMath xmlns:m="http://schemas.openxmlformats.org/officeDocument/2006/math">
                              <m:r>
                                <a:rPr lang="en-US" sz="1950" i="0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en-US" sz="195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oMath>
                          </a14:m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per cell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Cut</a:t>
                          </a: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above </a:t>
                          </a:r>
                          <a14:m>
                            <m:oMath xmlns:m="http://schemas.openxmlformats.org/officeDocument/2006/math">
                              <m:r>
                                <a:rPr lang="en-US" sz="195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950" i="0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95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oMath>
                          </a14:m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4127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Find the level by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Binary search (last </a:t>
                          </a:r>
                          <a14:m>
                            <m:oMath xmlns:m="http://schemas.openxmlformats.org/officeDocument/2006/math">
                              <m:r>
                                <a:rPr lang="en-US" sz="195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oMath>
                          </a14:m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)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Binary search (first </a:t>
                          </a:r>
                          <a14:m>
                            <m:oMath xmlns:m="http://schemas.openxmlformats.org/officeDocument/2006/math">
                              <m:r>
                                <a:rPr lang="en-US" sz="195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oMath>
                          </a14:m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)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Trying every </a:t>
                          </a:r>
                          <a14:m>
                            <m:oMath xmlns:m="http://schemas.openxmlformats.org/officeDocument/2006/math">
                              <m:r>
                                <a:rPr lang="en-US" sz="195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oMath>
                          </a14:m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4127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Goal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Optimise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Exists? Build it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Optimise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6" name="Table 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79011935"/>
                  </p:ext>
                </p:extLst>
              </p:nvPr>
            </p:nvGraphicFramePr>
            <p:xfrm>
              <a:off x="812800" y="1903016"/>
              <a:ext cx="10566400" cy="3009900"/>
            </p:xfrm>
            <a:graphic>
              <a:graphicData uri="http://schemas.openxmlformats.org/drawingml/2006/table">
                <a:tbl>
                  <a:tblPr/>
                  <a:tblGrid>
                    <a:gridCol w="2007592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2852837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2852837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2853134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</a:tblGrid>
                  <a:tr h="43180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Prime Minister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Mundane Square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Wheeling and Dealing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7175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Columns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Right half's wealth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What each column needs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Each rival's votes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7175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Action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70667" t="-161404" r="-200000" b="-1701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71429" t="-161404" r="-100893" b="-1701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70222" t="-161404" r="-444" b="-17017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7175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Find the level by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70667" t="-266071" r="-200000" b="-7321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71429" t="-266071" r="-100893" b="-7321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70222" t="-266071" r="-444" b="-7321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4254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Goal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Optimise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Exists? Build it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Optimise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" name="Shape 2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FILL VS CUT IN CODE</a:t>
            </a:r>
            <a:endParaRPr lang="en-US" sz="180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MIN, ONE MAX APART</a:t>
            </a:r>
            <a:endParaRPr lang="en-US" sz="3900"/>
          </a:p>
        </p:txBody>
      </p:sp>
      <p:sp>
        <p:nvSpPr>
          <p:cNvPr id="4" name="Text 2"/>
          <p:cNvSpPr txBox="1"/>
          <p:nvPr/>
        </p:nvSpPr>
        <p:spPr>
          <a:xfrm>
            <a:off x="812800" y="1903016"/>
            <a:ext cx="5371338" cy="373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250" b="1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 Minister: fill</a:t>
            </a:r>
            <a:endParaRPr lang="en-US" sz="2250"/>
          </a:p>
        </p:txBody>
      </p:sp>
      <p:sp>
        <p:nvSpPr>
          <p:cNvPr id="5" name="Shape 3"/>
          <p:cNvSpPr/>
          <p:nvPr/>
        </p:nvSpPr>
        <p:spPr>
          <a:xfrm>
            <a:off x="812800" y="2309416"/>
            <a:ext cx="5067300" cy="2698750"/>
          </a:xfrm>
          <a:prstGeom prst="roundRect">
            <a:avLst>
              <a:gd name="adj" fmla="val 1882"/>
            </a:avLst>
          </a:prstGeom>
          <a:solidFill>
            <a:srgbClr val="F6F7F7"/>
          </a:solidFill>
          <a:ln w="6350">
            <a:solidFill>
              <a:srgbClr val="DADDE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6" name="Text 4"/>
          <p:cNvSpPr txBox="1"/>
          <p:nvPr/>
        </p:nvSpPr>
        <p:spPr>
          <a:xfrm>
            <a:off x="1022350" y="2468166"/>
            <a:ext cx="5205984" cy="24050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75"/>
              </a:lnSpc>
              <a:buNone/>
            </a:pPr>
            <a:r>
              <a:rPr lang="en-US" sz="12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bool check(long long x){</a:t>
            </a:r>
            <a:endParaRPr lang="en-US" sz="1250"/>
          </a:p>
          <a:p>
            <a:pPr marL="0" indent="0" algn="l">
              <a:lnSpc>
                <a:spcPts val="1875"/>
              </a:lnSpc>
              <a:buNone/>
            </a:pPr>
            <a:r>
              <a:rPr lang="en-US" sz="12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long long cost = 0;</a:t>
            </a:r>
            <a:endParaRPr lang="en-US" sz="1250"/>
          </a:p>
          <a:p>
            <a:pPr marL="0" indent="0" algn="l">
              <a:lnSpc>
                <a:spcPts val="1875"/>
              </a:lnSpc>
              <a:buNone/>
            </a:pPr>
            <a:r>
              <a:rPr lang="en-US" sz="12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for (int i = md; i &lt;= n; i ++)</a:t>
            </a:r>
            <a:endParaRPr lang="en-US" sz="1250"/>
          </a:p>
          <a:p>
            <a:pPr marL="0" indent="0" algn="l">
              <a:lnSpc>
                <a:spcPts val="1875"/>
              </a:lnSpc>
              <a:buNone/>
            </a:pPr>
            <a:r>
              <a:rPr lang="en-US" sz="12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if (a[i] &lt; x){</a:t>
            </a:r>
            <a:endParaRPr lang="en-US" sz="1250"/>
          </a:p>
          <a:p>
            <a:pPr marL="0" indent="0" algn="l">
              <a:lnSpc>
                <a:spcPts val="1875"/>
              </a:lnSpc>
              <a:buNone/>
            </a:pPr>
            <a:r>
              <a:rPr lang="en-US" sz="12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    cost += x - a[i];</a:t>
            </a:r>
            <a:endParaRPr lang="en-US" sz="1250"/>
          </a:p>
          <a:p>
            <a:pPr marL="0" indent="0" algn="l">
              <a:lnSpc>
                <a:spcPts val="1875"/>
              </a:lnSpc>
              <a:buNone/>
            </a:pPr>
            <a:r>
              <a:rPr lang="en-US" sz="12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    if (cost &gt; K)</a:t>
            </a:r>
            <a:endParaRPr lang="en-US" sz="1250"/>
          </a:p>
          <a:p>
            <a:pPr marL="0" indent="0" algn="l">
              <a:lnSpc>
                <a:spcPts val="1875"/>
              </a:lnSpc>
              <a:buNone/>
            </a:pPr>
            <a:r>
              <a:rPr lang="en-US" sz="12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        return false;</a:t>
            </a:r>
            <a:endParaRPr lang="en-US" sz="1250"/>
          </a:p>
          <a:p>
            <a:pPr marL="0" indent="0" algn="l">
              <a:lnSpc>
                <a:spcPts val="1875"/>
              </a:lnSpc>
              <a:buNone/>
            </a:pPr>
            <a:r>
              <a:rPr lang="en-US" sz="12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}</a:t>
            </a:r>
            <a:endParaRPr lang="en-US" sz="1250"/>
          </a:p>
          <a:p>
            <a:pPr marL="0" indent="0" algn="l">
              <a:lnSpc>
                <a:spcPts val="1875"/>
              </a:lnSpc>
              <a:buNone/>
            </a:pPr>
            <a:r>
              <a:rPr lang="en-US" sz="12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return true;</a:t>
            </a:r>
            <a:endParaRPr lang="en-US" sz="1250"/>
          </a:p>
          <a:p>
            <a:pPr marL="0" indent="0" algn="l">
              <a:lnSpc>
                <a:spcPts val="1875"/>
              </a:lnSpc>
              <a:buNone/>
            </a:pPr>
            <a:r>
              <a:rPr lang="en-US" sz="12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</a:t>
            </a:r>
            <a:endParaRPr lang="en-US" sz="1250"/>
          </a:p>
        </p:txBody>
      </p:sp>
      <p:sp>
        <p:nvSpPr>
          <p:cNvPr id="7" name="Text 5"/>
          <p:cNvSpPr txBox="1"/>
          <p:nvPr/>
        </p:nvSpPr>
        <p:spPr>
          <a:xfrm>
            <a:off x="6134100" y="1903016"/>
            <a:ext cx="5371338" cy="373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250" b="1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Mundane Square: cut</a:t>
            </a:r>
            <a:endParaRPr lang="en-US" sz="2250"/>
          </a:p>
        </p:txBody>
      </p:sp>
      <p:sp>
        <p:nvSpPr>
          <p:cNvPr id="8" name="Shape 6"/>
          <p:cNvSpPr/>
          <p:nvPr/>
        </p:nvSpPr>
        <p:spPr>
          <a:xfrm>
            <a:off x="6134100" y="2309416"/>
            <a:ext cx="5067300" cy="1984375"/>
          </a:xfrm>
          <a:prstGeom prst="roundRect">
            <a:avLst>
              <a:gd name="adj" fmla="val 2560"/>
            </a:avLst>
          </a:prstGeom>
          <a:solidFill>
            <a:srgbClr val="F6F7F7"/>
          </a:solidFill>
          <a:ln w="6350">
            <a:solidFill>
              <a:srgbClr val="DADDE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9" name="Text 7"/>
          <p:cNvSpPr txBox="1"/>
          <p:nvPr/>
        </p:nvSpPr>
        <p:spPr>
          <a:xfrm>
            <a:off x="6343650" y="2468166"/>
            <a:ext cx="5205984" cy="16906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75"/>
              </a:lnSpc>
              <a:buNone/>
            </a:pPr>
            <a:r>
              <a:rPr lang="en-US" sz="12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long long give(long long lam){</a:t>
            </a:r>
            <a:endParaRPr lang="en-US" sz="1250"/>
          </a:p>
          <a:p>
            <a:pPr marL="0" indent="0" algn="l">
              <a:lnSpc>
                <a:spcPts val="1875"/>
              </a:lnSpc>
              <a:buNone/>
            </a:pPr>
            <a:r>
              <a:rPr lang="en-US" sz="12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long long sum = 0;</a:t>
            </a:r>
            <a:endParaRPr lang="en-US" sz="1250"/>
          </a:p>
          <a:p>
            <a:pPr marL="0" indent="0" algn="l">
              <a:lnSpc>
                <a:spcPts val="1875"/>
              </a:lnSpc>
              <a:buNone/>
            </a:pPr>
            <a:r>
              <a:rPr lang="en-US" sz="12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for (int j = 1; j &lt;= n; j ++)</a:t>
            </a:r>
            <a:endParaRPr lang="en-US" sz="1250"/>
          </a:p>
          <a:p>
            <a:pPr marL="0" indent="0" algn="l">
              <a:lnSpc>
                <a:spcPts val="1875"/>
              </a:lnSpc>
              <a:buNone/>
            </a:pPr>
            <a:r>
              <a:rPr lang="en-US" sz="12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sum += min(K,</a:t>
            </a:r>
            <a:endParaRPr lang="en-US" sz="1250"/>
          </a:p>
          <a:p>
            <a:pPr marL="0" indent="0" algn="l">
              <a:lnSpc>
                <a:spcPts val="1875"/>
              </a:lnSpc>
              <a:buNone/>
            </a:pPr>
            <a:r>
              <a:rPr lang="en-US" sz="12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  max(0LL, rem[j] - lam));</a:t>
            </a:r>
            <a:endParaRPr lang="en-US" sz="1250"/>
          </a:p>
          <a:p>
            <a:pPr marL="0" indent="0" algn="l">
              <a:lnSpc>
                <a:spcPts val="1875"/>
              </a:lnSpc>
              <a:buNone/>
            </a:pPr>
            <a:r>
              <a:rPr lang="en-US" sz="12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return sum;</a:t>
            </a:r>
            <a:endParaRPr lang="en-US" sz="1250"/>
          </a:p>
          <a:p>
            <a:pPr marL="0" indent="0" algn="l">
              <a:lnSpc>
                <a:spcPts val="1875"/>
              </a:lnSpc>
              <a:buNone/>
            </a:pPr>
            <a:r>
              <a:rPr lang="en-US" sz="12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</a:t>
            </a:r>
            <a:endParaRPr lang="en-US" sz="1250"/>
          </a:p>
        </p:txBody>
      </p:sp>
      <p:sp>
        <p:nvSpPr>
          <p:cNvPr id="10" name="Shape 8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 MINISTER · COMPLEXITY RECAP</a:t>
            </a:r>
            <a:endParaRPr lang="en-US" sz="18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1"/>
              <p:cNvSpPr txBox="1"/>
              <p:nvPr/>
            </p:nvSpPr>
            <p:spPr>
              <a:xfrm>
                <a:off x="812800" y="1104900"/>
                <a:ext cx="11200384" cy="64381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4485"/>
                  </a:lnSpc>
                  <a:buNone/>
                </a:pPr>
                <a:r>
                  <a:rPr lang="en-US" sz="3900" b="1" kern="0" spc="1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FROM </a:t>
                </a:r>
                <a14:m>
                  <m:oMath xmlns:m="http://schemas.openxmlformats.org/officeDocument/2006/math">
                    <m:r>
                      <a:rPr lang="en-US" sz="3900" b="1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3900" b="1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900" b="1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m:rPr>
                            <m:sty m:val="p"/>
                          </m:rPr>
                          <a:rPr lang="en-US" sz="3900" b="1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log</m:t>
                        </m:r>
                        <m:r>
                          <a:rPr lang="en-US" sz="3900" b="1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</m:d>
                  </m:oMath>
                </a14:m>
                <a:r>
                  <a:rPr lang="en-US" sz="3900" b="1" kern="0" spc="1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TO </a:t>
                </a:r>
                <a14:m>
                  <m:oMath xmlns:m="http://schemas.openxmlformats.org/officeDocument/2006/math">
                    <m:r>
                      <a:rPr lang="en-US" sz="3900" b="1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3900" b="1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900" b="1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m:rPr>
                            <m:sty m:val="p"/>
                          </m:rPr>
                          <a:rPr lang="en-US" sz="3900" b="1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log</m:t>
                        </m:r>
                        <m:r>
                          <a:rPr lang="en-US" sz="3900" b="1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</m:d>
                  </m:oMath>
                </a14:m>
                <a:endParaRPr lang="en-US" sz="3900"/>
              </a:p>
            </p:txBody>
          </p:sp>
        </mc:Choice>
        <mc:Fallback>
          <p:sp>
            <p:nvSpPr>
              <p:cNvPr id="3" name="Text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800" y="1104900"/>
                <a:ext cx="11200384" cy="643811"/>
              </a:xfrm>
              <a:prstGeom prst="rect">
                <a:avLst/>
              </a:prstGeom>
              <a:blipFill>
                <a:blip r:embed="rId3"/>
                <a:stretch>
                  <a:fillRect l="-2602" t="-26923" b="-34615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30" name="Table 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79011935"/>
                  </p:ext>
                </p:extLst>
              </p:nvPr>
            </p:nvGraphicFramePr>
            <p:xfrm>
              <a:off x="812800" y="1852216"/>
              <a:ext cx="10566400" cy="2127250"/>
            </p:xfrm>
            <a:graphic>
              <a:graphicData uri="http://schemas.openxmlformats.org/drawingml/2006/table">
                <a:tbl>
                  <a:tblPr/>
                  <a:tblGrid>
                    <a:gridCol w="5494536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2324596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2747268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4381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Approach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Time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Operations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746125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Give $1 at a time to the poorest of the right half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2100" b="1" i="1">
                                    <a:solidFill>
                                      <a:srgbClr val="1F2328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d>
                                  <m:dPr>
                                    <m:ctrlPr>
                                      <a:rPr lang="en-US" sz="2100" b="1" i="1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1" i="1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2100" b="1" i="0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  <m:r>
                                      <a:rPr lang="en-US" sz="2100" b="1" i="1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en-US" sz="2100" i="0">
                                  <a:solidFill>
                                    <a:srgbClr val="C8373A"/>
                                  </a:solidFill>
                                  <a:latin typeface="Cambria Math" panose="02040503050406030204" pitchFamily="18" charset="0"/>
                                </a:rPr>
                                <m:t>≈</m:t>
                              </m:r>
                              <m:r>
                                <a:rPr lang="en-US" sz="2100" i="1">
                                  <a:solidFill>
                                    <a:srgbClr val="C8373A"/>
                                  </a:solidFill>
                                  <a:latin typeface="Cambria Math" panose="02040503050406030204" pitchFamily="18" charset="0"/>
                                </a:rPr>
                                <m:t>1.8</m:t>
                              </m:r>
                              <m:r>
                                <a:rPr lang="en-US" sz="2100" i="0">
                                  <a:solidFill>
                                    <a:srgbClr val="C8373A"/>
                                  </a:solidFill>
                                  <a:latin typeface="Cambria Math" panose="02040503050406030204" pitchFamily="18" charset="0"/>
                                </a:rPr>
                                <m:t>×</m:t>
                              </m:r>
                              <m:sSup>
                                <m:sSupPr>
                                  <m:ctrlPr>
                                    <a:rPr lang="en-US" sz="2100" i="1">
                                      <a:solidFill>
                                        <a:srgbClr val="C8373A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100" i="1">
                                      <a:solidFill>
                                        <a:srgbClr val="C8373A"/>
                                      </a:solidFill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e>
                                <m:sup>
                                  <m:r>
                                    <a:rPr lang="en-US" sz="2100" i="1">
                                      <a:solidFill>
                                        <a:srgbClr val="C8373A"/>
                                      </a:solidFill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sup>
                              </m:sSup>
                            </m:oMath>
                          </a14:m>
                          <a:r>
                            <a:rPr lang="en-US" sz="2100">
                              <a:solidFill>
                                <a:srgbClr val="C8373A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✗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44450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Try every target </a:t>
                          </a:r>
                          <a14:m>
                            <m:oMath xmlns:m="http://schemas.openxmlformats.org/officeDocument/2006/math">
                              <m:r>
                                <a:rPr lang="en-US" sz="210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oMath>
                          </a14:m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from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2100" i="1">
                                      <a:solidFill>
                                        <a:srgbClr val="1F2328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100" i="1">
                                      <a:solidFill>
                                        <a:srgbClr val="1F2328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2100" i="1">
                                      <a:solidFill>
                                        <a:srgbClr val="1F2328"/>
                                      </a:solidFill>
                                      <a:latin typeface="Cambria Math" panose="02040503050406030204" pitchFamily="18" charset="0"/>
                                    </a:rPr>
                                    <m:t>𝑚𝑑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upwards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2100" b="1" i="1">
                                    <a:solidFill>
                                      <a:srgbClr val="1F2328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d>
                                  <m:dPr>
                                    <m:ctrlPr>
                                      <a:rPr lang="en-US" sz="2100" b="1" i="1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1" i="1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  <m:r>
                                      <a:rPr lang="en-US" sz="2100" b="1" i="0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⋅</m:t>
                                    </m:r>
                                    <m:r>
                                      <a:rPr lang="en-US" sz="2100" b="1" i="1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en-US" sz="2100" i="1">
                                  <a:solidFill>
                                    <a:srgbClr val="C8373A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2100" i="0">
                                  <a:solidFill>
                                    <a:srgbClr val="C8373A"/>
                                  </a:solidFill>
                                  <a:latin typeface="Cambria Math" panose="02040503050406030204" pitchFamily="18" charset="0"/>
                                </a:rPr>
                                <m:t>×</m:t>
                              </m:r>
                              <m:sSup>
                                <m:sSupPr>
                                  <m:ctrlPr>
                                    <a:rPr lang="en-US" sz="2100" i="1">
                                      <a:solidFill>
                                        <a:srgbClr val="C8373A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100" i="1">
                                      <a:solidFill>
                                        <a:srgbClr val="C8373A"/>
                                      </a:solidFill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e>
                                <m:sup>
                                  <m:r>
                                    <a:rPr lang="en-US" sz="2100" i="1">
                                      <a:solidFill>
                                        <a:srgbClr val="C8373A"/>
                                      </a:solidFill>
                                      <a:latin typeface="Cambria Math" panose="02040503050406030204" pitchFamily="18" charset="0"/>
                                    </a:rPr>
                                    <m:t>14</m:t>
                                  </m:r>
                                </m:sup>
                              </m:sSup>
                            </m:oMath>
                          </a14:m>
                          <a:r>
                            <a:rPr lang="en-US" sz="2100">
                              <a:solidFill>
                                <a:srgbClr val="C8373A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✗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44450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Binary Search</a:t>
                          </a: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on </a:t>
                          </a:r>
                          <a14:m>
                            <m:oMath xmlns:m="http://schemas.openxmlformats.org/officeDocument/2006/math">
                              <m:r>
                                <a:rPr lang="en-US" sz="210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oMath>
                          </a14:m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with an </a:t>
                          </a:r>
                          <a14:m>
                            <m:oMath xmlns:m="http://schemas.openxmlformats.org/officeDocument/2006/math">
                              <m:r>
                                <a:rPr lang="en-US" sz="210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d>
                                <m:dPr>
                                  <m:ctrlPr>
                                    <a:rPr lang="en-US" sz="2100" i="1">
                                      <a:solidFill>
                                        <a:srgbClr val="1F2328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100" i="1">
                                      <a:solidFill>
                                        <a:srgbClr val="1F2328"/>
                                      </a:solidFill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e>
                              </m:d>
                            </m:oMath>
                          </a14:m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check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F3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2100" b="1" i="1">
                                    <a:solidFill>
                                      <a:srgbClr val="1F2328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d>
                                  <m:dPr>
                                    <m:ctrlPr>
                                      <a:rPr lang="en-US" sz="2100" b="1" i="1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1" i="1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2100" b="1" i="0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  <m:r>
                                      <a:rPr lang="en-US" sz="2100" b="1" i="1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F3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en-US" sz="2100" i="0">
                                  <a:solidFill>
                                    <a:srgbClr val="287673"/>
                                  </a:solidFill>
                                  <a:latin typeface="Cambria Math" panose="02040503050406030204" pitchFamily="18" charset="0"/>
                                </a:rPr>
                                <m:t>≈</m:t>
                              </m:r>
                              <m:r>
                                <a:rPr lang="en-US" sz="2100" i="1">
                                  <a:solidFill>
                                    <a:srgbClr val="287673"/>
                                  </a:solidFill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  <m:r>
                                <a:rPr lang="en-US" sz="2100" i="0">
                                  <a:solidFill>
                                    <a:srgbClr val="287673"/>
                                  </a:solidFill>
                                  <a:latin typeface="Cambria Math" panose="02040503050406030204" pitchFamily="18" charset="0"/>
                                </a:rPr>
                                <m:t>×</m:t>
                              </m:r>
                              <m:sSup>
                                <m:sSupPr>
                                  <m:ctrlPr>
                                    <a:rPr lang="en-US" sz="2100" i="1">
                                      <a:solidFill>
                                        <a:srgbClr val="28767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100" i="1">
                                      <a:solidFill>
                                        <a:srgbClr val="287673"/>
                                      </a:solidFill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e>
                                <m:sup>
                                  <m:r>
                                    <a:rPr lang="en-US" sz="2100" i="1">
                                      <a:solidFill>
                                        <a:srgbClr val="287673"/>
                                      </a:solidFill>
                                      <a:latin typeface="Cambria Math" panose="02040503050406030204" pitchFamily="18" charset="0"/>
                                    </a:rPr>
                                    <m:t>6</m:t>
                                  </m:r>
                                </m:sup>
                              </m:sSup>
                            </m:oMath>
                          </a14:m>
                          <a:r>
                            <a:rPr lang="en-US" sz="2100">
                              <a:solidFill>
                                <a:srgbClr val="287673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✓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F3F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30" name="Table 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79011935"/>
                  </p:ext>
                </p:extLst>
              </p:nvPr>
            </p:nvGraphicFramePr>
            <p:xfrm>
              <a:off x="812800" y="1852216"/>
              <a:ext cx="10566400" cy="2127250"/>
            </p:xfrm>
            <a:graphic>
              <a:graphicData uri="http://schemas.openxmlformats.org/drawingml/2006/table">
                <a:tbl>
                  <a:tblPr/>
                  <a:tblGrid>
                    <a:gridCol w="5494536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2324596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2747268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45720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Approach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Time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Operations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7683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Give $1 at a time to the poorest of the right half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37158" t="-60656" r="-118579" b="-12950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85648" t="-60656" r="-463" b="-12950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45085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31" t="-272222" r="-92379" b="-11944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37158" t="-272222" r="-118579" b="-11944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85648" t="-272222" r="-463" b="-11944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45085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31" t="-372222" r="-92379" b="-1944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37158" t="-372222" r="-118579" b="-1944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85648" t="-372222" r="-463" b="-1944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 2"/>
              <p:cNvSpPr txBox="1"/>
              <p:nvPr/>
            </p:nvSpPr>
            <p:spPr>
              <a:xfrm>
                <a:off x="812800" y="4106466"/>
                <a:ext cx="11200384" cy="90011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375"/>
                  </a:lnSpc>
                  <a:buNone/>
                </a:pPr>
                <a:r>
                  <a:rPr lang="en-US" sz="2250" b="1">
                    <a:solidFill>
                      <a:srgbClr val="0A4054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Only the right half matters (Greedy); "can the median reach </a:t>
                </a:r>
                <a14:m>
                  <m:oMath xmlns:m="http://schemas.openxmlformats.org/officeDocument/2006/math">
                    <m:r>
                      <a:rPr lang="en-US" sz="2250" b="1" i="1">
                        <a:solidFill>
                          <a:srgbClr val="0A4054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250" b="1">
                    <a:solidFill>
                      <a:srgbClr val="0A4054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?" is monotone, so about 30 checks replace up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250" b="1" i="1">
                            <a:solidFill>
                              <a:srgbClr val="0A4054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250" b="1" i="1">
                            <a:solidFill>
                              <a:srgbClr val="0A4054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2250" b="1" i="1">
                            <a:solidFill>
                              <a:srgbClr val="0A4054"/>
                            </a:solidFill>
                            <a:latin typeface="Cambria Math" panose="02040503050406030204" pitchFamily="18" charset="0"/>
                          </a:rPr>
                          <m:t>9</m:t>
                        </m:r>
                      </m:sup>
                    </m:sSup>
                  </m:oMath>
                </a14:m>
                <a:r>
                  <a:rPr lang="en-US" sz="2250" b="1">
                    <a:solidFill>
                      <a:srgbClr val="0A4054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tries.</a:t>
                </a:r>
                <a:endParaRPr lang="en-US" sz="2250"/>
              </a:p>
            </p:txBody>
          </p:sp>
        </mc:Choice>
        <mc:Fallback>
          <p:sp>
            <p:nvSpPr>
              <p:cNvPr id="5" name="Text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800" y="4106466"/>
                <a:ext cx="11200384" cy="900113"/>
              </a:xfrm>
              <a:prstGeom prst="rect">
                <a:avLst/>
              </a:prstGeom>
              <a:blipFill>
                <a:blip r:embed="rId5"/>
                <a:stretch>
                  <a:fillRect l="-1471" t="-4167" b="-11111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hape 3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EF3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8A5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CODING · 25 MINUTES</a:t>
            </a:r>
            <a:endParaRPr lang="en-US" sz="180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PRIME MINISTER FROM SCRATCH</a:t>
            </a:r>
            <a:endParaRPr lang="en-US" sz="39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2"/>
              <p:cNvSpPr txBox="1"/>
              <p:nvPr/>
            </p:nvSpPr>
            <p:spPr>
              <a:xfrm>
                <a:off x="812800" y="1903016"/>
                <a:ext cx="11094720" cy="2514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371475" indent="-371475">
                  <a:lnSpc>
                    <a:spcPts val="3825"/>
                  </a:lnSpc>
                  <a:buSzPct val="100000"/>
                  <a:buFont typeface="+mj-lt"/>
                  <a:buAutoNum type="arabicPeriod"/>
                </a:pP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Read 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, 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</m:sSub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(long long); 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𝑚𝑑</m:t>
                    </m:r>
                    <m: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sz="22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en-US" sz="2250"/>
              </a:p>
              <a:p>
                <a:pPr marL="371475" indent="-371475">
                  <a:lnSpc>
                    <a:spcPts val="3825"/>
                  </a:lnSpc>
                  <a:buSzPct val="100000"/>
                  <a:buFont typeface="+mj-lt"/>
                  <a:buAutoNum type="arabicPeriod"/>
                </a:pP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Write check(x): top up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𝑚𝑑</m:t>
                        </m:r>
                      </m:sub>
                    </m:sSub>
                    <m: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</m:sSub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to 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, stop early once cost </a:t>
                </a:r>
                <a14:m>
                  <m:oMath xmlns:m="http://schemas.openxmlformats.org/officeDocument/2006/math">
                    <m: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endParaRPr lang="en-US" sz="2250"/>
              </a:p>
              <a:p>
                <a:pPr marL="371475" indent="-371475">
                  <a:lnSpc>
                    <a:spcPts val="3825"/>
                  </a:lnSpc>
                  <a:buSzPct val="100000"/>
                  <a:buFont typeface="+mj-lt"/>
                  <a:buAutoNum type="arabicPeriod"/>
                </a:pP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Binary search 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in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250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50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sz="2250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  <m:t>𝑚𝑑</m:t>
                            </m:r>
                          </m:sub>
                        </m:sSub>
                        <m:r>
                          <a:rPr lang="en-US" sz="22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250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50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sz="2250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  <m:t>𝑚𝑑</m:t>
                            </m:r>
                          </m:sub>
                        </m:sSub>
                        <m:r>
                          <a:rPr lang="en-US" sz="22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</m:d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for the last value that passes</a:t>
                </a:r>
                <a:endParaRPr lang="en-US" sz="2250"/>
              </a:p>
              <a:p>
                <a:pPr marL="371475" indent="-371475">
                  <a:lnSpc>
                    <a:spcPts val="3825"/>
                  </a:lnSpc>
                  <a:buSzPct val="100000"/>
                  <a:buFont typeface="+mj-lt"/>
                  <a:buAutoNum type="arabicPeriod"/>
                </a:pP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Print r</a:t>
                </a:r>
                <a:endParaRPr lang="en-US" sz="2250"/>
              </a:p>
              <a:p>
                <a:pPr marL="371475" indent="-371475">
                  <a:lnSpc>
                    <a:spcPts val="3825"/>
                  </a:lnSpc>
                  <a:buSzPct val="100000"/>
                  <a:buFont typeface="+mj-lt"/>
                  <a:buAutoNum type="arabicPeriod"/>
                </a:pP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Test the samples: expect 7, 6, 2</a:t>
                </a:r>
                <a:endParaRPr lang="en-US" sz="2250"/>
              </a:p>
            </p:txBody>
          </p:sp>
        </mc:Choice>
        <mc:Fallback>
          <p:sp>
            <p:nvSpPr>
              <p:cNvPr id="4" name="Text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800" y="1903016"/>
                <a:ext cx="11094720" cy="2514600"/>
              </a:xfrm>
              <a:prstGeom prst="rect">
                <a:avLst/>
              </a:prstGeom>
              <a:blipFill>
                <a:blip r:embed="rId3"/>
                <a:stretch>
                  <a:fillRect l="-1371" b="-1005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 3"/>
          <p:cNvSpPr txBox="1"/>
          <p:nvPr/>
        </p:nvSpPr>
        <p:spPr>
          <a:xfrm>
            <a:off x="812800" y="4535091"/>
            <a:ext cx="11200384" cy="649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20"/>
              </a:lnSpc>
              <a:buNone/>
            </a:pPr>
            <a:r>
              <a:rPr lang="en-US" sz="2100">
                <a:solidFill>
                  <a:srgbClr val="4D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Finished early? Write the slow version for subtask 3: give $1 at a time to the poorest of the right half. Compare answers.</a:t>
            </a:r>
            <a:endParaRPr lang="en-US" sz="2100"/>
          </a:p>
        </p:txBody>
      </p:sp>
      <p:sp>
        <p:nvSpPr>
          <p:cNvPr id="6" name="Text 4"/>
          <p:cNvSpPr txBox="1"/>
          <p:nvPr/>
        </p:nvSpPr>
        <p:spPr>
          <a:xfrm>
            <a:off x="812800" y="5347891"/>
            <a:ext cx="11200384" cy="316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40"/>
              </a:lnSpc>
              <a:buNone/>
            </a:pPr>
            <a:r>
              <a:rPr lang="en-US" sz="1950">
                <a:solidFill>
                  <a:srgbClr val="4D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Submit: </a:t>
            </a:r>
            <a:r>
              <a:rPr lang="en-US" sz="1950" u="sng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orac2.info/problem/1751</a:t>
            </a:r>
            <a:endParaRPr lang="en-US" sz="195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RECAP</a:t>
            </a:r>
            <a:endParaRPr lang="en-US" sz="1800"/>
          </a:p>
        </p:txBody>
      </p:sp>
      <p:sp>
        <p:nvSpPr>
          <p:cNvPr id="3" name="Text 1"/>
          <p:cNvSpPr txBox="1"/>
          <p:nvPr/>
        </p:nvSpPr>
        <p:spPr>
          <a:xfrm>
            <a:off x="812800" y="11049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TECHNIQUES USED SO FAR</a:t>
            </a:r>
            <a:endParaRPr lang="en-US" sz="390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9" name="Table 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79011935"/>
                  </p:ext>
                </p:extLst>
              </p:nvPr>
            </p:nvGraphicFramePr>
            <p:xfrm>
              <a:off x="812800" y="1852216"/>
              <a:ext cx="10566400" cy="4260850"/>
            </p:xfrm>
            <a:graphic>
              <a:graphicData uri="http://schemas.openxmlformats.org/drawingml/2006/table">
                <a:tbl>
                  <a:tblPr/>
                  <a:tblGrid>
                    <a:gridCol w="2958505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901924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901924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901924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902123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</a:tblGrid>
                  <a:tr h="4127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Problem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Prefix Sum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Binary Search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Two Pointers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Greedy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15925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Spaceship Shuffle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main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median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4127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Tennis Robot II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main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4127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Twin Rivers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main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bridges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4127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Laser Cutter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main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optional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4127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Space Mission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prefix min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main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4127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Lollipops II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main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counting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4127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Mundane Square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3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3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level </a:t>
                          </a:r>
                          <a14:m>
                            <m:oMath xmlns:m="http://schemas.openxmlformats.org/officeDocument/2006/math">
                              <m:r>
                                <a:rPr lang="en-US" sz="195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oMath>
                          </a14:m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3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3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main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3F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  <a:tr h="4127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Wheeling and Dealing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3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buckets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3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3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3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main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3F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8"/>
                      </a:ext>
                    </a:extLst>
                  </a:tr>
                  <a:tr h="4127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Prime Minister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3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3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main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3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3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right half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3F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9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9" name="Table 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79011935"/>
                  </p:ext>
                </p:extLst>
              </p:nvPr>
            </p:nvGraphicFramePr>
            <p:xfrm>
              <a:off x="812800" y="1852216"/>
              <a:ext cx="10566400" cy="4260850"/>
            </p:xfrm>
            <a:graphic>
              <a:graphicData uri="http://schemas.openxmlformats.org/drawingml/2006/table">
                <a:tbl>
                  <a:tblPr/>
                  <a:tblGrid>
                    <a:gridCol w="2958505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901924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901924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901924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902123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</a:tblGrid>
                  <a:tr h="43180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Problem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Prefix Sum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Binary Search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Two Pointers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Greedy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254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Spaceship Shuffle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main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median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4254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Tennis Robot II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main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4254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Twin Rivers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main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bridges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4254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Laser Cutter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main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optional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4254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Space Mission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prefix min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main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4254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Lollipops II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main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counting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4254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Mundane Square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3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3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57718" t="-697059" r="-202013" b="-21470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3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main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3F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  <a:tr h="4254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Wheeling and Dealing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3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buckets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3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3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3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main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3F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8"/>
                      </a:ext>
                    </a:extLst>
                  </a:tr>
                  <a:tr h="4254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Prime Minister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3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3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main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3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3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right half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3F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9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" name="Shape 2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LESSON 4</a:t>
            </a:r>
            <a:endParaRPr lang="en-US" sz="180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HOMEWORK</a:t>
            </a:r>
            <a:endParaRPr lang="en-US" sz="39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2"/>
              <p:cNvSpPr txBox="1"/>
              <p:nvPr/>
            </p:nvSpPr>
            <p:spPr>
              <a:xfrm>
                <a:off x="812800" y="1903016"/>
                <a:ext cx="11094720" cy="202882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371475" indent="-371475">
                  <a:lnSpc>
                    <a:spcPts val="3825"/>
                  </a:lnSpc>
                  <a:buSzPct val="100000"/>
                  <a:buFont typeface="+mj-lt"/>
                  <a:buAutoNum type="arabicPeriod"/>
                </a:pP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Mundane Square: full program · </a:t>
                </a:r>
                <a:r>
                  <a:rPr lang="en-US" sz="2250" u="sng">
                    <a:solidFill>
                      <a:srgbClr val="287673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  <a:hlinkClick r:id="rId3">
                      <a:extLst>
                        <a:ext uri="{A12FA001-AC4F-418D-AE19-62706E023703}">
                          <ahyp:hlinkClr xmlns:ahyp="http://schemas.microsoft.com/office/drawing/2018/hyperlinkcolor" val="tx"/>
                        </a:ext>
                      </a:extLst>
                    </a:hlinkClick>
                  </a:rPr>
                  <a:t>orac2.info/problem/1747</a:t>
                </a:r>
                <a:endParaRPr lang="en-US" sz="2250"/>
              </a:p>
              <a:p>
                <a:pPr marL="371475" indent="-371475">
                  <a:lnSpc>
                    <a:spcPts val="3825"/>
                  </a:lnSpc>
                  <a:buSzPct val="100000"/>
                  <a:buFont typeface="+mj-lt"/>
                  <a:buAutoNum type="arabicPeriod"/>
                </a:pP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Wheeling and Dealing: subtasks 1–3, then full marks with cost buckets · </a:t>
                </a:r>
                <a:r>
                  <a:rPr lang="en-US" sz="2250" u="sng">
                    <a:solidFill>
                      <a:srgbClr val="287673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  <a:hlinkClick r:id="rId4">
                      <a:extLst>
                        <a:ext uri="{A12FA001-AC4F-418D-AE19-62706E023703}">
                          <ahyp:hlinkClr xmlns:ahyp="http://schemas.microsoft.com/office/drawing/2018/hyperlinkcolor" val="tx"/>
                        </a:ext>
                      </a:extLst>
                    </a:hlinkClick>
                  </a:rPr>
                  <a:t>orac2.info/problem/1298</a:t>
                </a:r>
                <a:endParaRPr lang="en-US" sz="2250"/>
              </a:p>
              <a:p>
                <a:pPr marL="371475" indent="-371475">
                  <a:lnSpc>
                    <a:spcPts val="3825"/>
                  </a:lnSpc>
                  <a:buSzPct val="100000"/>
                  <a:buFont typeface="+mj-lt"/>
                  <a:buAutoNum type="arabicPeriod"/>
                </a:pP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Think: in Mundane Square, what goes wrong if each cell has its own cap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2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?</a:t>
                </a:r>
                <a:endParaRPr lang="en-US" sz="2250"/>
              </a:p>
            </p:txBody>
          </p:sp>
        </mc:Choice>
        <mc:Fallback>
          <p:sp>
            <p:nvSpPr>
              <p:cNvPr id="4" name="Text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800" y="1903016"/>
                <a:ext cx="11094720" cy="2028825"/>
              </a:xfrm>
              <a:prstGeom prst="rect">
                <a:avLst/>
              </a:prstGeom>
              <a:blipFill>
                <a:blip r:embed="rId5"/>
                <a:stretch>
                  <a:fillRect l="-1371" b="-621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hape 3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 READING · FENWICK TREE</a:t>
            </a:r>
            <a:endParaRPr lang="en-US" sz="1800"/>
          </a:p>
        </p:txBody>
      </p:sp>
      <p:sp>
        <p:nvSpPr>
          <p:cNvPr id="3" name="Text 1"/>
          <p:cNvSpPr txBox="1"/>
          <p:nvPr/>
        </p:nvSpPr>
        <p:spPr>
          <a:xfrm>
            <a:off x="812800" y="1079500"/>
            <a:ext cx="11200384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025"/>
              </a:lnSpc>
              <a:buNone/>
            </a:pPr>
            <a:r>
              <a:rPr lang="en-US" sz="3500" b="1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TOP-UP IS A PREFIX-SUM QUESTION</a:t>
            </a:r>
            <a:endParaRPr lang="en-US" sz="3500"/>
          </a:p>
        </p:txBody>
      </p:sp>
      <p:pic>
        <p:nvPicPr>
          <p:cNvPr id="4" name="Image 0" descr="Diagra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800" y="1743075"/>
            <a:ext cx="4826000" cy="29845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943600" y="1743075"/>
            <a:ext cx="5761736" cy="561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 the pool as a count array over cost: cnt[c] = voters left with cost c.</a:t>
            </a:r>
            <a:endParaRPr lang="en-US" sz="15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 3"/>
              <p:cNvSpPr txBox="1"/>
              <p:nvPr/>
            </p:nvSpPr>
            <p:spPr>
              <a:xfrm>
                <a:off x="5943600" y="2403475"/>
                <a:ext cx="5761736" cy="29527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2100"/>
                  </a:lnSpc>
                  <a:buNone/>
                </a:pPr>
                <a:r>
                  <a:rPr lang="en-US" sz="15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The </a:t>
                </a:r>
                <a14:m>
                  <m:oMath xmlns:m="http://schemas.openxmlformats.org/officeDocument/2006/math">
                    <m:r>
                      <a:rPr lang="en-US" sz="15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5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cheapest = walk the </a:t>
                </a:r>
                <a:r>
                  <a:rPr lang="en-US" sz="150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prefix counts</a:t>
                </a:r>
                <a:r>
                  <a:rPr lang="en-US" sz="15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until they reach </a:t>
                </a:r>
                <a14:m>
                  <m:oMath xmlns:m="http://schemas.openxmlformats.org/officeDocument/2006/math">
                    <m:r>
                      <a:rPr lang="en-US" sz="15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5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</a:t>
                </a:r>
                <a:endParaRPr lang="en-US" sz="1500"/>
              </a:p>
            </p:txBody>
          </p:sp>
        </mc:Choice>
        <mc:Fallback>
          <p:sp>
            <p:nvSpPr>
              <p:cNvPr id="6" name="Text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3600" y="2403475"/>
                <a:ext cx="5761736" cy="295275"/>
              </a:xfrm>
              <a:prstGeom prst="rect">
                <a:avLst/>
              </a:prstGeom>
              <a:blipFill>
                <a:blip r:embed="rId4"/>
                <a:stretch>
                  <a:fillRect l="-2203" t="-16667" b="-20833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 4"/>
          <p:cNvSpPr txBox="1"/>
          <p:nvPr/>
        </p:nvSpPr>
        <p:spPr>
          <a:xfrm>
            <a:off x="5943600" y="2797175"/>
            <a:ext cx="5761736" cy="828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pool keeps changing (forced buys remove voters), so we need two fast operations: </a:t>
            </a:r>
            <a:r>
              <a:rPr lang="en-US" sz="1500" b="1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one cnt[c]</a:t>
            </a:r>
            <a:r>
              <a:rPr lang="en-US" sz="15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and </a:t>
            </a:r>
            <a:r>
              <a:rPr lang="en-US" sz="1500" b="1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walk the prefix sums</a:t>
            </a:r>
            <a:r>
              <a:rPr lang="en-US" sz="15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50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39" name="Table 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79011935"/>
                  </p:ext>
                </p:extLst>
              </p:nvPr>
            </p:nvGraphicFramePr>
            <p:xfrm>
              <a:off x="5943600" y="3724275"/>
              <a:ext cx="5435600" cy="1352550"/>
            </p:xfrm>
            <a:graphic>
              <a:graphicData uri="http://schemas.openxmlformats.org/drawingml/2006/table">
                <a:tbl>
                  <a:tblPr/>
                  <a:tblGrid>
                    <a:gridCol w="2395934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706761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332905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33020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620"/>
                            </a:lnSpc>
                            <a:buNone/>
                          </a:pPr>
                          <a:r>
                            <a:rPr lang="en-US" sz="13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Pool stored as</a:t>
                          </a:r>
                          <a:endParaRPr lang="en-US" sz="13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620"/>
                            </a:lnSpc>
                            <a:buNone/>
                          </a:pPr>
                          <a:r>
                            <a:rPr lang="en-US" sz="13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Change cnt[c]</a:t>
                          </a:r>
                          <a:endParaRPr lang="en-US" sz="13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620"/>
                            </a:lnSpc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en-US" sz="1350" b="1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oMath>
                          </a14:m>
                          <a:r>
                            <a:rPr lang="en-US" sz="13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cheapest</a:t>
                          </a:r>
                          <a:endParaRPr lang="en-US" sz="13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33375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620"/>
                            </a:lnSpc>
                            <a:buNone/>
                          </a:pPr>
                          <a:r>
                            <a:rPr lang="en-US" sz="13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Plain array</a:t>
                          </a:r>
                          <a:endParaRPr lang="en-US" sz="13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620"/>
                            </a:lnSpc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350" i="1">
                                    <a:solidFill>
                                      <a:srgbClr val="1F2328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d>
                                  <m:dPr>
                                    <m:ctrlPr>
                                      <a:rPr lang="en-US" sz="1350" i="1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350" i="1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13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620"/>
                            </a:lnSpc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350" i="1">
                                    <a:solidFill>
                                      <a:srgbClr val="1F2328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d>
                                  <m:dPr>
                                    <m:ctrlPr>
                                      <a:rPr lang="en-US" sz="1350" i="1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350" i="1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13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33020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620"/>
                            </a:lnSpc>
                            <a:buNone/>
                          </a:pPr>
                          <a:r>
                            <a:rPr lang="en-US" sz="13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Blocks of 100 (lesson)</a:t>
                          </a:r>
                          <a:endParaRPr lang="en-US" sz="13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620"/>
                            </a:lnSpc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350" i="1">
                                    <a:solidFill>
                                      <a:srgbClr val="1F2328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d>
                                  <m:dPr>
                                    <m:ctrlPr>
                                      <a:rPr lang="en-US" sz="1350" i="1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350" i="1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13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620"/>
                            </a:lnSpc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350" i="1">
                                    <a:solidFill>
                                      <a:srgbClr val="1F2328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d>
                                  <m:dPr>
                                    <m:ctrlPr>
                                      <a:rPr lang="en-US" sz="1350" i="1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ad>
                                      <m:radPr>
                                        <m:degHide m:val="on"/>
                                        <m:ctrlPr>
                                          <a:rPr lang="en-US" sz="1350" i="1">
                                            <a:solidFill>
                                              <a:srgbClr val="1F2328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n-US" sz="1350" i="1">
                                            <a:solidFill>
                                              <a:srgbClr val="1F2328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𝐶</m:t>
                                        </m:r>
                                      </m:e>
                                    </m:rad>
                                  </m:e>
                                </m:d>
                              </m:oMath>
                            </m:oMathPara>
                          </a14:m>
                          <a:endParaRPr lang="en-US" sz="13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3020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620"/>
                            </a:lnSpc>
                            <a:buNone/>
                          </a:pPr>
                          <a:r>
                            <a:rPr lang="en-US" sz="13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Fenwick tree</a:t>
                          </a:r>
                          <a:endParaRPr lang="en-US" sz="13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620"/>
                            </a:lnSpc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350" b="1" i="1">
                                    <a:solidFill>
                                      <a:srgbClr val="1F2328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d>
                                  <m:dPr>
                                    <m:ctrlPr>
                                      <a:rPr lang="en-US" sz="1350" b="1" i="0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1350" b="1" i="0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  <m:r>
                                      <a:rPr lang="en-US" sz="1350" b="1" i="1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13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620"/>
                            </a:lnSpc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350" b="1" i="1">
                                    <a:solidFill>
                                      <a:srgbClr val="1F2328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d>
                                  <m:dPr>
                                    <m:ctrlPr>
                                      <a:rPr lang="en-US" sz="1350" b="1" i="0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1350" b="1" i="0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  <m:r>
                                      <a:rPr lang="en-US" sz="1350" b="1" i="1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13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39" name="Table 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79011935"/>
                  </p:ext>
                </p:extLst>
              </p:nvPr>
            </p:nvGraphicFramePr>
            <p:xfrm>
              <a:off x="5943600" y="3724275"/>
              <a:ext cx="5435600" cy="1352550"/>
            </p:xfrm>
            <a:graphic>
              <a:graphicData uri="http://schemas.openxmlformats.org/drawingml/2006/table">
                <a:tbl>
                  <a:tblPr/>
                  <a:tblGrid>
                    <a:gridCol w="2395934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706761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332905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34290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620"/>
                            </a:lnSpc>
                            <a:buNone/>
                          </a:pPr>
                          <a:r>
                            <a:rPr lang="en-US" sz="13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Pool stored as</a:t>
                          </a:r>
                          <a:endParaRPr lang="en-US" sz="13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620"/>
                            </a:lnSpc>
                            <a:buNone/>
                          </a:pPr>
                          <a:r>
                            <a:rPr lang="en-US" sz="13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Change cnt[c]</a:t>
                          </a:r>
                          <a:endParaRPr lang="en-US" sz="13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307619" t="-3704" r="-952" b="-30740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365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620"/>
                            </a:lnSpc>
                            <a:buNone/>
                          </a:pPr>
                          <a:r>
                            <a:rPr lang="en-US" sz="13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Plain array</a:t>
                          </a:r>
                          <a:endParaRPr lang="en-US" sz="13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141045" t="-103704" r="-79104" b="-20740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307619" t="-103704" r="-952" b="-20740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3365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620"/>
                            </a:lnSpc>
                            <a:buNone/>
                          </a:pPr>
                          <a:r>
                            <a:rPr lang="en-US" sz="13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Blocks of 100 (lesson)</a:t>
                          </a:r>
                          <a:endParaRPr lang="en-US" sz="13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141045" t="-211538" r="-79104" b="-1153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307619" t="-211538" r="-952" b="-11538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365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620"/>
                            </a:lnSpc>
                            <a:buNone/>
                          </a:pPr>
                          <a:r>
                            <a:rPr lang="en-US" sz="13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Fenwick tree</a:t>
                          </a:r>
                          <a:endParaRPr lang="en-US" sz="13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141045" t="-300000" r="-79104" b="-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307619" t="-300000" r="-952" b="-1111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 5"/>
              <p:cNvSpPr txBox="1"/>
              <p:nvPr/>
            </p:nvSpPr>
            <p:spPr>
              <a:xfrm>
                <a:off x="5943600" y="5178425"/>
                <a:ext cx="5761736" cy="20066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1440"/>
                  </a:lnSpc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solidFill>
                          <a:srgbClr val="5E6A70"/>
                        </a:solidFill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sz="1200">
                    <a:solidFill>
                      <a:srgbClr val="5E6A7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= number of different costs (10 001 here).</a:t>
                </a:r>
                <a:endParaRPr lang="en-US" sz="1200"/>
              </a:p>
            </p:txBody>
          </p:sp>
        </mc:Choice>
        <mc:Fallback>
          <p:sp>
            <p:nvSpPr>
              <p:cNvPr id="9" name="Text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3600" y="5178425"/>
                <a:ext cx="5761736" cy="200660"/>
              </a:xfrm>
              <a:prstGeom prst="rect">
                <a:avLst/>
              </a:prstGeom>
              <a:blipFill>
                <a:blip r:embed="rId6"/>
                <a:stretch>
                  <a:fillRect l="-1101" t="-23529" b="-35294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Shape 6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 READING · FENWICK TREE</a:t>
            </a:r>
            <a:endParaRPr lang="en-US" sz="1800"/>
          </a:p>
        </p:txBody>
      </p:sp>
      <p:sp>
        <p:nvSpPr>
          <p:cNvPr id="3" name="Text 1"/>
          <p:cNvSpPr txBox="1"/>
          <p:nvPr/>
        </p:nvSpPr>
        <p:spPr>
          <a:xfrm>
            <a:off x="812800" y="1079500"/>
            <a:ext cx="11200384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025"/>
              </a:lnSpc>
              <a:buNone/>
            </a:pPr>
            <a:r>
              <a:rPr lang="en-US" sz="3500" b="1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CELL STORES ONE BLOCK</a:t>
            </a:r>
            <a:endParaRPr lang="en-US" sz="3500"/>
          </a:p>
        </p:txBody>
      </p:sp>
      <p:pic>
        <p:nvPicPr>
          <p:cNvPr id="4" name="Image 0" descr="Diagra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800" y="1743075"/>
            <a:ext cx="10541000" cy="20320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12800" y="3927475"/>
            <a:ext cx="605790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b="1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lowbit(i) = i &amp; (−i)</a:t>
            </a:r>
            <a:r>
              <a:rPr lang="en-US" sz="15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the lowest set bit of i.</a:t>
            </a:r>
            <a:endParaRPr lang="en-US" sz="1500"/>
          </a:p>
        </p:txBody>
      </p:sp>
      <p:sp>
        <p:nvSpPr>
          <p:cNvPr id="6" name="Text 3"/>
          <p:cNvSpPr txBox="1"/>
          <p:nvPr/>
        </p:nvSpPr>
        <p:spPr>
          <a:xfrm>
            <a:off x="812800" y="4283075"/>
            <a:ext cx="6057900" cy="561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tree[i] stores the sum of cnt over the </a:t>
            </a:r>
            <a:r>
              <a:rPr lang="en-US" sz="1500" b="1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lowbit(i) positions ending at i</a:t>
            </a:r>
            <a:r>
              <a:rPr lang="en-US" sz="15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cnt[i − lowbit(i) + 1] + … + cnt[i].</a:t>
            </a:r>
            <a:endParaRPr lang="en-US" sz="15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 4"/>
              <p:cNvSpPr txBox="1"/>
              <p:nvPr/>
            </p:nvSpPr>
            <p:spPr>
              <a:xfrm>
                <a:off x="812800" y="4905375"/>
                <a:ext cx="6057900" cy="29527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2100"/>
                  </a:lnSpc>
                  <a:buNone/>
                </a:pPr>
                <a:r>
                  <a:rPr lang="en-US" sz="15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Every prefix 1..</a:t>
                </a:r>
                <a14:m>
                  <m:oMath xmlns:m="http://schemas.openxmlformats.org/officeDocument/2006/math">
                    <m:r>
                      <a:rPr lang="en-US" sz="15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15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splits into at most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50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log</m:t>
                    </m:r>
                    <m:r>
                      <a:rPr lang="en-US" sz="15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sz="15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of these blocks.</a:t>
                </a:r>
                <a:endParaRPr lang="en-US" sz="1500"/>
              </a:p>
            </p:txBody>
          </p:sp>
        </mc:Choice>
        <mc:Fallback>
          <p:sp>
            <p:nvSpPr>
              <p:cNvPr id="7" name="Text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800" y="4905375"/>
                <a:ext cx="6057900" cy="295275"/>
              </a:xfrm>
              <a:prstGeom prst="rect">
                <a:avLst/>
              </a:prstGeom>
              <a:blipFill>
                <a:blip r:embed="rId4"/>
                <a:stretch>
                  <a:fillRect l="-1883" t="-16667" b="-20833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34200" y="3927475"/>
          <a:ext cx="4445000" cy="1689100"/>
        </p:xfrm>
        <a:graphic>
          <a:graphicData uri="http://schemas.openxmlformats.org/drawingml/2006/table">
            <a:tbl>
              <a:tblPr/>
              <a:tblGrid>
                <a:gridCol w="5666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23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44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415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3020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620"/>
                        </a:lnSpc>
                        <a:buNone/>
                      </a:pPr>
                      <a:r>
                        <a:rPr lang="en-US" sz="1350" b="1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</a:t>
                      </a:r>
                      <a:endParaRPr lang="en-US" sz="13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620"/>
                        </a:lnSpc>
                        <a:buNone/>
                      </a:pPr>
                      <a:r>
                        <a:rPr lang="en-US" sz="1350" b="1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binary</a:t>
                      </a:r>
                      <a:endParaRPr lang="en-US" sz="13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620"/>
                        </a:lnSpc>
                        <a:buNone/>
                      </a:pPr>
                      <a:r>
                        <a:rPr lang="en-US" sz="1350" b="1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lowbit</a:t>
                      </a:r>
                      <a:endParaRPr lang="en-US" sz="13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620"/>
                        </a:lnSpc>
                        <a:buNone/>
                      </a:pPr>
                      <a:r>
                        <a:rPr lang="en-US" sz="1350" b="1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tree[i] covers</a:t>
                      </a:r>
                      <a:endParaRPr lang="en-US" sz="13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3375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620"/>
                        </a:lnSpc>
                        <a:buNone/>
                      </a:pPr>
                      <a:r>
                        <a:rPr lang="en-US" sz="135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3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620"/>
                        </a:lnSpc>
                        <a:buNone/>
                      </a:pPr>
                      <a:r>
                        <a:rPr lang="en-US" sz="135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0110</a:t>
                      </a:r>
                      <a:endParaRPr lang="en-US" sz="13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620"/>
                        </a:lnSpc>
                        <a:buNone/>
                      </a:pPr>
                      <a:r>
                        <a:rPr lang="en-US" sz="135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3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620"/>
                        </a:lnSpc>
                        <a:buNone/>
                      </a:pPr>
                      <a:r>
                        <a:rPr lang="en-US" sz="135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5..6</a:t>
                      </a:r>
                      <a:endParaRPr lang="en-US" sz="13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020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620"/>
                        </a:lnSpc>
                        <a:buNone/>
                      </a:pPr>
                      <a:r>
                        <a:rPr lang="en-US" sz="135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3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620"/>
                        </a:lnSpc>
                        <a:buNone/>
                      </a:pPr>
                      <a:r>
                        <a:rPr lang="en-US" sz="135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0111</a:t>
                      </a:r>
                      <a:endParaRPr lang="en-US" sz="13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620"/>
                        </a:lnSpc>
                        <a:buNone/>
                      </a:pPr>
                      <a:r>
                        <a:rPr lang="en-US" sz="135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3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620"/>
                        </a:lnSpc>
                        <a:buNone/>
                      </a:pPr>
                      <a:r>
                        <a:rPr lang="en-US" sz="135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3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020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620"/>
                        </a:lnSpc>
                        <a:buNone/>
                      </a:pPr>
                      <a:r>
                        <a:rPr lang="en-US" sz="135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3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620"/>
                        </a:lnSpc>
                        <a:buNone/>
                      </a:pPr>
                      <a:r>
                        <a:rPr lang="en-US" sz="135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1000</a:t>
                      </a:r>
                      <a:endParaRPr lang="en-US" sz="13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620"/>
                        </a:lnSpc>
                        <a:buNone/>
                      </a:pPr>
                      <a:r>
                        <a:rPr lang="en-US" sz="135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3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620"/>
                        </a:lnSpc>
                        <a:buNone/>
                      </a:pPr>
                      <a:r>
                        <a:rPr lang="en-US" sz="135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1..8</a:t>
                      </a:r>
                      <a:endParaRPr lang="en-US" sz="13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020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620"/>
                        </a:lnSpc>
                        <a:buNone/>
                      </a:pPr>
                      <a:r>
                        <a:rPr lang="en-US" sz="135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3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620"/>
                        </a:lnSpc>
                        <a:buNone/>
                      </a:pPr>
                      <a:r>
                        <a:rPr lang="en-US" sz="135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1100</a:t>
                      </a:r>
                      <a:endParaRPr lang="en-US" sz="13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620"/>
                        </a:lnSpc>
                        <a:buNone/>
                      </a:pPr>
                      <a:r>
                        <a:rPr lang="en-US" sz="135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3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620"/>
                        </a:lnSpc>
                        <a:buNone/>
                      </a:pPr>
                      <a:r>
                        <a:rPr lang="en-US" sz="135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9..12</a:t>
                      </a:r>
                      <a:endParaRPr lang="en-US" sz="13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 READING · FENWICK TREE</a:t>
            </a:r>
            <a:endParaRPr lang="en-US" sz="1800"/>
          </a:p>
        </p:txBody>
      </p:sp>
      <p:sp>
        <p:nvSpPr>
          <p:cNvPr id="3" name="Text 1"/>
          <p:cNvSpPr txBox="1"/>
          <p:nvPr/>
        </p:nvSpPr>
        <p:spPr>
          <a:xfrm>
            <a:off x="812800" y="1079500"/>
            <a:ext cx="11200384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025"/>
              </a:lnSpc>
              <a:buNone/>
            </a:pPr>
            <a:r>
              <a:rPr lang="en-US" sz="3500" b="1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IS IT CALLED A TREE?</a:t>
            </a:r>
            <a:endParaRPr lang="en-US" sz="3500"/>
          </a:p>
        </p:txBody>
      </p:sp>
      <p:pic>
        <p:nvPicPr>
          <p:cNvPr id="4" name="Image 0" descr="Diagra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800" y="1743075"/>
            <a:ext cx="5207000" cy="298450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 2"/>
              <p:cNvSpPr txBox="1"/>
              <p:nvPr/>
            </p:nvSpPr>
            <p:spPr>
              <a:xfrm>
                <a:off x="812800" y="4778375"/>
                <a:ext cx="5519420" cy="20066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1440"/>
                  </a:lnSpc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solidFill>
                          <a:srgbClr val="5E6A70"/>
                        </a:solidFill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1200" i="0">
                        <a:solidFill>
                          <a:srgbClr val="5E6A7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solidFill>
                          <a:srgbClr val="5E6A70"/>
                        </a:solidFill>
                        <a:latin typeface="Cambria Math" panose="02040503050406030204" pitchFamily="18" charset="0"/>
                      </a:rPr>
                      <m:t>8</m:t>
                    </m:r>
                  </m:oMath>
                </a14:m>
                <a:r>
                  <a:rPr lang="en-US" sz="1200">
                    <a:solidFill>
                      <a:srgbClr val="5E6A7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 Orange: change cnt[5] walks up </a:t>
                </a:r>
                <a14:m>
                  <m:oMath xmlns:m="http://schemas.openxmlformats.org/officeDocument/2006/math">
                    <m:r>
                      <a:rPr lang="en-US" sz="1200" i="1">
                        <a:solidFill>
                          <a:srgbClr val="5E6A70"/>
                        </a:solidFill>
                        <a:latin typeface="Cambria Math" panose="02040503050406030204" pitchFamily="18" charset="0"/>
                      </a:rPr>
                      <m:t>5</m:t>
                    </m:r>
                    <m:r>
                      <a:rPr lang="en-US" sz="1200" i="0">
                        <a:solidFill>
                          <a:srgbClr val="5E6A70"/>
                        </a:solidFill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sz="1200" i="1">
                        <a:solidFill>
                          <a:srgbClr val="5E6A70"/>
                        </a:solidFill>
                        <a:latin typeface="Cambria Math" panose="02040503050406030204" pitchFamily="18" charset="0"/>
                      </a:rPr>
                      <m:t>6</m:t>
                    </m:r>
                    <m:r>
                      <a:rPr lang="en-US" sz="1200" i="0">
                        <a:solidFill>
                          <a:srgbClr val="5E6A70"/>
                        </a:solidFill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sz="1200" i="1">
                        <a:solidFill>
                          <a:srgbClr val="5E6A70"/>
                        </a:solidFill>
                        <a:latin typeface="Cambria Math" panose="02040503050406030204" pitchFamily="18" charset="0"/>
                      </a:rPr>
                      <m:t>8</m:t>
                    </m:r>
                  </m:oMath>
                </a14:m>
                <a:r>
                  <a:rPr lang="en-US" sz="1200">
                    <a:solidFill>
                      <a:srgbClr val="5E6A7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</a:t>
                </a:r>
                <a:endParaRPr lang="en-US" sz="1200"/>
              </a:p>
            </p:txBody>
          </p:sp>
        </mc:Choice>
        <mc:Fallback>
          <p:sp>
            <p:nvSpPr>
              <p:cNvPr id="5" name="Text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800" y="4778375"/>
                <a:ext cx="5519420" cy="200660"/>
              </a:xfrm>
              <a:prstGeom prst="rect">
                <a:avLst/>
              </a:prstGeom>
              <a:blipFill>
                <a:blip r:embed="rId4"/>
                <a:stretch>
                  <a:fillRect l="-688" t="-29412" b="-29412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 3"/>
              <p:cNvSpPr txBox="1"/>
              <p:nvPr/>
            </p:nvSpPr>
            <p:spPr>
              <a:xfrm>
                <a:off x="6299200" y="1743075"/>
                <a:ext cx="5384800" cy="773192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1960"/>
                  </a:lnSpc>
                  <a:buNone/>
                </a:pPr>
                <a:r>
                  <a:rPr lang="en-US" sz="1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Two blocks never partly overlap: they are either separate or one sits inside the other. The smallest block that contains block </a:t>
                </a:r>
                <a14:m>
                  <m:oMath xmlns:m="http://schemas.openxmlformats.org/officeDocument/2006/math">
                    <m:r>
                      <a:rPr lang="en-US" sz="1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1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is its </a:t>
                </a:r>
                <a:r>
                  <a:rPr lang="en-US" sz="140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parent</a:t>
                </a:r>
                <a:r>
                  <a:rPr lang="en-US" sz="1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:</a:t>
                </a:r>
                <a:endParaRPr lang="en-US" sz="1400"/>
              </a:p>
            </p:txBody>
          </p:sp>
        </mc:Choice>
        <mc:Fallback>
          <p:sp>
            <p:nvSpPr>
              <p:cNvPr id="6" name="Text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99200" y="1743075"/>
                <a:ext cx="5384800" cy="773192"/>
              </a:xfrm>
              <a:prstGeom prst="rect">
                <a:avLst/>
              </a:prstGeom>
              <a:blipFill>
                <a:blip r:embed="rId5"/>
                <a:stretch>
                  <a:fillRect l="-1878" t="-6452" r="-1643" b="-9677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hape 4"/>
          <p:cNvSpPr/>
          <p:nvPr/>
        </p:nvSpPr>
        <p:spPr>
          <a:xfrm>
            <a:off x="6299200" y="2603897"/>
            <a:ext cx="5384800" cy="387350"/>
          </a:xfrm>
          <a:prstGeom prst="roundRect">
            <a:avLst>
              <a:gd name="adj" fmla="val 13115"/>
            </a:avLst>
          </a:prstGeom>
          <a:solidFill>
            <a:srgbClr val="EEF3F6"/>
          </a:solidFill>
          <a:ln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 5"/>
              <p:cNvSpPr txBox="1"/>
              <p:nvPr/>
            </p:nvSpPr>
            <p:spPr>
              <a:xfrm>
                <a:off x="6413500" y="2680097"/>
                <a:ext cx="5156200" cy="26543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1920"/>
                  </a:lnSpc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1600" b="1" i="0">
                          <a:solidFill>
                            <a:srgbClr val="0A4054"/>
                          </a:solidFill>
                          <a:latin typeface="Cambria Math" panose="02040503050406030204" pitchFamily="18" charset="0"/>
                        </a:rPr>
                        <m:t>parent</m:t>
                      </m:r>
                      <m:d>
                        <m:dPr>
                          <m:ctrlPr>
                            <a:rPr lang="en-US" sz="1600" b="1" i="1">
                              <a:solidFill>
                                <a:srgbClr val="0A4054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1" i="1">
                              <a:solidFill>
                                <a:srgbClr val="0A4054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en-US" sz="1600" b="1" i="0">
                          <a:solidFill>
                            <a:srgbClr val="0A4054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600" b="1" i="1">
                          <a:solidFill>
                            <a:srgbClr val="0A4054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sz="1600" b="1" i="0">
                          <a:solidFill>
                            <a:srgbClr val="0A4054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1600" b="1" i="0">
                          <a:solidFill>
                            <a:srgbClr val="0A4054"/>
                          </a:solidFill>
                          <a:latin typeface="Cambria Math" panose="02040503050406030204" pitchFamily="18" charset="0"/>
                        </a:rPr>
                        <m:t>lowbit</m:t>
                      </m:r>
                      <m:d>
                        <m:dPr>
                          <m:ctrlPr>
                            <a:rPr lang="en-US" sz="1600" b="1" i="1">
                              <a:solidFill>
                                <a:srgbClr val="0A4054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1" i="1">
                              <a:solidFill>
                                <a:srgbClr val="0A4054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</m:oMath>
                  </m:oMathPara>
                </a14:m>
                <a:endParaRPr lang="en-US" sz="1600"/>
              </a:p>
            </p:txBody>
          </p:sp>
        </mc:Choice>
        <mc:Fallback>
          <p:sp>
            <p:nvSpPr>
              <p:cNvPr id="8" name="Text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3500" y="2680097"/>
                <a:ext cx="5156200" cy="265430"/>
              </a:xfrm>
              <a:prstGeom prst="rect">
                <a:avLst/>
              </a:prstGeom>
              <a:blipFill>
                <a:blip r:embed="rId6"/>
                <a:stretch>
                  <a:fillRect b="-19048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 6"/>
          <p:cNvSpPr txBox="1"/>
          <p:nvPr/>
        </p:nvSpPr>
        <p:spPr>
          <a:xfrm>
            <a:off x="6299200" y="3105547"/>
            <a:ext cx="5384800" cy="524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children of 8 are 4, 6, 7: blocks 1..4, 5..6, 7 tile 1..7. Leaves are the odd positions.</a:t>
            </a:r>
            <a:endParaRPr lang="en-US" sz="14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 7"/>
              <p:cNvSpPr txBox="1"/>
              <p:nvPr/>
            </p:nvSpPr>
            <p:spPr>
              <a:xfrm>
                <a:off x="6299200" y="3717528"/>
                <a:ext cx="5384800" cy="52435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1960"/>
                  </a:lnSpc>
                  <a:buNone/>
                </a:pPr>
                <a:r>
                  <a:rPr lang="en-US" sz="140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Update</a:t>
                </a:r>
                <a:r>
                  <a:rPr lang="en-US" sz="1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= walk up to the root. The tree 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40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log</m:t>
                    </m:r>
                    <m:r>
                      <a:rPr lang="en-US" sz="1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sz="1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high, so </a:t>
                </a:r>
                <a14:m>
                  <m:oMath xmlns:m="http://schemas.openxmlformats.org/officeDocument/2006/math">
                    <m:r>
                      <a:rPr lang="en-US" sz="1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140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140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log</m:t>
                        </m:r>
                        <m:r>
                          <a:rPr lang="en-US" sz="1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</m:d>
                  </m:oMath>
                </a14:m>
                <a:r>
                  <a:rPr lang="en-US" sz="1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</a:t>
                </a:r>
                <a:endParaRPr lang="en-US" sz="1400"/>
              </a:p>
            </p:txBody>
          </p:sp>
        </mc:Choice>
        <mc:Fallback>
          <p:sp>
            <p:nvSpPr>
              <p:cNvPr id="10" name="Text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99200" y="3717528"/>
                <a:ext cx="5384800" cy="524351"/>
              </a:xfrm>
              <a:prstGeom prst="rect">
                <a:avLst/>
              </a:prstGeom>
              <a:blipFill>
                <a:blip r:embed="rId7"/>
                <a:stretch>
                  <a:fillRect l="-1878" t="-6977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 8"/>
          <p:cNvSpPr txBox="1"/>
          <p:nvPr/>
        </p:nvSpPr>
        <p:spPr>
          <a:xfrm>
            <a:off x="6299200" y="4329509"/>
            <a:ext cx="5384800" cy="77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pointers: the shape comes from the binary digits of the index, like a heap. Peter Fenwick (1994) called it a </a:t>
            </a:r>
            <a:r>
              <a:rPr lang="en-US" sz="1400" b="1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Binary Indexed Tree</a:t>
            </a:r>
            <a:r>
              <a:rPr lang="en-US" sz="14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400"/>
          </a:p>
        </p:txBody>
      </p:sp>
      <p:sp>
        <p:nvSpPr>
          <p:cNvPr id="12" name="Shape 9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 READING · FENWICK TREE</a:t>
            </a:r>
            <a:endParaRPr lang="en-US" sz="1800"/>
          </a:p>
        </p:txBody>
      </p:sp>
      <p:sp>
        <p:nvSpPr>
          <p:cNvPr id="3" name="Text 1"/>
          <p:cNvSpPr txBox="1"/>
          <p:nvPr/>
        </p:nvSpPr>
        <p:spPr>
          <a:xfrm>
            <a:off x="812800" y="1079500"/>
            <a:ext cx="11200384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025"/>
              </a:lnSpc>
              <a:buNone/>
            </a:pPr>
            <a:r>
              <a:rPr lang="en-US" sz="3500" b="1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 AND PREFIX SUM: JUMP BY LOWBIT</a:t>
            </a:r>
            <a:endParaRPr lang="en-US" sz="3500"/>
          </a:p>
        </p:txBody>
      </p:sp>
      <p:sp>
        <p:nvSpPr>
          <p:cNvPr id="4" name="Text 2"/>
          <p:cNvSpPr txBox="1"/>
          <p:nvPr/>
        </p:nvSpPr>
        <p:spPr>
          <a:xfrm>
            <a:off x="812800" y="1743075"/>
            <a:ext cx="5465572" cy="26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>
                <a:solidFill>
                  <a:srgbClr val="E096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cnt[5]: go up, i += lowbit(i)</a:t>
            </a:r>
            <a:endParaRPr lang="en-US" sz="1600"/>
          </a:p>
        </p:txBody>
      </p:sp>
      <p:pic>
        <p:nvPicPr>
          <p:cNvPr id="5" name="Image 0" descr="Diagra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800" y="2054225"/>
            <a:ext cx="5080000" cy="212725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12800" y="4257675"/>
            <a:ext cx="5465572" cy="2755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→ 6 → 8 → 16: every block that contains 5.</a:t>
            </a:r>
            <a:endParaRPr lang="en-US" sz="1400"/>
          </a:p>
        </p:txBody>
      </p:sp>
      <p:sp>
        <p:nvSpPr>
          <p:cNvPr id="7" name="Shape 4"/>
          <p:cNvSpPr/>
          <p:nvPr/>
        </p:nvSpPr>
        <p:spPr>
          <a:xfrm>
            <a:off x="812800" y="4582716"/>
            <a:ext cx="5156200" cy="1488877"/>
          </a:xfrm>
          <a:prstGeom prst="roundRect">
            <a:avLst>
              <a:gd name="adj" fmla="val 3412"/>
            </a:avLst>
          </a:prstGeom>
          <a:solidFill>
            <a:srgbClr val="F6F7F7"/>
          </a:solidFill>
          <a:ln w="6350">
            <a:solidFill>
              <a:srgbClr val="DADDE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8" name="Text 5"/>
          <p:cNvSpPr txBox="1"/>
          <p:nvPr/>
        </p:nvSpPr>
        <p:spPr>
          <a:xfrm>
            <a:off x="958850" y="4677966"/>
            <a:ext cx="4826508" cy="8884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4"/>
              </a:lnSpc>
              <a:buNone/>
            </a:pPr>
            <a:r>
              <a:rPr lang="en-US" sz="12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void add(int i, long long d){</a:t>
            </a:r>
            <a:endParaRPr lang="en-US" sz="1200"/>
          </a:p>
          <a:p>
            <a:pPr marL="0" indent="0" algn="l">
              <a:lnSpc>
                <a:spcPts val="1704"/>
              </a:lnSpc>
              <a:buNone/>
            </a:pPr>
            <a:r>
              <a:rPr lang="en-US" sz="12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for (; i &lt;= SZ; i += i &amp; (-i))</a:t>
            </a:r>
            <a:endParaRPr lang="en-US" sz="1200"/>
          </a:p>
          <a:p>
            <a:pPr marL="0" indent="0" algn="l">
              <a:lnSpc>
                <a:spcPts val="1704"/>
              </a:lnSpc>
              <a:buNone/>
            </a:pPr>
            <a:r>
              <a:rPr lang="en-US" sz="12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tree[i] += d;</a:t>
            </a:r>
            <a:endParaRPr lang="en-US" sz="1200"/>
          </a:p>
          <a:p>
            <a:pPr marL="0" indent="0" algn="l">
              <a:lnSpc>
                <a:spcPts val="1704"/>
              </a:lnSpc>
              <a:buNone/>
            </a:pPr>
            <a:r>
              <a:rPr lang="en-US" sz="12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</a:t>
            </a:r>
            <a:endParaRPr lang="en-US" sz="1200"/>
          </a:p>
        </p:txBody>
      </p:sp>
      <p:sp>
        <p:nvSpPr>
          <p:cNvPr id="9" name="Text 6"/>
          <p:cNvSpPr txBox="1"/>
          <p:nvPr/>
        </p:nvSpPr>
        <p:spPr>
          <a:xfrm>
            <a:off x="6223000" y="1743075"/>
            <a:ext cx="5465572" cy="26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 of cnt[1..13]: go down, i −= lowbit(i)</a:t>
            </a:r>
            <a:endParaRPr lang="en-US" sz="1600"/>
          </a:p>
        </p:txBody>
      </p:sp>
      <p:pic>
        <p:nvPicPr>
          <p:cNvPr id="10" name="Image 1" descr="Diagram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3000" y="2054225"/>
            <a:ext cx="5080000" cy="212725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223000" y="4257675"/>
            <a:ext cx="5465572" cy="2755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→ 12 → 8: blocks 13, 9..12, 1..8 tile 1..13.</a:t>
            </a:r>
            <a:endParaRPr lang="en-US" sz="1400"/>
          </a:p>
        </p:txBody>
      </p:sp>
      <p:sp>
        <p:nvSpPr>
          <p:cNvPr id="12" name="Shape 8"/>
          <p:cNvSpPr/>
          <p:nvPr/>
        </p:nvSpPr>
        <p:spPr>
          <a:xfrm>
            <a:off x="6223000" y="4582716"/>
            <a:ext cx="5156200" cy="1488877"/>
          </a:xfrm>
          <a:prstGeom prst="roundRect">
            <a:avLst>
              <a:gd name="adj" fmla="val 3412"/>
            </a:avLst>
          </a:prstGeom>
          <a:solidFill>
            <a:srgbClr val="F6F7F7"/>
          </a:solidFill>
          <a:ln w="6350">
            <a:solidFill>
              <a:srgbClr val="DADDE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3" name="Text 9"/>
          <p:cNvSpPr txBox="1"/>
          <p:nvPr/>
        </p:nvSpPr>
        <p:spPr>
          <a:xfrm>
            <a:off x="6369050" y="4677966"/>
            <a:ext cx="4864100" cy="13212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4"/>
              </a:lnSpc>
              <a:buNone/>
            </a:pPr>
            <a:r>
              <a:rPr lang="en-US" sz="12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long long ask(int i){</a:t>
            </a:r>
            <a:endParaRPr lang="en-US" sz="1200"/>
          </a:p>
          <a:p>
            <a:pPr marL="0" indent="0" algn="l">
              <a:lnSpc>
                <a:spcPts val="1704"/>
              </a:lnSpc>
              <a:buNone/>
            </a:pPr>
            <a:r>
              <a:rPr lang="en-US" sz="12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long long s = 0;</a:t>
            </a:r>
            <a:endParaRPr lang="en-US" sz="1200"/>
          </a:p>
          <a:p>
            <a:pPr marL="0" indent="0" algn="l">
              <a:lnSpc>
                <a:spcPts val="1704"/>
              </a:lnSpc>
              <a:buNone/>
            </a:pPr>
            <a:r>
              <a:rPr lang="en-US" sz="12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for (; i &gt; 0; i -= i &amp; (-i))</a:t>
            </a:r>
            <a:endParaRPr lang="en-US" sz="1200"/>
          </a:p>
          <a:p>
            <a:pPr marL="0" indent="0" algn="l">
              <a:lnSpc>
                <a:spcPts val="1704"/>
              </a:lnSpc>
              <a:buNone/>
            </a:pPr>
            <a:r>
              <a:rPr lang="en-US" sz="12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s += tree[i];</a:t>
            </a:r>
            <a:endParaRPr lang="en-US" sz="1200"/>
          </a:p>
          <a:p>
            <a:pPr marL="0" indent="0" algn="l">
              <a:lnSpc>
                <a:spcPts val="1704"/>
              </a:lnSpc>
              <a:buNone/>
            </a:pPr>
            <a:r>
              <a:rPr lang="en-US" sz="12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return s;</a:t>
            </a:r>
            <a:endParaRPr lang="en-US" sz="1200"/>
          </a:p>
          <a:p>
            <a:pPr marL="0" indent="0" algn="l">
              <a:lnSpc>
                <a:spcPts val="1704"/>
              </a:lnSpc>
              <a:buNone/>
            </a:pPr>
            <a:r>
              <a:rPr lang="en-US" sz="12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</a:t>
            </a:r>
            <a:endParaRPr lang="en-US" sz="12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 10"/>
              <p:cNvSpPr txBox="1"/>
              <p:nvPr/>
            </p:nvSpPr>
            <p:spPr>
              <a:xfrm>
                <a:off x="812800" y="6223992"/>
                <a:ext cx="11200384" cy="24447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1800"/>
                  </a:lnSpc>
                  <a:buNone/>
                </a:pPr>
                <a:r>
                  <a:rPr lang="en-US" sz="1500" b="1">
                    <a:solidFill>
                      <a:srgbClr val="0A4054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Each jump clears or carries one bit, so both loops take at most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500" b="1" i="0">
                        <a:solidFill>
                          <a:srgbClr val="0A4054"/>
                        </a:solidFill>
                        <a:latin typeface="Cambria Math" panose="02040503050406030204" pitchFamily="18" charset="0"/>
                      </a:rPr>
                      <m:t>log</m:t>
                    </m:r>
                    <m:r>
                      <a:rPr lang="en-US" sz="1500" b="1" i="1">
                        <a:solidFill>
                          <a:srgbClr val="0A4054"/>
                        </a:solidFill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sz="1500" b="1">
                    <a:solidFill>
                      <a:srgbClr val="0A4054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steps.</a:t>
                </a:r>
                <a:endParaRPr lang="en-US" sz="1500"/>
              </a:p>
            </p:txBody>
          </p:sp>
        </mc:Choice>
        <mc:Fallback>
          <p:sp>
            <p:nvSpPr>
              <p:cNvPr id="14" name="Text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800" y="6223992"/>
                <a:ext cx="11200384" cy="244475"/>
              </a:xfrm>
              <a:prstGeom prst="rect">
                <a:avLst/>
              </a:prstGeom>
              <a:blipFill>
                <a:blip r:embed="rId5"/>
                <a:stretch>
                  <a:fillRect l="-1018" t="-25000" b="-40000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Shape 11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 READING · FENWICK TREE</a:t>
            </a:r>
            <a:endParaRPr lang="en-US" sz="18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1"/>
              <p:cNvSpPr txBox="1"/>
              <p:nvPr/>
            </p:nvSpPr>
            <p:spPr>
              <a:xfrm>
                <a:off x="812800" y="1079500"/>
                <a:ext cx="11200384" cy="57785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4025"/>
                  </a:lnSpc>
                  <a:buNone/>
                </a:pPr>
                <a:r>
                  <a:rPr lang="en-US" sz="3500" b="1" kern="0" spc="1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FIND THE </a:t>
                </a:r>
                <a14:m>
                  <m:oMath xmlns:m="http://schemas.openxmlformats.org/officeDocument/2006/math">
                    <m:r>
                      <a:rPr lang="en-US" sz="3500" b="1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3500" b="1" kern="0" spc="1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CHEAPEST: WALK DOWN</a:t>
                </a:r>
                <a:endParaRPr lang="en-US" sz="3500"/>
              </a:p>
            </p:txBody>
          </p:sp>
        </mc:Choice>
        <mc:Fallback>
          <p:sp>
            <p:nvSpPr>
              <p:cNvPr id="3" name="Text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800" y="1079500"/>
                <a:ext cx="11200384" cy="577850"/>
              </a:xfrm>
              <a:prstGeom prst="rect">
                <a:avLst/>
              </a:prstGeom>
              <a:blipFill>
                <a:blip r:embed="rId3"/>
                <a:stretch>
                  <a:fillRect l="-2376" t="-25532" b="-34043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 0" descr="Diagram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" y="1743075"/>
            <a:ext cx="4826000" cy="20955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12800" y="3902075"/>
            <a:ext cx="4697663" cy="48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>
                <a:solidFill>
                  <a:srgbClr val="E096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Orange</a:t>
            </a:r>
            <a:r>
              <a:rPr lang="en-US" sz="13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tried, too many. </a:t>
            </a:r>
            <a:r>
              <a:rPr lang="en-US" sz="1300" b="1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Teal</a:t>
            </a:r>
            <a:r>
              <a:rPr lang="en-US" sz="13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taken whole. Small cells show tree[1], tree[3], tree[5], tree[7].</a:t>
            </a:r>
            <a:endParaRPr lang="en-US" sz="13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 3"/>
              <p:cNvSpPr txBox="1"/>
              <p:nvPr/>
            </p:nvSpPr>
            <p:spPr>
              <a:xfrm>
                <a:off x="812800" y="4389002"/>
                <a:ext cx="4589379" cy="2945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1820"/>
                  </a:lnSpc>
                  <a:buNone/>
                </a:pPr>
                <a:r>
                  <a:rPr lang="en-US" sz="1300">
                    <a:solidFill>
                      <a:srgbClr val="5E6A7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cnt = 2 0 1 3 0 2 1 1 (costs 1..8), </a:t>
                </a:r>
                <a14:m>
                  <m:oMath xmlns:m="http://schemas.openxmlformats.org/officeDocument/2006/math">
                    <m:r>
                      <a:rPr lang="en-US" sz="1300" i="1">
                        <a:solidFill>
                          <a:srgbClr val="5E6A70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300" i="0">
                        <a:solidFill>
                          <a:srgbClr val="5E6A7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300" i="1">
                        <a:solidFill>
                          <a:srgbClr val="5E6A70"/>
                        </a:solidFill>
                        <a:latin typeface="Cambria Math" panose="02040503050406030204" pitchFamily="18" charset="0"/>
                      </a:rPr>
                      <m:t>5</m:t>
                    </m:r>
                  </m:oMath>
                </a14:m>
                <a:endParaRPr lang="en-US" sz="1300"/>
              </a:p>
            </p:txBody>
          </p:sp>
        </mc:Choice>
        <mc:Fallback>
          <p:sp>
            <p:nvSpPr>
              <p:cNvPr id="6" name="Text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800" y="4389002"/>
                <a:ext cx="4589379" cy="294580"/>
              </a:xfrm>
              <a:prstGeom prst="rect">
                <a:avLst/>
              </a:prstGeom>
              <a:blipFill>
                <a:blip r:embed="rId5"/>
                <a:stretch>
                  <a:fillRect l="-2204" t="-12500" b="-12500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 4"/>
              <p:cNvSpPr txBox="1"/>
              <p:nvPr/>
            </p:nvSpPr>
            <p:spPr>
              <a:xfrm>
                <a:off x="5892800" y="1743075"/>
                <a:ext cx="5392821" cy="54316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2030"/>
                  </a:lnSpc>
                  <a:buNone/>
                </a:pPr>
                <a:r>
                  <a:rPr lang="en-US" sz="14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Start at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4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pos</m:t>
                    </m:r>
                    <m:r>
                      <a:rPr lang="en-US" sz="14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14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 Try jumps of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4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4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sz="14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r>
                  <a:rPr lang="en-US" sz="14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, largest first. If the block tree[pos +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4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4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sz="14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r>
                  <a:rPr lang="en-US" sz="14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] holds </a:t>
                </a:r>
                <a:r>
                  <a:rPr lang="en-US" sz="145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fewer than </a:t>
                </a:r>
                <a14:m>
                  <m:oMath xmlns:m="http://schemas.openxmlformats.org/officeDocument/2006/math">
                    <m:r>
                      <a:rPr lang="en-US" sz="1450" b="1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4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voters, take it whole.</a:t>
                </a:r>
                <a:endParaRPr lang="en-US" sz="1450"/>
              </a:p>
            </p:txBody>
          </p:sp>
        </mc:Choice>
        <mc:Fallback>
          <p:sp>
            <p:nvSpPr>
              <p:cNvPr id="7" name="Text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92800" y="1743075"/>
                <a:ext cx="5392821" cy="543163"/>
              </a:xfrm>
              <a:prstGeom prst="rect">
                <a:avLst/>
              </a:prstGeom>
              <a:blipFill>
                <a:blip r:embed="rId6"/>
                <a:stretch>
                  <a:fillRect l="-2118" t="-9302" r="-2118" b="-9302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42" name="Table 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79011935"/>
                  </p:ext>
                </p:extLst>
              </p:nvPr>
            </p:nvGraphicFramePr>
            <p:xfrm>
              <a:off x="5892800" y="2360216"/>
              <a:ext cx="5486400" cy="1565275"/>
            </p:xfrm>
            <a:graphic>
              <a:graphicData uri="http://schemas.openxmlformats.org/drawingml/2006/table">
                <a:tbl>
                  <a:tblPr/>
                  <a:tblGrid>
                    <a:gridCol w="638572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754261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824706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733822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121569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  <a:gridCol w="799703">
                      <a:extLst>
                        <a:ext uri="{9D8B030D-6E8A-4147-A177-3AD203B41FA5}">
                          <a16:colId xmlns:a16="http://schemas.microsoft.com/office/drawing/2014/main" val="20005"/>
                        </a:ext>
                      </a:extLst>
                    </a:gridCol>
                    <a:gridCol w="613767">
                      <a:extLst>
                        <a:ext uri="{9D8B030D-6E8A-4147-A177-3AD203B41FA5}">
                          <a16:colId xmlns:a16="http://schemas.microsoft.com/office/drawing/2014/main" val="20006"/>
                        </a:ext>
                      </a:extLst>
                    </a:gridCol>
                  </a:tblGrid>
                  <a:tr h="3111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440"/>
                            </a:lnSpc>
                            <a:buNone/>
                          </a:pPr>
                          <a:r>
                            <a:rPr lang="en-US" sz="12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try</a:t>
                          </a:r>
                          <a:endParaRPr lang="en-US" sz="12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440"/>
                            </a:lnSpc>
                            <a:buNone/>
                          </a:pPr>
                          <a:r>
                            <a:rPr lang="en-US" sz="12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cell</a:t>
                          </a:r>
                          <a:endParaRPr lang="en-US" sz="12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440"/>
                            </a:lnSpc>
                            <a:buNone/>
                          </a:pPr>
                          <a:r>
                            <a:rPr lang="en-US" sz="12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covers</a:t>
                          </a:r>
                          <a:endParaRPr lang="en-US" sz="12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440"/>
                            </a:lnSpc>
                            <a:buNone/>
                          </a:pPr>
                          <a:r>
                            <a:rPr lang="en-US" sz="12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count</a:t>
                          </a:r>
                          <a:endParaRPr lang="en-US" sz="12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440"/>
                            </a:lnSpc>
                            <a:buNone/>
                          </a:pPr>
                          <a:r>
                            <a:rPr lang="en-US" sz="12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decision</a:t>
                          </a:r>
                          <a:endParaRPr lang="en-US" sz="12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440"/>
                            </a:lnSpc>
                            <a:buNone/>
                          </a:pPr>
                          <a:r>
                            <a:rPr lang="en-US" sz="12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pos</a:t>
                          </a:r>
                          <a:endParaRPr lang="en-US" sz="12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440"/>
                            </a:lnSpc>
                            <a:buNone/>
                          </a:pPr>
                          <a:r>
                            <a:rPr lang="en-US" sz="12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sum</a:t>
                          </a:r>
                          <a:endParaRPr lang="en-US" sz="12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14325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440"/>
                            </a:lnSpc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200" i="1">
                                    <a:solidFill>
                                      <a:srgbClr val="1F2328"/>
                                    </a:solidFill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sz="1200" i="0">
                                    <a:solidFill>
                                      <a:srgbClr val="1F2328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200" i="1">
                                    <a:solidFill>
                                      <a:srgbClr val="1F2328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oMath>
                            </m:oMathPara>
                          </a14:m>
                          <a:endParaRPr lang="en-US" sz="12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440"/>
                            </a:lnSpc>
                            <a:buNone/>
                          </a:pPr>
                          <a:r>
                            <a:rPr lang="en-US" sz="12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tree[8]</a:t>
                          </a:r>
                          <a:endParaRPr lang="en-US" sz="12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440"/>
                            </a:lnSpc>
                            <a:buNone/>
                          </a:pPr>
                          <a:r>
                            <a:rPr lang="en-US" sz="12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1..8</a:t>
                          </a:r>
                          <a:endParaRPr lang="en-US" sz="12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440"/>
                            </a:lnSpc>
                            <a:buNone/>
                          </a:pPr>
                          <a:r>
                            <a:rPr lang="en-US" sz="12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10</a:t>
                          </a:r>
                          <a:endParaRPr lang="en-US" sz="12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440"/>
                            </a:lnSpc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en-US" sz="1200" b="1" i="1">
                                  <a:solidFill>
                                    <a:srgbClr val="B4322F"/>
                                  </a:solidFill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  <m:r>
                                <a:rPr lang="en-US" sz="1200" b="1" i="0">
                                  <a:solidFill>
                                    <a:srgbClr val="B4322F"/>
                                  </a:solidFill>
                                  <a:latin typeface="Cambria Math" panose="02040503050406030204" pitchFamily="18" charset="0"/>
                                </a:rPr>
                                <m:t>≥</m:t>
                              </m:r>
                              <m:r>
                                <a:rPr lang="en-US" sz="1200" b="1" i="1">
                                  <a:solidFill>
                                    <a:srgbClr val="B4322F"/>
                                  </a:solidFill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oMath>
                          </a14:m>
                          <a:r>
                            <a:rPr lang="en-US" sz="1200" b="1">
                              <a:solidFill>
                                <a:srgbClr val="B4322F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: no</a:t>
                          </a:r>
                          <a:endParaRPr lang="en-US" sz="12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440"/>
                            </a:lnSpc>
                            <a:buNone/>
                          </a:pPr>
                          <a:r>
                            <a:rPr lang="en-US" sz="12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—</a:t>
                          </a:r>
                          <a:endParaRPr lang="en-US" sz="12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440"/>
                            </a:lnSpc>
                            <a:buNone/>
                          </a:pPr>
                          <a:r>
                            <a:rPr lang="en-US" sz="12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—</a:t>
                          </a:r>
                          <a:endParaRPr lang="en-US" sz="12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3111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440"/>
                            </a:lnSpc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200" i="1">
                                    <a:solidFill>
                                      <a:srgbClr val="1F2328"/>
                                    </a:solidFill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sz="1200" i="0">
                                    <a:solidFill>
                                      <a:srgbClr val="1F2328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200" i="1">
                                    <a:solidFill>
                                      <a:srgbClr val="1F2328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lang="en-US" sz="12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440"/>
                            </a:lnSpc>
                            <a:buNone/>
                          </a:pPr>
                          <a:r>
                            <a:rPr lang="en-US" sz="12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tree[4]</a:t>
                          </a:r>
                          <a:endParaRPr lang="en-US" sz="12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440"/>
                            </a:lnSpc>
                            <a:buNone/>
                          </a:pPr>
                          <a:r>
                            <a:rPr lang="en-US" sz="12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1..4</a:t>
                          </a:r>
                          <a:endParaRPr lang="en-US" sz="12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440"/>
                            </a:lnSpc>
                            <a:buNone/>
                          </a:pPr>
                          <a:r>
                            <a:rPr lang="en-US" sz="12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6</a:t>
                          </a:r>
                          <a:endParaRPr lang="en-US" sz="12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440"/>
                            </a:lnSpc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en-US" sz="1200" b="1" i="1">
                                  <a:solidFill>
                                    <a:srgbClr val="B4322F"/>
                                  </a:solidFill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  <m:r>
                                <a:rPr lang="en-US" sz="1200" b="1" i="0">
                                  <a:solidFill>
                                    <a:srgbClr val="B4322F"/>
                                  </a:solidFill>
                                  <a:latin typeface="Cambria Math" panose="02040503050406030204" pitchFamily="18" charset="0"/>
                                </a:rPr>
                                <m:t>≥</m:t>
                              </m:r>
                              <m:r>
                                <a:rPr lang="en-US" sz="1200" b="1" i="1">
                                  <a:solidFill>
                                    <a:srgbClr val="B4322F"/>
                                  </a:solidFill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oMath>
                          </a14:m>
                          <a:r>
                            <a:rPr lang="en-US" sz="1200" b="1">
                              <a:solidFill>
                                <a:srgbClr val="B4322F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: no</a:t>
                          </a:r>
                          <a:endParaRPr lang="en-US" sz="12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440"/>
                            </a:lnSpc>
                            <a:buNone/>
                          </a:pPr>
                          <a:r>
                            <a:rPr lang="en-US" sz="12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—</a:t>
                          </a:r>
                          <a:endParaRPr lang="en-US" sz="12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440"/>
                            </a:lnSpc>
                            <a:buNone/>
                          </a:pPr>
                          <a:r>
                            <a:rPr lang="en-US" sz="12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—</a:t>
                          </a:r>
                          <a:endParaRPr lang="en-US" sz="12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111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440"/>
                            </a:lnSpc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200" i="1">
                                    <a:solidFill>
                                      <a:srgbClr val="1F2328"/>
                                    </a:solidFill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sz="1200" i="0">
                                    <a:solidFill>
                                      <a:srgbClr val="1F2328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200" i="1">
                                    <a:solidFill>
                                      <a:srgbClr val="1F2328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en-US" sz="12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440"/>
                            </a:lnSpc>
                            <a:buNone/>
                          </a:pPr>
                          <a:r>
                            <a:rPr lang="en-US" sz="12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tree[2]</a:t>
                          </a:r>
                          <a:endParaRPr lang="en-US" sz="12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440"/>
                            </a:lnSpc>
                            <a:buNone/>
                          </a:pPr>
                          <a:r>
                            <a:rPr lang="en-US" sz="12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1..2</a:t>
                          </a:r>
                          <a:endParaRPr lang="en-US" sz="12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440"/>
                            </a:lnSpc>
                            <a:buNone/>
                          </a:pPr>
                          <a:r>
                            <a:rPr lang="en-US" sz="12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2</a:t>
                          </a:r>
                          <a:endParaRPr lang="en-US" sz="12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440"/>
                            </a:lnSpc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en-US" sz="1200" b="1" i="1">
                                  <a:solidFill>
                                    <a:srgbClr val="1E7F4F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1200" b="1" i="0">
                                  <a:solidFill>
                                    <a:srgbClr val="1E7F4F"/>
                                  </a:solidFill>
                                  <a:latin typeface="Cambria Math" panose="02040503050406030204" pitchFamily="18" charset="0"/>
                                </a:rPr>
                                <m:t>&lt;</m:t>
                              </m:r>
                              <m:r>
                                <a:rPr lang="en-US" sz="1200" b="1" i="1">
                                  <a:solidFill>
                                    <a:srgbClr val="1E7F4F"/>
                                  </a:solidFill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oMath>
                          </a14:m>
                          <a:r>
                            <a:rPr lang="en-US" sz="1200" b="1">
                              <a:solidFill>
                                <a:srgbClr val="1E7F4F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: take</a:t>
                          </a:r>
                          <a:endParaRPr lang="en-US" sz="12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440"/>
                            </a:lnSpc>
                            <a:buNone/>
                          </a:pPr>
                          <a:r>
                            <a:rPr lang="en-US" sz="12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2, </a:t>
                          </a:r>
                          <a14:m>
                            <m:oMath xmlns:m="http://schemas.openxmlformats.org/officeDocument/2006/math">
                              <m:r>
                                <a:rPr lang="en-US" sz="120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200" i="0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120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oMath>
                          </a14:m>
                          <a:endParaRPr lang="en-US" sz="12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440"/>
                            </a:lnSpc>
                            <a:buNone/>
                          </a:pPr>
                          <a:r>
                            <a:rPr lang="en-US" sz="12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2</a:t>
                          </a:r>
                          <a:endParaRPr lang="en-US" sz="12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3111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440"/>
                            </a:lnSpc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200" i="1">
                                    <a:solidFill>
                                      <a:srgbClr val="1F2328"/>
                                    </a:solidFill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sz="1200" i="0">
                                    <a:solidFill>
                                      <a:srgbClr val="1F2328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200" i="1">
                                    <a:solidFill>
                                      <a:srgbClr val="1F2328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US" sz="12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440"/>
                            </a:lnSpc>
                            <a:buNone/>
                          </a:pPr>
                          <a:r>
                            <a:rPr lang="en-US" sz="12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tree[3]</a:t>
                          </a:r>
                          <a:endParaRPr lang="en-US" sz="12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440"/>
                            </a:lnSpc>
                            <a:buNone/>
                          </a:pPr>
                          <a:r>
                            <a:rPr lang="en-US" sz="12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3</a:t>
                          </a:r>
                          <a:endParaRPr lang="en-US" sz="12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440"/>
                            </a:lnSpc>
                            <a:buNone/>
                          </a:pPr>
                          <a:r>
                            <a:rPr lang="en-US" sz="12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1</a:t>
                          </a:r>
                          <a:endParaRPr lang="en-US" sz="12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440"/>
                            </a:lnSpc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en-US" sz="1200" b="1" i="1">
                                  <a:solidFill>
                                    <a:srgbClr val="1E7F4F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sz="1200" b="1" i="0">
                                  <a:solidFill>
                                    <a:srgbClr val="1E7F4F"/>
                                  </a:solidFill>
                                  <a:latin typeface="Cambria Math" panose="02040503050406030204" pitchFamily="18" charset="0"/>
                                </a:rPr>
                                <m:t>&lt;</m:t>
                              </m:r>
                              <m:r>
                                <a:rPr lang="en-US" sz="1200" b="1" i="1">
                                  <a:solidFill>
                                    <a:srgbClr val="1E7F4F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oMath>
                          </a14:m>
                          <a:r>
                            <a:rPr lang="en-US" sz="1200" b="1">
                              <a:solidFill>
                                <a:srgbClr val="1E7F4F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: take</a:t>
                          </a:r>
                          <a:endParaRPr lang="en-US" sz="12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440"/>
                            </a:lnSpc>
                            <a:buNone/>
                          </a:pPr>
                          <a:r>
                            <a:rPr lang="en-US" sz="12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3, </a:t>
                          </a:r>
                          <a14:m>
                            <m:oMath xmlns:m="http://schemas.openxmlformats.org/officeDocument/2006/math">
                              <m:r>
                                <a:rPr lang="en-US" sz="120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200" i="0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120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oMath>
                          </a14:m>
                          <a:endParaRPr lang="en-US" sz="12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440"/>
                            </a:lnSpc>
                            <a:buNone/>
                          </a:pPr>
                          <a:r>
                            <a:rPr lang="en-US" sz="12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5</a:t>
                          </a:r>
                          <a:endParaRPr lang="en-US" sz="12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42" name="Table 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79011935"/>
                  </p:ext>
                </p:extLst>
              </p:nvPr>
            </p:nvGraphicFramePr>
            <p:xfrm>
              <a:off x="5892800" y="2360216"/>
              <a:ext cx="5486400" cy="1565275"/>
            </p:xfrm>
            <a:graphic>
              <a:graphicData uri="http://schemas.openxmlformats.org/drawingml/2006/table">
                <a:tbl>
                  <a:tblPr/>
                  <a:tblGrid>
                    <a:gridCol w="638572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754261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824706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733822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121569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  <a:gridCol w="799703">
                      <a:extLst>
                        <a:ext uri="{9D8B030D-6E8A-4147-A177-3AD203B41FA5}">
                          <a16:colId xmlns:a16="http://schemas.microsoft.com/office/drawing/2014/main" val="20005"/>
                        </a:ext>
                      </a:extLst>
                    </a:gridCol>
                    <a:gridCol w="613767">
                      <a:extLst>
                        <a:ext uri="{9D8B030D-6E8A-4147-A177-3AD203B41FA5}">
                          <a16:colId xmlns:a16="http://schemas.microsoft.com/office/drawing/2014/main" val="20006"/>
                        </a:ext>
                      </a:extLst>
                    </a:gridCol>
                  </a:tblGrid>
                  <a:tr h="31750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440"/>
                            </a:lnSpc>
                            <a:buNone/>
                          </a:pPr>
                          <a:r>
                            <a:rPr lang="en-US" sz="12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try</a:t>
                          </a:r>
                          <a:endParaRPr lang="en-US" sz="12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440"/>
                            </a:lnSpc>
                            <a:buNone/>
                          </a:pPr>
                          <a:r>
                            <a:rPr lang="en-US" sz="12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cell</a:t>
                          </a:r>
                          <a:endParaRPr lang="en-US" sz="12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440"/>
                            </a:lnSpc>
                            <a:buNone/>
                          </a:pPr>
                          <a:r>
                            <a:rPr lang="en-US" sz="12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covers</a:t>
                          </a:r>
                          <a:endParaRPr lang="en-US" sz="12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440"/>
                            </a:lnSpc>
                            <a:buNone/>
                          </a:pPr>
                          <a:r>
                            <a:rPr lang="en-US" sz="12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count</a:t>
                          </a:r>
                          <a:endParaRPr lang="en-US" sz="12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440"/>
                            </a:lnSpc>
                            <a:buNone/>
                          </a:pPr>
                          <a:r>
                            <a:rPr lang="en-US" sz="12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decision</a:t>
                          </a:r>
                          <a:endParaRPr lang="en-US" sz="12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440"/>
                            </a:lnSpc>
                            <a:buNone/>
                          </a:pPr>
                          <a:r>
                            <a:rPr lang="en-US" sz="12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pos</a:t>
                          </a:r>
                          <a:endParaRPr lang="en-US" sz="12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440"/>
                            </a:lnSpc>
                            <a:buNone/>
                          </a:pPr>
                          <a:r>
                            <a:rPr lang="en-US" sz="12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sum</a:t>
                          </a:r>
                          <a:endParaRPr lang="en-US" sz="12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14325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7"/>
                          <a:stretch>
                            <a:fillRect l="-2000" t="-100000" r="-766000" b="-30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440"/>
                            </a:lnSpc>
                            <a:buNone/>
                          </a:pPr>
                          <a:r>
                            <a:rPr lang="en-US" sz="12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tree[8]</a:t>
                          </a:r>
                          <a:endParaRPr lang="en-US" sz="12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440"/>
                            </a:lnSpc>
                            <a:buNone/>
                          </a:pPr>
                          <a:r>
                            <a:rPr lang="en-US" sz="12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1..8</a:t>
                          </a:r>
                          <a:endParaRPr lang="en-US" sz="12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440"/>
                            </a:lnSpc>
                            <a:buNone/>
                          </a:pPr>
                          <a:r>
                            <a:rPr lang="en-US" sz="12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10</a:t>
                          </a:r>
                          <a:endParaRPr lang="en-US" sz="12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7"/>
                          <a:stretch>
                            <a:fillRect l="-261798" t="-100000" r="-125843" b="-30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440"/>
                            </a:lnSpc>
                            <a:buNone/>
                          </a:pPr>
                          <a:r>
                            <a:rPr lang="en-US" sz="12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—</a:t>
                          </a:r>
                          <a:endParaRPr lang="en-US" sz="12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440"/>
                            </a:lnSpc>
                            <a:buNone/>
                          </a:pPr>
                          <a:r>
                            <a:rPr lang="en-US" sz="12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—</a:t>
                          </a:r>
                          <a:endParaRPr lang="en-US" sz="12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31115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7"/>
                          <a:stretch>
                            <a:fillRect l="-2000" t="-200000" r="-766000" b="-20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440"/>
                            </a:lnSpc>
                            <a:buNone/>
                          </a:pPr>
                          <a:r>
                            <a:rPr lang="en-US" sz="12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tree[4]</a:t>
                          </a:r>
                          <a:endParaRPr lang="en-US" sz="12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440"/>
                            </a:lnSpc>
                            <a:buNone/>
                          </a:pPr>
                          <a:r>
                            <a:rPr lang="en-US" sz="12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1..4</a:t>
                          </a:r>
                          <a:endParaRPr lang="en-US" sz="12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440"/>
                            </a:lnSpc>
                            <a:buNone/>
                          </a:pPr>
                          <a:r>
                            <a:rPr lang="en-US" sz="12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6</a:t>
                          </a:r>
                          <a:endParaRPr lang="en-US" sz="12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7"/>
                          <a:stretch>
                            <a:fillRect l="-261798" t="-200000" r="-125843" b="-20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440"/>
                            </a:lnSpc>
                            <a:buNone/>
                          </a:pPr>
                          <a:r>
                            <a:rPr lang="en-US" sz="12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—</a:t>
                          </a:r>
                          <a:endParaRPr lang="en-US" sz="12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440"/>
                            </a:lnSpc>
                            <a:buNone/>
                          </a:pPr>
                          <a:r>
                            <a:rPr lang="en-US" sz="12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—</a:t>
                          </a:r>
                          <a:endParaRPr lang="en-US" sz="12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1115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7"/>
                          <a:stretch>
                            <a:fillRect l="-2000" t="-300000" r="-766000" b="-10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440"/>
                            </a:lnSpc>
                            <a:buNone/>
                          </a:pPr>
                          <a:r>
                            <a:rPr lang="en-US" sz="12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tree[2]</a:t>
                          </a:r>
                          <a:endParaRPr lang="en-US" sz="12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440"/>
                            </a:lnSpc>
                            <a:buNone/>
                          </a:pPr>
                          <a:r>
                            <a:rPr lang="en-US" sz="12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1..2</a:t>
                          </a:r>
                          <a:endParaRPr lang="en-US" sz="12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440"/>
                            </a:lnSpc>
                            <a:buNone/>
                          </a:pPr>
                          <a:r>
                            <a:rPr lang="en-US" sz="12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2</a:t>
                          </a:r>
                          <a:endParaRPr lang="en-US" sz="12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7"/>
                          <a:stretch>
                            <a:fillRect l="-261798" t="-300000" r="-125843" b="-10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7"/>
                          <a:stretch>
                            <a:fillRect l="-511111" t="-300000" r="-77778" b="-10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440"/>
                            </a:lnSpc>
                            <a:buNone/>
                          </a:pPr>
                          <a:r>
                            <a:rPr lang="en-US" sz="12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2</a:t>
                          </a:r>
                          <a:endParaRPr lang="en-US" sz="12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31115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7"/>
                          <a:stretch>
                            <a:fillRect l="-2000" t="-400000" r="-766000" b="-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440"/>
                            </a:lnSpc>
                            <a:buNone/>
                          </a:pPr>
                          <a:r>
                            <a:rPr lang="en-US" sz="12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tree[3]</a:t>
                          </a:r>
                          <a:endParaRPr lang="en-US" sz="12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440"/>
                            </a:lnSpc>
                            <a:buNone/>
                          </a:pPr>
                          <a:r>
                            <a:rPr lang="en-US" sz="12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3</a:t>
                          </a:r>
                          <a:endParaRPr lang="en-US" sz="12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440"/>
                            </a:lnSpc>
                            <a:buNone/>
                          </a:pPr>
                          <a:r>
                            <a:rPr lang="en-US" sz="12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1</a:t>
                          </a:r>
                          <a:endParaRPr lang="en-US" sz="12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7"/>
                          <a:stretch>
                            <a:fillRect l="-261798" t="-400000" r="-125843" b="-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7"/>
                          <a:stretch>
                            <a:fillRect l="-511111" t="-400000" r="-77778" b="-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440"/>
                            </a:lnSpc>
                            <a:buNone/>
                          </a:pPr>
                          <a:r>
                            <a:rPr lang="en-US" sz="12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5</a:t>
                          </a:r>
                          <a:endParaRPr lang="en-US" sz="12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9" name="Shape 5"/>
          <p:cNvSpPr/>
          <p:nvPr/>
        </p:nvSpPr>
        <p:spPr>
          <a:xfrm>
            <a:off x="5892800" y="4023916"/>
            <a:ext cx="5486400" cy="667941"/>
          </a:xfrm>
          <a:prstGeom prst="roundRect">
            <a:avLst>
              <a:gd name="adj" fmla="val 7605"/>
            </a:avLst>
          </a:prstGeom>
          <a:solidFill>
            <a:srgbClr val="E3F1EC"/>
          </a:solidFill>
          <a:ln/>
        </p:spPr>
        <p:txBody>
          <a:bodyPr/>
          <a:lstStyle/>
          <a:p>
            <a:endParaRPr lang="en-AU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 6"/>
              <p:cNvSpPr txBox="1"/>
              <p:nvPr/>
            </p:nvSpPr>
            <p:spPr>
              <a:xfrm>
                <a:off x="6007100" y="4100116"/>
                <a:ext cx="5278521" cy="54316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2030"/>
                  </a:lnSpc>
                  <a:buNone/>
                </a:pPr>
                <a:r>
                  <a:rPr lang="en-US" sz="14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Costs 1..3 hold fewer than 5, so the last </a:t>
                </a:r>
                <a14:m>
                  <m:oMath xmlns:m="http://schemas.openxmlformats.org/officeDocument/2006/math">
                    <m:r>
                      <a:rPr lang="en-US" sz="1450" b="1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450" b="1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450" b="1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sz="14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all cost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450" b="1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pos</m:t>
                    </m:r>
                    <m:r>
                      <a:rPr lang="en-US" sz="1450" b="1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+1=4</m:t>
                    </m:r>
                  </m:oMath>
                </a14:m>
                <a:r>
                  <a:rPr lang="en-US" sz="14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: total = </a:t>
                </a:r>
                <a14:m>
                  <m:oMath xmlns:m="http://schemas.openxmlformats.org/officeDocument/2006/math">
                    <m:r>
                      <a:rPr lang="en-US" sz="14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5</m:t>
                    </m:r>
                    <m:r>
                      <a:rPr lang="en-US" sz="14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4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14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sz="14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4</m:t>
                    </m:r>
                    <m:r>
                      <a:rPr lang="en-US" sz="14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14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</a:t>
                </a:r>
                <a:r>
                  <a:rPr lang="en-US" sz="145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13</a:t>
                </a:r>
                <a:r>
                  <a:rPr lang="en-US" sz="14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✓</a:t>
                </a:r>
                <a:endParaRPr lang="en-US" sz="1450"/>
              </a:p>
            </p:txBody>
          </p:sp>
        </mc:Choice>
        <mc:Fallback>
          <p:sp>
            <p:nvSpPr>
              <p:cNvPr id="10" name="Text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07100" y="4100116"/>
                <a:ext cx="5278521" cy="543163"/>
              </a:xfrm>
              <a:prstGeom prst="rect">
                <a:avLst/>
              </a:prstGeom>
              <a:blipFill>
                <a:blip r:embed="rId8"/>
                <a:stretch>
                  <a:fillRect l="-1918" t="-9302" b="-9302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 7"/>
              <p:cNvSpPr txBox="1"/>
              <p:nvPr/>
            </p:nvSpPr>
            <p:spPr>
              <a:xfrm>
                <a:off x="5892800" y="4793456"/>
                <a:ext cx="5392821" cy="48692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1820"/>
                  </a:lnSpc>
                  <a:buNone/>
                </a:pPr>
                <a:r>
                  <a:rPr lang="en-US" sz="1300">
                    <a:solidFill>
                      <a:srgbClr val="5E6A7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Like binary search on the answer, but each probe reads one cell: </a:t>
                </a:r>
                <a14:m>
                  <m:oMath xmlns:m="http://schemas.openxmlformats.org/officeDocument/2006/math">
                    <m:r>
                      <a:rPr lang="en-US" sz="1300" i="1">
                        <a:solidFill>
                          <a:srgbClr val="5E6A70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1300" i="0">
                            <a:solidFill>
                              <a:srgbClr val="5E6A7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1300" i="0">
                            <a:solidFill>
                              <a:srgbClr val="5E6A70"/>
                            </a:solidFill>
                            <a:latin typeface="Cambria Math" panose="02040503050406030204" pitchFamily="18" charset="0"/>
                          </a:rPr>
                          <m:t>log</m:t>
                        </m:r>
                        <m:r>
                          <a:rPr lang="en-US" sz="1300" i="1">
                            <a:solidFill>
                              <a:srgbClr val="5E6A70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</m:oMath>
                </a14:m>
                <a:r>
                  <a:rPr lang="en-US" sz="1300">
                    <a:solidFill>
                      <a:srgbClr val="5E6A7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, no extra log.</a:t>
                </a:r>
                <a:endParaRPr lang="en-US" sz="1300"/>
              </a:p>
            </p:txBody>
          </p:sp>
        </mc:Choice>
        <mc:Fallback>
          <p:sp>
            <p:nvSpPr>
              <p:cNvPr id="11" name="Text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92800" y="4793456"/>
                <a:ext cx="5392821" cy="486926"/>
              </a:xfrm>
              <a:prstGeom prst="rect">
                <a:avLst/>
              </a:prstGeom>
              <a:blipFill>
                <a:blip r:embed="rId9"/>
                <a:stretch>
                  <a:fillRect l="-1882" t="-7692" b="-12821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Shape 8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 READING · FENWICK TREE</a:t>
            </a:r>
            <a:endParaRPr lang="en-US" sz="1800"/>
          </a:p>
        </p:txBody>
      </p:sp>
      <p:sp>
        <p:nvSpPr>
          <p:cNvPr id="3" name="Text 1"/>
          <p:cNvSpPr txBox="1"/>
          <p:nvPr/>
        </p:nvSpPr>
        <p:spPr>
          <a:xfrm>
            <a:off x="812800" y="1079500"/>
            <a:ext cx="11200384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025"/>
              </a:lnSpc>
              <a:buNone/>
            </a:pPr>
            <a:r>
              <a:rPr lang="en-US" sz="3500" b="1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TOP-UP IN C++</a:t>
            </a:r>
            <a:endParaRPr lang="en-US" sz="3500"/>
          </a:p>
        </p:txBody>
      </p:sp>
      <p:sp>
        <p:nvSpPr>
          <p:cNvPr id="4" name="Shape 2"/>
          <p:cNvSpPr/>
          <p:nvPr/>
        </p:nvSpPr>
        <p:spPr>
          <a:xfrm>
            <a:off x="812800" y="1743075"/>
            <a:ext cx="5715000" cy="4573505"/>
          </a:xfrm>
          <a:prstGeom prst="roundRect">
            <a:avLst>
              <a:gd name="adj" fmla="val 1032"/>
            </a:avLst>
          </a:prstGeom>
          <a:solidFill>
            <a:srgbClr val="F6F7F7"/>
          </a:solidFill>
          <a:ln w="6350">
            <a:solidFill>
              <a:srgbClr val="DADDE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" name="Text 3"/>
          <p:cNvSpPr txBox="1"/>
          <p:nvPr/>
        </p:nvSpPr>
        <p:spPr>
          <a:xfrm>
            <a:off x="958850" y="1838326"/>
            <a:ext cx="6073648" cy="44782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91"/>
              </a:lnSpc>
              <a:buNone/>
            </a:pPr>
            <a:r>
              <a:rPr lang="en-US" sz="10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const int LOG = 14, SZ = 1 &lt;&lt; LOG;  </a:t>
            </a:r>
            <a:r>
              <a:rPr lang="en-US" sz="1050">
                <a:solidFill>
                  <a:srgbClr val="5D667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// 16384 &gt; 10001</a:t>
            </a:r>
            <a:endParaRPr lang="en-US" sz="1050"/>
          </a:p>
          <a:p>
            <a:pPr marL="0" indent="0" algn="l">
              <a:lnSpc>
                <a:spcPts val="1491"/>
              </a:lnSpc>
              <a:buNone/>
            </a:pPr>
            <a:r>
              <a:rPr lang="en-US" sz="10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long long fcnt[SZ + 1], fsum[SZ + 1];</a:t>
            </a:r>
            <a:endParaRPr lang="en-US" sz="1050"/>
          </a:p>
          <a:p>
            <a:pPr marL="0" indent="0" algn="l">
              <a:lnSpc>
                <a:spcPts val="1491"/>
              </a:lnSpc>
              <a:buNone/>
            </a:pPr>
            <a:r>
              <a:rPr lang="en-US" sz="1050">
                <a:solidFill>
                  <a:srgbClr val="5D667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// add (d = 1) or remove (d = -1) a voter of cost c</a:t>
            </a:r>
            <a:endParaRPr lang="en-US" sz="1050"/>
          </a:p>
          <a:p>
            <a:pPr marL="0" indent="0" algn="l">
              <a:lnSpc>
                <a:spcPts val="1491"/>
              </a:lnSpc>
              <a:buNone/>
            </a:pPr>
            <a:r>
              <a:rPr lang="en-US" sz="10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void add(int c, int d){</a:t>
            </a:r>
            <a:endParaRPr lang="en-US" sz="1050"/>
          </a:p>
          <a:p>
            <a:pPr marL="0" indent="0" algn="l">
              <a:lnSpc>
                <a:spcPts val="1491"/>
              </a:lnSpc>
              <a:buNone/>
            </a:pPr>
            <a:r>
              <a:rPr lang="en-US" sz="10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for (int i = c + 1; i &lt;= SZ; i += i &amp; (-i)){</a:t>
            </a:r>
            <a:endParaRPr lang="en-US" sz="1050"/>
          </a:p>
          <a:p>
            <a:pPr marL="0" indent="0" algn="l">
              <a:lnSpc>
                <a:spcPts val="1491"/>
              </a:lnSpc>
              <a:buNone/>
            </a:pPr>
            <a:r>
              <a:rPr lang="en-US" sz="10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fcnt[i] += d;</a:t>
            </a:r>
            <a:endParaRPr lang="en-US" sz="1050"/>
          </a:p>
          <a:p>
            <a:pPr marL="0" indent="0" algn="l">
              <a:lnSpc>
                <a:spcPts val="1491"/>
              </a:lnSpc>
              <a:buNone/>
            </a:pPr>
            <a:r>
              <a:rPr lang="en-US" sz="10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fsum[i] += d * c;</a:t>
            </a:r>
            <a:endParaRPr lang="en-US" sz="1050"/>
          </a:p>
          <a:p>
            <a:pPr marL="0" indent="0" algn="l">
              <a:lnSpc>
                <a:spcPts val="1491"/>
              </a:lnSpc>
              <a:buNone/>
            </a:pPr>
            <a:r>
              <a:rPr lang="en-US" sz="10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}</a:t>
            </a:r>
            <a:endParaRPr lang="en-US" sz="1050"/>
          </a:p>
          <a:p>
            <a:pPr marL="0" indent="0" algn="l">
              <a:lnSpc>
                <a:spcPts val="1491"/>
              </a:lnSpc>
              <a:buNone/>
            </a:pPr>
            <a:r>
              <a:rPr lang="en-US" sz="10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</a:t>
            </a:r>
            <a:endParaRPr lang="en-US" sz="1050"/>
          </a:p>
          <a:p>
            <a:pPr marL="0" indent="0" algn="l">
              <a:lnSpc>
                <a:spcPts val="1491"/>
              </a:lnSpc>
              <a:buNone/>
            </a:pPr>
            <a:r>
              <a:rPr lang="en-US" sz="1050">
                <a:solidFill>
                  <a:srgbClr val="5D667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// sum of the t cheapest voters (t &lt;= pool)</a:t>
            </a:r>
            <a:endParaRPr lang="en-US" sz="1050"/>
          </a:p>
          <a:p>
            <a:pPr marL="0" indent="0" algn="l">
              <a:lnSpc>
                <a:spcPts val="1491"/>
              </a:lnSpc>
              <a:buNone/>
            </a:pPr>
            <a:r>
              <a:rPr lang="en-US" sz="10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long long cheapest(long long t){</a:t>
            </a:r>
            <a:endParaRPr lang="en-US" sz="1050"/>
          </a:p>
          <a:p>
            <a:pPr marL="0" indent="0" algn="l">
              <a:lnSpc>
                <a:spcPts val="1491"/>
              </a:lnSpc>
              <a:buNone/>
            </a:pPr>
            <a:r>
              <a:rPr lang="en-US" sz="10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int pos = 0;</a:t>
            </a:r>
            <a:endParaRPr lang="en-US" sz="1050"/>
          </a:p>
          <a:p>
            <a:pPr marL="0" indent="0" algn="l">
              <a:lnSpc>
                <a:spcPts val="1491"/>
              </a:lnSpc>
              <a:buNone/>
            </a:pPr>
            <a:r>
              <a:rPr lang="en-US" sz="10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long long sum = 0;</a:t>
            </a:r>
            <a:endParaRPr lang="en-US" sz="1050"/>
          </a:p>
          <a:p>
            <a:pPr marL="0" indent="0" algn="l">
              <a:lnSpc>
                <a:spcPts val="1491"/>
              </a:lnSpc>
              <a:buNone/>
            </a:pPr>
            <a:r>
              <a:rPr lang="en-US" sz="10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for (int k = LOG; k &gt;= 0; k --){</a:t>
            </a:r>
            <a:endParaRPr lang="en-US" sz="1050"/>
          </a:p>
          <a:p>
            <a:pPr marL="0" indent="0" algn="l">
              <a:lnSpc>
                <a:spcPts val="1491"/>
              </a:lnSpc>
              <a:buNone/>
            </a:pPr>
            <a:r>
              <a:rPr lang="en-US" sz="10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int nxt = pos + (1 &lt;&lt; k);</a:t>
            </a:r>
            <a:endParaRPr lang="en-US" sz="1050"/>
          </a:p>
          <a:p>
            <a:pPr marL="0" indent="0" algn="l">
              <a:lnSpc>
                <a:spcPts val="1491"/>
              </a:lnSpc>
              <a:buNone/>
            </a:pPr>
            <a:r>
              <a:rPr lang="en-US" sz="10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if (nxt &lt;= SZ &amp;&amp; fcnt[nxt] &lt; t){</a:t>
            </a:r>
            <a:endParaRPr lang="en-US" sz="1050"/>
          </a:p>
          <a:p>
            <a:pPr marL="0" indent="0" algn="l">
              <a:lnSpc>
                <a:spcPts val="1491"/>
              </a:lnSpc>
              <a:buNone/>
            </a:pPr>
            <a:r>
              <a:rPr lang="en-US" sz="10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    pos = nxt;</a:t>
            </a:r>
            <a:endParaRPr lang="en-US" sz="1050"/>
          </a:p>
          <a:p>
            <a:pPr marL="0" indent="0" algn="l">
              <a:lnSpc>
                <a:spcPts val="1491"/>
              </a:lnSpc>
              <a:buNone/>
            </a:pPr>
            <a:r>
              <a:rPr lang="en-US" sz="10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    t -= fcnt[nxt];</a:t>
            </a:r>
            <a:endParaRPr lang="en-US" sz="1050"/>
          </a:p>
          <a:p>
            <a:pPr marL="0" indent="0" algn="l">
              <a:lnSpc>
                <a:spcPts val="1491"/>
              </a:lnSpc>
              <a:buNone/>
            </a:pPr>
            <a:r>
              <a:rPr lang="en-US" sz="10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    sum += fsum[nxt];</a:t>
            </a:r>
            <a:endParaRPr lang="en-US" sz="1050"/>
          </a:p>
          <a:p>
            <a:pPr marL="0" indent="0" algn="l">
              <a:lnSpc>
                <a:spcPts val="1491"/>
              </a:lnSpc>
              <a:buNone/>
            </a:pPr>
            <a:r>
              <a:rPr lang="en-US" sz="10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}</a:t>
            </a:r>
            <a:endParaRPr lang="en-US" sz="1050"/>
          </a:p>
          <a:p>
            <a:pPr marL="0" indent="0" algn="l">
              <a:lnSpc>
                <a:spcPts val="1491"/>
              </a:lnSpc>
              <a:buNone/>
            </a:pPr>
            <a:r>
              <a:rPr lang="en-US" sz="10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}</a:t>
            </a:r>
            <a:endParaRPr lang="en-US" sz="1050"/>
          </a:p>
          <a:p>
            <a:pPr marL="0" indent="0" algn="l">
              <a:lnSpc>
                <a:spcPts val="1491"/>
              </a:lnSpc>
              <a:buNone/>
            </a:pPr>
            <a:r>
              <a:rPr lang="en-US" sz="10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return sum + t * pos;  </a:t>
            </a:r>
            <a:r>
              <a:rPr lang="en-US" sz="1050">
                <a:solidFill>
                  <a:srgbClr val="5D667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// the rest cost pos</a:t>
            </a:r>
            <a:endParaRPr lang="en-US" sz="1050"/>
          </a:p>
          <a:p>
            <a:pPr marL="0" indent="0" algn="l">
              <a:lnSpc>
                <a:spcPts val="1491"/>
              </a:lnSpc>
              <a:buNone/>
            </a:pPr>
            <a:r>
              <a:rPr lang="en-US" sz="10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</a:t>
            </a:r>
            <a:endParaRPr lang="en-US" sz="1050"/>
          </a:p>
        </p:txBody>
      </p:sp>
      <p:sp>
        <p:nvSpPr>
          <p:cNvPr id="6" name="Text 4"/>
          <p:cNvSpPr txBox="1"/>
          <p:nvPr/>
        </p:nvSpPr>
        <p:spPr>
          <a:xfrm>
            <a:off x="6781800" y="1743075"/>
            <a:ext cx="4873244" cy="524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trees.</a:t>
            </a:r>
            <a:r>
              <a:rPr lang="en-US" sz="14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fcnt counts voters, fsum adds up their costs. Both change together.</a:t>
            </a:r>
            <a:endParaRPr lang="en-US" sz="14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 5"/>
              <p:cNvSpPr txBox="1"/>
              <p:nvPr/>
            </p:nvSpPr>
            <p:spPr>
              <a:xfrm>
                <a:off x="6781800" y="2355056"/>
                <a:ext cx="4873244" cy="52435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1960"/>
                  </a:lnSpc>
                  <a:buNone/>
                </a:pPr>
                <a:r>
                  <a:rPr lang="en-US" sz="140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Index = cost + 1.</a:t>
                </a:r>
                <a:r>
                  <a:rPr lang="en-US" sz="1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A cost can be 0, and index 0 would loop forever. So after the walk, index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40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pos</m:t>
                    </m:r>
                    <m:r>
                      <a:rPr lang="en-US" sz="140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US" sz="1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means cost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400" b="1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pos</m:t>
                    </m:r>
                  </m:oMath>
                </a14:m>
                <a:r>
                  <a:rPr lang="en-US" sz="1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</a:t>
                </a:r>
                <a:endParaRPr lang="en-US" sz="1400"/>
              </a:p>
            </p:txBody>
          </p:sp>
        </mc:Choice>
        <mc:Fallback>
          <p:sp>
            <p:nvSpPr>
              <p:cNvPr id="7" name="Text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1800" y="2355056"/>
                <a:ext cx="4873244" cy="524351"/>
              </a:xfrm>
              <a:prstGeom prst="rect">
                <a:avLst/>
              </a:prstGeom>
              <a:blipFill>
                <a:blip r:embed="rId3"/>
                <a:stretch>
                  <a:fillRect l="-2344" t="-9524" b="-14286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 6"/>
              <p:cNvSpPr txBox="1"/>
              <p:nvPr/>
            </p:nvSpPr>
            <p:spPr>
              <a:xfrm>
                <a:off x="6781800" y="2967038"/>
                <a:ext cx="4873244" cy="52435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1960"/>
                  </a:lnSpc>
                  <a:buNone/>
                </a:pPr>
                <a:r>
                  <a:rPr lang="en-US" sz="140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Drop-in swap.</a:t>
                </a:r>
                <a:r>
                  <a:rPr lang="en-US" sz="1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add() and cheapest() replace the bucket version; the sweep over </a:t>
                </a:r>
                <a14:m>
                  <m:oMath xmlns:m="http://schemas.openxmlformats.org/officeDocument/2006/math">
                    <m:r>
                      <a:rPr lang="en-US" sz="1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1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stays the same.</a:t>
                </a:r>
                <a:endParaRPr lang="en-US" sz="1400"/>
              </a:p>
            </p:txBody>
          </p:sp>
        </mc:Choice>
        <mc:Fallback>
          <p:sp>
            <p:nvSpPr>
              <p:cNvPr id="8" name="Text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1800" y="2967038"/>
                <a:ext cx="4873244" cy="524351"/>
              </a:xfrm>
              <a:prstGeom prst="rect">
                <a:avLst/>
              </a:prstGeom>
              <a:blipFill>
                <a:blip r:embed="rId4"/>
                <a:stretch>
                  <a:fillRect l="-2344" t="-9302" b="-11628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Shape 7"/>
          <p:cNvSpPr/>
          <p:nvPr/>
        </p:nvSpPr>
        <p:spPr>
          <a:xfrm>
            <a:off x="6781800" y="3579019"/>
            <a:ext cx="4873244" cy="898922"/>
          </a:xfrm>
          <a:prstGeom prst="roundRect">
            <a:avLst>
              <a:gd name="adj" fmla="val 5651"/>
            </a:avLst>
          </a:prstGeom>
          <a:solidFill>
            <a:srgbClr val="EEF3F6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10" name="Text 8"/>
          <p:cNvSpPr txBox="1"/>
          <p:nvPr/>
        </p:nvSpPr>
        <p:spPr>
          <a:xfrm>
            <a:off x="6896100" y="3655219"/>
            <a:ext cx="4644644" cy="77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program: </a:t>
            </a:r>
            <a:r>
              <a:rPr lang="en-US" sz="11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Code/2023_P5_Wheeling_and_Dealing_Fenwick.cpp</a:t>
            </a:r>
            <a:r>
              <a:rPr lang="en-US" sz="14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(checked against the bucket version on 3000 random tests).</a:t>
            </a:r>
            <a:endParaRPr lang="en-US" sz="1400"/>
          </a:p>
        </p:txBody>
      </p:sp>
      <p:sp>
        <p:nvSpPr>
          <p:cNvPr id="11" name="Shape 9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 READING · FENWICK TREE</a:t>
            </a:r>
            <a:endParaRPr lang="en-US" sz="1800"/>
          </a:p>
        </p:txBody>
      </p:sp>
      <p:sp>
        <p:nvSpPr>
          <p:cNvPr id="3" name="Text 1"/>
          <p:cNvSpPr txBox="1"/>
          <p:nvPr/>
        </p:nvSpPr>
        <p:spPr>
          <a:xfrm>
            <a:off x="812800" y="1079500"/>
            <a:ext cx="11200384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025"/>
              </a:lnSpc>
              <a:buNone/>
            </a:pPr>
            <a:r>
              <a:rPr lang="en-US" sz="3500" b="1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BLOCKS OR FENWICK?</a:t>
            </a:r>
            <a:endParaRPr lang="en-US" sz="350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44" name="Table 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71605423"/>
                  </p:ext>
                </p:extLst>
              </p:nvPr>
            </p:nvGraphicFramePr>
            <p:xfrm>
              <a:off x="812800" y="1743075"/>
              <a:ext cx="10566400" cy="1095693"/>
            </p:xfrm>
            <a:graphic>
              <a:graphicData uri="http://schemas.openxmlformats.org/drawingml/2006/table">
                <a:tbl>
                  <a:tblPr/>
                  <a:tblGrid>
                    <a:gridCol w="2236887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2864346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3054846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2410321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</a:tblGrid>
                  <a:tr h="3492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800"/>
                            </a:lnSpc>
                            <a:buNone/>
                          </a:pPr>
                          <a:r>
                            <a:rPr lang="en-US" sz="15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Top-up with</a:t>
                          </a:r>
                          <a:endParaRPr lang="en-US" sz="15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800"/>
                            </a:lnSpc>
                            <a:buNone/>
                          </a:pPr>
                          <a:r>
                            <a:rPr lang="en-US" sz="15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Change one cost</a:t>
                          </a:r>
                          <a:endParaRPr lang="en-US" sz="15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800"/>
                            </a:lnSpc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en-US" sz="1500" b="1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oMath>
                          </a14:m>
                          <a:r>
                            <a:rPr lang="en-US" sz="15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cheapest</a:t>
                          </a:r>
                          <a:endParaRPr lang="en-US" sz="15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800"/>
                            </a:lnSpc>
                            <a:buNone/>
                          </a:pPr>
                          <a:r>
                            <a:rPr lang="en-US" sz="15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All </a:t>
                          </a:r>
                          <a14:m>
                            <m:oMath xmlns:m="http://schemas.openxmlformats.org/officeDocument/2006/math">
                              <m:r>
                                <a:rPr lang="en-US" sz="1500" b="1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oMath>
                          </a14:m>
                          <a:r>
                            <a:rPr lang="en-US" sz="15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(</a:t>
                          </a:r>
                          <a14:m>
                            <m:oMath xmlns:m="http://schemas.openxmlformats.org/officeDocument/2006/math">
                              <m:r>
                                <a:rPr lang="en-US" sz="1500" b="1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  <m:r>
                                <a:rPr lang="en-US" sz="1500" b="1" i="0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sSup>
                                <m:sSupPr>
                                  <m:ctrlPr>
                                    <a:rPr lang="en-US" sz="1500" b="1" i="1">
                                      <a:solidFill>
                                        <a:srgbClr val="1F2328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500" b="1" i="1">
                                      <a:solidFill>
                                        <a:srgbClr val="1F2328"/>
                                      </a:solidFill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e>
                                <m:sup>
                                  <m:r>
                                    <a:rPr lang="en-US" sz="1500" b="1" i="1">
                                      <a:solidFill>
                                        <a:srgbClr val="1F2328"/>
                                      </a:solidFill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</m:sup>
                              </m:sSup>
                            </m:oMath>
                          </a14:m>
                          <a:r>
                            <a:rPr lang="en-US" sz="15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)</a:t>
                          </a:r>
                          <a:endParaRPr lang="en-US" sz="15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65125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800"/>
                            </a:lnSpc>
                            <a:buNone/>
                          </a:pPr>
                          <a:r>
                            <a:rPr lang="en-US" sz="15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Blocks of 100</a:t>
                          </a:r>
                          <a:endParaRPr lang="en-US" sz="15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800"/>
                            </a:lnSpc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500" i="1">
                                    <a:solidFill>
                                      <a:srgbClr val="1F2328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d>
                                  <m:dPr>
                                    <m:ctrlPr>
                                      <a:rPr lang="en-US" sz="1500" i="1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500" i="1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15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800"/>
                            </a:lnSpc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en-US" sz="150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d>
                                <m:dPr>
                                  <m:ctrlPr>
                                    <a:rPr lang="en-US" sz="1500" i="1">
                                      <a:solidFill>
                                        <a:srgbClr val="1F2328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ad>
                                    <m:radPr>
                                      <m:degHide m:val="on"/>
                                      <m:ctrlPr>
                                        <a:rPr lang="en-US" sz="1500" i="1">
                                          <a:solidFill>
                                            <a:srgbClr val="1F2328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en-US" sz="1500" i="1">
                                          <a:solidFill>
                                            <a:srgbClr val="1F2328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𝐶</m:t>
                                      </m:r>
                                    </m:e>
                                  </m:rad>
                                </m:e>
                              </m:d>
                              <m:r>
                                <a:rPr lang="en-US" sz="1500" i="0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≈</m:t>
                              </m:r>
                              <m:r>
                                <a:rPr lang="en-US" sz="150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200</m:t>
                              </m:r>
                            </m:oMath>
                          </a14:m>
                          <a:r>
                            <a:rPr lang="en-US" sz="15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steps</a:t>
                          </a:r>
                          <a:endParaRPr lang="en-US" sz="15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800"/>
                            </a:lnSpc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en-US" sz="1500" i="0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≈</m:t>
                              </m:r>
                              <m:r>
                                <a:rPr lang="en-US" sz="150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1500" i="0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×</m:t>
                              </m:r>
                              <m:sSup>
                                <m:sSupPr>
                                  <m:ctrlPr>
                                    <a:rPr lang="en-US" sz="1500" i="1">
                                      <a:solidFill>
                                        <a:srgbClr val="1F2328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500" i="1">
                                      <a:solidFill>
                                        <a:srgbClr val="1F2328"/>
                                      </a:solidFill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e>
                                <m:sup>
                                  <m:r>
                                    <a:rPr lang="en-US" sz="1500" i="1">
                                      <a:solidFill>
                                        <a:srgbClr val="1F2328"/>
                                      </a:solidFill>
                                      <a:latin typeface="Cambria Math" panose="02040503050406030204" pitchFamily="18" charset="0"/>
                                    </a:rPr>
                                    <m:t>7</m:t>
                                  </m:r>
                                </m:sup>
                              </m:sSup>
                            </m:oMath>
                          </a14:m>
                          <a:r>
                            <a:rPr lang="en-US" sz="15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✓</a:t>
                          </a:r>
                          <a:endParaRPr lang="en-US" sz="15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3619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800"/>
                            </a:lnSpc>
                            <a:buNone/>
                          </a:pPr>
                          <a:r>
                            <a:rPr lang="en-US" sz="15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Fenwick tree</a:t>
                          </a:r>
                          <a:endParaRPr lang="en-US" sz="15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800"/>
                            </a:lnSpc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500" i="1">
                                    <a:solidFill>
                                      <a:srgbClr val="1F2328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d>
                                  <m:dPr>
                                    <m:ctrlPr>
                                      <a:rPr lang="en-US" sz="1500" i="0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1500" i="0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  <m:r>
                                      <a:rPr lang="en-US" sz="1500" i="1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</m:d>
                                <m:r>
                                  <a:rPr lang="en-US" sz="1500" i="0">
                                    <a:solidFill>
                                      <a:srgbClr val="1F2328"/>
                                    </a:solidFill>
                                    <a:latin typeface="Cambria Math" panose="02040503050406030204" pitchFamily="18" charset="0"/>
                                  </a:rPr>
                                  <m:t>≈</m:t>
                                </m:r>
                                <m:r>
                                  <a:rPr lang="en-US" sz="1500" i="1">
                                    <a:solidFill>
                                      <a:srgbClr val="1F2328"/>
                                    </a:solidFill>
                                    <a:latin typeface="Cambria Math" panose="02040503050406030204" pitchFamily="18" charset="0"/>
                                  </a:rPr>
                                  <m:t>14</m:t>
                                </m:r>
                              </m:oMath>
                            </m:oMathPara>
                          </a14:m>
                          <a:endParaRPr lang="en-US" sz="15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800"/>
                            </a:lnSpc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en-US" sz="150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d>
                                <m:dPr>
                                  <m:ctrlPr>
                                    <a:rPr lang="en-US" sz="1500" i="0">
                                      <a:solidFill>
                                        <a:srgbClr val="1F2328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1500" i="0">
                                      <a:solidFill>
                                        <a:srgbClr val="1F2328"/>
                                      </a:solidFill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  <m:r>
                                    <a:rPr lang="en-US" sz="1500" i="1">
                                      <a:solidFill>
                                        <a:srgbClr val="1F2328"/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</m:d>
                              <m:r>
                                <a:rPr lang="en-US" sz="1500" i="0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≈</m:t>
                              </m:r>
                              <m:r>
                                <a:rPr lang="en-US" sz="150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15</m:t>
                              </m:r>
                            </m:oMath>
                          </a14:m>
                          <a:r>
                            <a:rPr lang="en-US" sz="15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steps</a:t>
                          </a:r>
                          <a:endParaRPr lang="en-US" sz="15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800"/>
                            </a:lnSpc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en-US" sz="1500" i="0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≈</m:t>
                              </m:r>
                              <m:r>
                                <a:rPr lang="en-US" sz="150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sz="1500" i="0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×</m:t>
                              </m:r>
                              <m:sSup>
                                <m:sSupPr>
                                  <m:ctrlPr>
                                    <a:rPr lang="en-US" sz="1500" i="1">
                                      <a:solidFill>
                                        <a:srgbClr val="1F2328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500" i="1">
                                      <a:solidFill>
                                        <a:srgbClr val="1F2328"/>
                                      </a:solidFill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e>
                                <m:sup>
                                  <m:r>
                                    <a:rPr lang="en-US" sz="1500" i="1">
                                      <a:solidFill>
                                        <a:srgbClr val="1F2328"/>
                                      </a:solidFill>
                                      <a:latin typeface="Cambria Math" panose="02040503050406030204" pitchFamily="18" charset="0"/>
                                    </a:rPr>
                                    <m:t>6</m:t>
                                  </m:r>
                                </m:sup>
                              </m:sSup>
                            </m:oMath>
                          </a14:m>
                          <a:r>
                            <a:rPr lang="en-US" sz="15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✓</a:t>
                          </a:r>
                          <a:endParaRPr lang="en-US" sz="15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44" name="Table 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71605423"/>
                  </p:ext>
                </p:extLst>
              </p:nvPr>
            </p:nvGraphicFramePr>
            <p:xfrm>
              <a:off x="812800" y="1743075"/>
              <a:ext cx="10566400" cy="1095693"/>
            </p:xfrm>
            <a:graphic>
              <a:graphicData uri="http://schemas.openxmlformats.org/drawingml/2006/table">
                <a:tbl>
                  <a:tblPr/>
                  <a:tblGrid>
                    <a:gridCol w="2236887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2864346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3054846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2410321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</a:tblGrid>
                  <a:tr h="36830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800"/>
                            </a:lnSpc>
                            <a:buNone/>
                          </a:pPr>
                          <a:r>
                            <a:rPr lang="en-US" sz="15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Top-up with</a:t>
                          </a:r>
                          <a:endParaRPr lang="en-US" sz="15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800"/>
                            </a:lnSpc>
                            <a:buNone/>
                          </a:pPr>
                          <a:r>
                            <a:rPr lang="en-US" sz="15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Change one cost</a:t>
                          </a:r>
                          <a:endParaRPr lang="en-US" sz="15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67917" t="-3448" r="-79583" b="-21379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38421" t="-3448" r="-526" b="-21379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65443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800"/>
                            </a:lnSpc>
                            <a:buNone/>
                          </a:pPr>
                          <a:r>
                            <a:rPr lang="en-US" sz="15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Blocks of 100</a:t>
                          </a:r>
                          <a:endParaRPr lang="en-US" sz="15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78319" t="-103448" r="-190708" b="-11379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67917" t="-103448" r="-79583" b="-11379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38421" t="-103448" r="-526" b="-11379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3619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800"/>
                            </a:lnSpc>
                            <a:buNone/>
                          </a:pPr>
                          <a:r>
                            <a:rPr lang="en-US" sz="15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Fenwick tree</a:t>
                          </a:r>
                          <a:endParaRPr lang="en-US" sz="15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78319" t="-203448" r="-190708" b="-1379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67917" t="-203448" r="-79583" b="-1379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38421" t="-203448" r="-526" b="-1379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" name="Shape 2"/>
          <p:cNvSpPr/>
          <p:nvPr/>
        </p:nvSpPr>
        <p:spPr>
          <a:xfrm>
            <a:off x="812800" y="2974975"/>
            <a:ext cx="5181600" cy="1100931"/>
          </a:xfrm>
          <a:prstGeom prst="roundRect">
            <a:avLst>
              <a:gd name="adj" fmla="val 6921"/>
            </a:avLst>
          </a:prstGeom>
          <a:noFill/>
          <a:ln w="12700">
            <a:solidFill>
              <a:srgbClr val="DADDE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6" name="Text 3"/>
          <p:cNvSpPr txBox="1"/>
          <p:nvPr/>
        </p:nvSpPr>
        <p:spPr>
          <a:xfrm>
            <a:off x="990600" y="3114675"/>
            <a:ext cx="5115560" cy="280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40"/>
              </a:lnSpc>
              <a:buNone/>
            </a:pPr>
            <a:r>
              <a:rPr lang="en-US" sz="1700" b="1">
                <a:solidFill>
                  <a:srgbClr val="0A40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Blocks</a:t>
            </a:r>
            <a:endParaRPr lang="en-US" sz="17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 4"/>
              <p:cNvSpPr txBox="1"/>
              <p:nvPr/>
            </p:nvSpPr>
            <p:spPr>
              <a:xfrm>
                <a:off x="990600" y="3438525"/>
                <a:ext cx="5115560" cy="52435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1960"/>
                  </a:lnSpc>
                  <a:buNone/>
                </a:pPr>
                <a:r>
                  <a:rPr lang="en-US" sz="1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No new idea, easy to get right. Needs a small value range (here costs </a:t>
                </a:r>
                <a14:m>
                  <m:oMath xmlns:m="http://schemas.openxmlformats.org/officeDocument/2006/math">
                    <m:r>
                      <a:rPr lang="en-US" sz="140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sz="1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10000</m:t>
                    </m:r>
                  </m:oMath>
                </a14:m>
                <a:r>
                  <a:rPr lang="en-US" sz="1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).</a:t>
                </a:r>
                <a:endParaRPr lang="en-US" sz="1400"/>
              </a:p>
            </p:txBody>
          </p:sp>
        </mc:Choice>
        <mc:Fallback>
          <p:sp>
            <p:nvSpPr>
              <p:cNvPr id="7" name="Text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0600" y="3438525"/>
                <a:ext cx="5115560" cy="524351"/>
              </a:xfrm>
              <a:prstGeom prst="rect">
                <a:avLst/>
              </a:prstGeom>
              <a:blipFill>
                <a:blip r:embed="rId4"/>
                <a:stretch>
                  <a:fillRect l="-2233" t="-7143" r="-993" b="-14286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Shape 5"/>
          <p:cNvSpPr/>
          <p:nvPr/>
        </p:nvSpPr>
        <p:spPr>
          <a:xfrm>
            <a:off x="6197600" y="2974975"/>
            <a:ext cx="5181600" cy="1100931"/>
          </a:xfrm>
          <a:prstGeom prst="roundRect">
            <a:avLst>
              <a:gd name="adj" fmla="val 6921"/>
            </a:avLst>
          </a:prstGeom>
          <a:noFill/>
          <a:ln w="12700">
            <a:solidFill>
              <a:srgbClr val="DADDE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9" name="Text 6"/>
          <p:cNvSpPr txBox="1"/>
          <p:nvPr/>
        </p:nvSpPr>
        <p:spPr>
          <a:xfrm>
            <a:off x="6375400" y="3114675"/>
            <a:ext cx="5115560" cy="280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40"/>
              </a:lnSpc>
              <a:buNone/>
            </a:pPr>
            <a:r>
              <a:rPr lang="en-US" sz="1700" b="1">
                <a:solidFill>
                  <a:srgbClr val="0A40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Fenwick tree</a:t>
            </a:r>
            <a:endParaRPr lang="en-US" sz="17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 7"/>
              <p:cNvSpPr txBox="1"/>
              <p:nvPr/>
            </p:nvSpPr>
            <p:spPr>
              <a:xfrm>
                <a:off x="6375400" y="3438525"/>
                <a:ext cx="5115560" cy="52435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1960"/>
                  </a:lnSpc>
                  <a:buNone/>
                </a:pPr>
                <a:r>
                  <a:rPr lang="en-US" sz="1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A tool you will reuse: prefix sums that change, the </a:t>
                </a:r>
                <a14:m>
                  <m:oMath xmlns:m="http://schemas.openxmlformats.org/officeDocument/2006/math">
                    <m:r>
                      <a:rPr lang="en-US" sz="1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1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-th smallest in a changing set, counting inversions.</a:t>
                </a:r>
                <a:endParaRPr lang="en-US" sz="1400"/>
              </a:p>
            </p:txBody>
          </p:sp>
        </mc:Choice>
        <mc:Fallback>
          <p:sp>
            <p:nvSpPr>
              <p:cNvPr id="10" name="Text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5400" y="3438525"/>
                <a:ext cx="5115560" cy="524351"/>
              </a:xfrm>
              <a:prstGeom prst="rect">
                <a:avLst/>
              </a:prstGeom>
              <a:blipFill>
                <a:blip r:embed="rId5"/>
                <a:stretch>
                  <a:fillRect l="-2233" t="-7143" b="-14286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 8"/>
          <p:cNvSpPr txBox="1"/>
          <p:nvPr/>
        </p:nvSpPr>
        <p:spPr>
          <a:xfrm>
            <a:off x="812800" y="4228306"/>
            <a:ext cx="11200384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b="1">
                <a:solidFill>
                  <a:srgbClr val="0A40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pass here. In a contest, write the one you can write without bugs.</a:t>
            </a:r>
            <a:endParaRPr lang="en-US" sz="15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 9"/>
              <p:cNvSpPr txBox="1"/>
              <p:nvPr/>
            </p:nvSpPr>
            <p:spPr>
              <a:xfrm>
                <a:off x="812800" y="4647406"/>
                <a:ext cx="11200384" cy="26572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1890"/>
                  </a:lnSpc>
                  <a:buNone/>
                </a:pPr>
                <a:r>
                  <a:rPr lang="en-US" sz="1350">
                    <a:solidFill>
                      <a:srgbClr val="5E6A7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Try it: count the pairs </a:t>
                </a:r>
                <a14:m>
                  <m:oMath xmlns:m="http://schemas.openxmlformats.org/officeDocument/2006/math">
                    <m:r>
                      <a:rPr lang="en-US" sz="1350" i="1">
                        <a:solidFill>
                          <a:srgbClr val="5E6A70"/>
                        </a:solidFill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1350" i="0">
                        <a:solidFill>
                          <a:srgbClr val="5E6A70"/>
                        </a:solidFill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sz="1350" i="1">
                        <a:solidFill>
                          <a:srgbClr val="5E6A70"/>
                        </a:solidFill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1350">
                    <a:solidFill>
                      <a:srgbClr val="5E6A7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350" i="1">
                            <a:solidFill>
                              <a:srgbClr val="5E6A7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i="1">
                            <a:solidFill>
                              <a:srgbClr val="5E6A7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350" i="1">
                            <a:solidFill>
                              <a:srgbClr val="5E6A7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350" i="0">
                        <a:solidFill>
                          <a:srgbClr val="5E6A70"/>
                        </a:solidFill>
                        <a:latin typeface="Cambria Math" panose="02040503050406030204" pitchFamily="18" charset="0"/>
                      </a:rPr>
                      <m:t>&gt;</m:t>
                    </m:r>
                    <m:sSub>
                      <m:sSubPr>
                        <m:ctrlPr>
                          <a:rPr lang="en-US" sz="1350" i="1">
                            <a:solidFill>
                              <a:srgbClr val="5E6A7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i="1">
                            <a:solidFill>
                              <a:srgbClr val="5E6A7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350" i="1">
                            <a:solidFill>
                              <a:srgbClr val="5E6A7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1350">
                    <a:solidFill>
                      <a:srgbClr val="5E6A7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(inversions) using add() and ask().</a:t>
                </a:r>
                <a:endParaRPr lang="en-US" sz="1350"/>
              </a:p>
            </p:txBody>
          </p:sp>
        </mc:Choice>
        <mc:Fallback>
          <p:sp>
            <p:nvSpPr>
              <p:cNvPr id="12" name="Text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800" y="4647406"/>
                <a:ext cx="11200384" cy="265728"/>
              </a:xfrm>
              <a:prstGeom prst="rect">
                <a:avLst/>
              </a:prstGeom>
              <a:blipFill>
                <a:blip r:embed="rId6"/>
                <a:stretch>
                  <a:fillRect l="-905" t="-13636" b="-22727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Shape 10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IO Lessons">
  <a:themeElements>
    <a:clrScheme name="AIO Lessons">
      <a:dk1>
        <a:srgbClr val="1F2328"/>
      </a:dk1>
      <a:lt1>
        <a:srgbClr val="FFFFFF"/>
      </a:lt1>
      <a:dk2>
        <a:srgbClr val="0A4054"/>
      </a:dk2>
      <a:lt2>
        <a:srgbClr val="F6F7F7"/>
      </a:lt2>
      <a:accent1>
        <a:srgbClr val="66B2B0"/>
      </a:accent1>
      <a:accent2>
        <a:srgbClr val="F2494C"/>
      </a:accent2>
      <a:accent3>
        <a:srgbClr val="F9AA19"/>
      </a:accent3>
      <a:accent4>
        <a:srgbClr val="F9C996"/>
      </a:accent4>
      <a:accent5>
        <a:srgbClr val="3E9A97"/>
      </a:accent5>
      <a:accent6>
        <a:srgbClr val="9FD1D0"/>
      </a:accent6>
      <a:hlink>
        <a:srgbClr val="287673"/>
      </a:hlink>
      <a:folHlink>
        <a:srgbClr val="0A4054"/>
      </a:folHlink>
    </a:clrScheme>
    <a:fontScheme name="AIO Lesson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11234</Words>
  <Application>Microsoft Macintosh PowerPoint</Application>
  <PresentationFormat>Widescreen</PresentationFormat>
  <Paragraphs>914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8" baseType="lpstr">
      <vt:lpstr>Arial</vt:lpstr>
      <vt:lpstr>Cambria Math</vt:lpstr>
      <vt:lpstr>JetBrains Mono</vt:lpstr>
      <vt:lpstr>AIO Lessons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AIO Lesson 3: Greedy and the Water Level</dc:title>
  <dc:subject>PptxGenJS Presentation</dc:subject>
  <dc:creator>Bryan</dc:creator>
  <cp:lastModifiedBy>Bryan Sun</cp:lastModifiedBy>
  <cp:revision>1</cp:revision>
  <dcterms:created xsi:type="dcterms:W3CDTF">2026-10-02T13:29:14Z</dcterms:created>
  <dcterms:modified xsi:type="dcterms:W3CDTF">2026-10-11T01:04:04Z</dcterms:modified>
</cp:coreProperties>
</file>