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8.xml" ContentType="application/vnd.openxmlformats-officedocument.presentationml.notesSlide+xml"/>
  <Override PartName="/ppt/ink/ink3.xml" ContentType="application/inkml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9" r:id="rId9"/>
    <p:sldId id="263" r:id="rId10"/>
    <p:sldId id="264" r:id="rId11"/>
    <p:sldId id="265" r:id="rId12"/>
    <p:sldId id="290" r:id="rId13"/>
    <p:sldId id="266" r:id="rId14"/>
    <p:sldId id="267" r:id="rId15"/>
    <p:sldId id="268" r:id="rId16"/>
    <p:sldId id="297" r:id="rId17"/>
    <p:sldId id="269" r:id="rId18"/>
    <p:sldId id="287" r:id="rId19"/>
    <p:sldId id="270" r:id="rId20"/>
    <p:sldId id="271" r:id="rId21"/>
    <p:sldId id="272" r:id="rId22"/>
    <p:sldId id="273" r:id="rId23"/>
    <p:sldId id="274" r:id="rId24"/>
    <p:sldId id="275" r:id="rId25"/>
    <p:sldId id="299" r:id="rId26"/>
    <p:sldId id="298" r:id="rId27"/>
    <p:sldId id="286" r:id="rId28"/>
    <p:sldId id="276" r:id="rId29"/>
    <p:sldId id="277" r:id="rId30"/>
    <p:sldId id="278" r:id="rId31"/>
    <p:sldId id="279" r:id="rId32"/>
    <p:sldId id="280" r:id="rId33"/>
    <p:sldId id="281" r:id="rId34"/>
    <p:sldId id="285" r:id="rId35"/>
    <p:sldId id="282" r:id="rId36"/>
    <p:sldId id="283" r:id="rId37"/>
    <p:sldId id="284" r:id="rId38"/>
    <p:sldId id="296" r:id="rId39"/>
    <p:sldId id="295" r:id="rId40"/>
    <p:sldId id="294" r:id="rId41"/>
    <p:sldId id="293" r:id="rId42"/>
    <p:sldId id="292" r:id="rId43"/>
    <p:sldId id="291" r:id="rId4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: Greedy, exchange arguments and the water-level picture" id="{B6AF70E9-2AEE-B273-4E8A-3617D1AD62A4}">
          <p14:sldIdLst>
            <p14:sldId id="256"/>
            <p14:sldId id="257"/>
            <p14:sldId id="258"/>
            <p14:sldId id="259"/>
          </p14:sldIdLst>
        </p14:section>
        <p14:section name="2026 P6 Mundane Square: row-by-row greedy with water-filling" id="{A2B4E55D-9B6A-D8A7-65C4-E1A6FAE3E05A}">
          <p14:sldIdLst>
            <p14:sldId id="260"/>
            <p14:sldId id="261"/>
            <p14:sldId id="262"/>
            <p14:sldId id="289"/>
            <p14:sldId id="263"/>
            <p14:sldId id="264"/>
            <p14:sldId id="265"/>
            <p14:sldId id="290"/>
            <p14:sldId id="266"/>
            <p14:sldId id="267"/>
            <p14:sldId id="268"/>
            <p14:sldId id="297"/>
            <p14:sldId id="269"/>
            <p14:sldId id="287"/>
          </p14:sldIdLst>
        </p14:section>
        <p14:section name="2023 P5 Wheeling and Dealing: cut the peaks, try every level" id="{C212C383-07E3-F873-1E65-6083A3D620F3}">
          <p14:sldIdLst>
            <p14:sldId id="270"/>
            <p14:sldId id="271"/>
            <p14:sldId id="272"/>
            <p14:sldId id="273"/>
            <p14:sldId id="274"/>
            <p14:sldId id="275"/>
            <p14:sldId id="299"/>
            <p14:sldId id="298"/>
            <p14:sldId id="286"/>
          </p14:sldIdLst>
        </p14:section>
        <p14:section name="2026 P5 Prime Minister: fill the valleys, binary search the level" id="{9D140A3A-0BF4-497E-02BF-19653F035357}">
          <p14:sldIdLst>
            <p14:sldId id="276"/>
            <p14:sldId id="277"/>
            <p14:sldId id="278"/>
            <p14:sldId id="279"/>
            <p14:sldId id="280"/>
            <p14:sldId id="281"/>
            <p14:sldId id="285"/>
          </p14:sldIdLst>
        </p14:section>
        <p14:section name="Live coding, recap and homework" id="{44621DEB-896F-EF79-48B0-9A96993650B8}">
          <p14:sldIdLst>
            <p14:sldId id="282"/>
            <p14:sldId id="283"/>
            <p14:sldId id="284"/>
          </p14:sldIdLst>
        </p14:section>
        <p14:section name="Extra reading: Fenwick tree for Wheeling and Dealing" id="{07821C5C-ECFC-4358-8143-98A2E94E1E43}">
          <p14:sldIdLst>
            <p14:sldId id="296"/>
            <p14:sldId id="295"/>
            <p14:sldId id="294"/>
            <p14:sldId id="293"/>
            <p14:sldId id="292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9CD94D5E-0A18-4CEF-A655-0E4C15651F93}"/>
    <pc:docChg chg="custSel modSld">
      <pc:chgData name="Bryan Sun" userId="851caa7714272873" providerId="LiveId" clId="{9CD94D5E-0A18-4CEF-A655-0E4C15651F93}" dt="2026-10-10T00:59:28.147" v="1" actId="7634"/>
      <pc:docMkLst>
        <pc:docMk/>
      </pc:docMkLst>
      <pc:sldChg chg="addSp mod">
        <pc:chgData name="Bryan Sun" userId="851caa7714272873" providerId="LiveId" clId="{9CD94D5E-0A18-4CEF-A655-0E4C15651F93}" dt="2026-10-10T00:59:28.147" v="1" actId="7634"/>
        <pc:sldMkLst>
          <pc:docMk/>
          <pc:sldMk cId="0" sldId="262"/>
        </pc:sldMkLst>
        <pc:inkChg chg="add">
          <ac:chgData name="Bryan Sun" userId="851caa7714272873" providerId="LiveId" clId="{9CD94D5E-0A18-4CEF-A655-0E4C15651F93}" dt="2026-10-10T00:53:23.091" v="0"/>
          <ac:inkMkLst>
            <pc:docMk/>
            <pc:sldMk cId="0" sldId="262"/>
            <ac:inkMk id="9" creationId="{F57C62FF-193D-9725-0981-0397D17AD7C7}"/>
          </ac:inkMkLst>
        </pc:inkChg>
        <pc:inkChg chg="add">
          <ac:chgData name="Bryan Sun" userId="851caa7714272873" providerId="LiveId" clId="{9CD94D5E-0A18-4CEF-A655-0E4C15651F93}" dt="2026-10-10T00:59:28.147" v="1" actId="7634"/>
          <ac:inkMkLst>
            <pc:docMk/>
            <pc:sldMk cId="0" sldId="262"/>
            <ac:inkMk id="10" creationId="{8867CE75-9B6B-98B5-2530-CC2EEAB75D67}"/>
          </ac:inkMkLst>
        </pc:inkChg>
      </pc:sldChg>
      <pc:sldChg chg="addSp mod">
        <pc:chgData name="Bryan Sun" userId="851caa7714272873" providerId="LiveId" clId="{9CD94D5E-0A18-4CEF-A655-0E4C15651F93}" dt="2026-10-10T00:59:28.147" v="1" actId="7634"/>
        <pc:sldMkLst>
          <pc:docMk/>
          <pc:sldMk cId="0" sldId="289"/>
        </pc:sldMkLst>
        <pc:inkChg chg="add">
          <ac:chgData name="Bryan Sun" userId="851caa7714272873" providerId="LiveId" clId="{9CD94D5E-0A18-4CEF-A655-0E4C15651F93}" dt="2026-10-10T00:59:28.147" v="1" actId="7634"/>
          <ac:inkMkLst>
            <pc:docMk/>
            <pc:sldMk cId="0" sldId="289"/>
            <ac:inkMk id="9" creationId="{F0414801-E3FE-0FFC-4DB8-CDC3005AD013}"/>
          </ac:inkMkLst>
        </pc:inkChg>
      </pc:sldChg>
    </pc:docChg>
  </pc:docChgLst>
  <pc:docChgLst>
    <pc:chgData name="Bryan Sun" userId="851caa7714272873" providerId="LiveId" clId="{1DF0C224-3A3E-55A6-A8D1-F8F2208D385B}"/>
    <pc:docChg chg="undo custSel delSld modSld sldOrd modSection">
      <pc:chgData name="Bryan Sun" userId="851caa7714272873" providerId="LiveId" clId="{1DF0C224-3A3E-55A6-A8D1-F8F2208D385B}" dt="2026-10-09T11:27:47.253" v="252" actId="14100"/>
      <pc:docMkLst>
        <pc:docMk/>
      </pc:docMkLst>
      <pc:sldChg chg="delSp modSp mod">
        <pc:chgData name="Bryan Sun" userId="851caa7714272873" providerId="LiveId" clId="{1DF0C224-3A3E-55A6-A8D1-F8F2208D385B}" dt="2026-10-06T10:56:33.938" v="40" actId="478"/>
        <pc:sldMkLst>
          <pc:docMk/>
          <pc:sldMk cId="0" sldId="256"/>
        </pc:sldMkLst>
        <pc:spChg chg="mod">
          <ac:chgData name="Bryan Sun" userId="851caa7714272873" providerId="LiveId" clId="{1DF0C224-3A3E-55A6-A8D1-F8F2208D385B}" dt="2026-10-06T10:56:29.899" v="39" actId="242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6T10:57:28.163" v="43" actId="6549"/>
        <pc:sldMkLst>
          <pc:docMk/>
          <pc:sldMk cId="0" sldId="258"/>
        </pc:sldMkLst>
        <pc:spChg chg="mod">
          <ac:chgData name="Bryan Sun" userId="851caa7714272873" providerId="LiveId" clId="{1DF0C224-3A3E-55A6-A8D1-F8F2208D385B}" dt="2026-10-06T10:57:28.163" v="43" actId="6549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6T10:57:53.069" v="44" actId="6549"/>
        <pc:sldMkLst>
          <pc:docMk/>
          <pc:sldMk cId="0" sldId="260"/>
        </pc:sldMkLst>
        <pc:spChg chg="mod">
          <ac:chgData name="Bryan Sun" userId="851caa7714272873" providerId="LiveId" clId="{1DF0C224-3A3E-55A6-A8D1-F8F2208D385B}" dt="2026-10-06T10:57:53.069" v="44" actId="6549"/>
          <ac:spMkLst>
            <pc:docMk/>
            <pc:sldMk cId="0" sldId="260"/>
            <ac:spMk id="3" creationId="{00000000-0000-0000-0000-000000000000}"/>
          </ac:spMkLst>
        </pc:spChg>
      </pc:sldChg>
      <pc:sldChg chg="modAnim">
        <pc:chgData name="Bryan Sun" userId="851caa7714272873" providerId="LiveId" clId="{1DF0C224-3A3E-55A6-A8D1-F8F2208D385B}" dt="2026-10-07T12:07:09.021" v="130"/>
        <pc:sldMkLst>
          <pc:docMk/>
          <pc:sldMk cId="0" sldId="267"/>
        </pc:sldMkLst>
      </pc:sldChg>
      <pc:sldChg chg="modSp mod">
        <pc:chgData name="Bryan Sun" userId="851caa7714272873" providerId="LiveId" clId="{1DF0C224-3A3E-55A6-A8D1-F8F2208D385B}" dt="2026-10-06T11:40:47.825" v="53" actId="20577"/>
        <pc:sldMkLst>
          <pc:docMk/>
          <pc:sldMk cId="0" sldId="270"/>
        </pc:sldMkLst>
        <pc:spChg chg="mod">
          <ac:chgData name="Bryan Sun" userId="851caa7714272873" providerId="LiveId" clId="{1DF0C224-3A3E-55A6-A8D1-F8F2208D385B}" dt="2026-10-06T11:40:47.825" v="53" actId="20577"/>
          <ac:spMkLst>
            <pc:docMk/>
            <pc:sldMk cId="0" sldId="270"/>
            <ac:spMk id="3" creationId="{00000000-0000-0000-0000-000000000000}"/>
          </ac:spMkLst>
        </pc:spChg>
      </pc:sldChg>
      <pc:sldChg chg="modSp mod modAnim">
        <pc:chgData name="Bryan Sun" userId="851caa7714272873" providerId="LiveId" clId="{1DF0C224-3A3E-55A6-A8D1-F8F2208D385B}" dt="2026-10-07T12:09:15.378" v="138"/>
        <pc:sldMkLst>
          <pc:docMk/>
          <pc:sldMk cId="0" sldId="273"/>
        </pc:sldMkLst>
        <pc:spChg chg="mod">
          <ac:chgData name="Bryan Sun" userId="851caa7714272873" providerId="LiveId" clId="{1DF0C224-3A3E-55A6-A8D1-F8F2208D385B}" dt="2026-10-06T11:41:09.795" v="83" actId="1037"/>
          <ac:spMkLst>
            <pc:docMk/>
            <pc:sldMk cId="0" sldId="273"/>
            <ac:spMk id="5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09.795" v="83" actId="1037"/>
          <ac:spMkLst>
            <pc:docMk/>
            <pc:sldMk cId="0" sldId="273"/>
            <ac:spMk id="6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27.960" v="103" actId="1038"/>
          <ac:spMkLst>
            <pc:docMk/>
            <pc:sldMk cId="0" sldId="273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09.795" v="83" actId="1037"/>
          <ac:spMkLst>
            <pc:docMk/>
            <pc:sldMk cId="0" sldId="273"/>
            <ac:spMk id="10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27.960" v="103" actId="1038"/>
          <ac:spMkLst>
            <pc:docMk/>
            <pc:sldMk cId="0" sldId="273"/>
            <ac:spMk id="11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09.795" v="83" actId="1037"/>
          <ac:spMkLst>
            <pc:docMk/>
            <pc:sldMk cId="0" sldId="273"/>
            <ac:spMk id="12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09.795" v="83" actId="1037"/>
          <ac:spMkLst>
            <pc:docMk/>
            <pc:sldMk cId="0" sldId="273"/>
            <ac:spMk id="14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27.960" v="103" actId="1038"/>
          <ac:spMkLst>
            <pc:docMk/>
            <pc:sldMk cId="0" sldId="273"/>
            <ac:spMk id="15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09.795" v="83" actId="1037"/>
          <ac:spMkLst>
            <pc:docMk/>
            <pc:sldMk cId="0" sldId="273"/>
            <ac:spMk id="18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27.960" v="103" actId="1038"/>
          <ac:spMkLst>
            <pc:docMk/>
            <pc:sldMk cId="0" sldId="273"/>
            <ac:spMk id="19" creationId="{00000000-0000-0000-0000-000000000000}"/>
          </ac:spMkLst>
        </pc:spChg>
        <pc:spChg chg="mod">
          <ac:chgData name="Bryan Sun" userId="851caa7714272873" providerId="LiveId" clId="{1DF0C224-3A3E-55A6-A8D1-F8F2208D385B}" dt="2026-10-06T11:41:27.960" v="103" actId="1038"/>
          <ac:spMkLst>
            <pc:docMk/>
            <pc:sldMk cId="0" sldId="273"/>
            <ac:spMk id="23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7T12:09:49.967" v="157" actId="20577"/>
        <pc:sldMkLst>
          <pc:docMk/>
          <pc:sldMk cId="0" sldId="276"/>
        </pc:sldMkLst>
        <pc:spChg chg="mod">
          <ac:chgData name="Bryan Sun" userId="851caa7714272873" providerId="LiveId" clId="{1DF0C224-3A3E-55A6-A8D1-F8F2208D385B}" dt="2026-10-07T12:09:49.967" v="157" actId="20577"/>
          <ac:spMkLst>
            <pc:docMk/>
            <pc:sldMk cId="0" sldId="276"/>
            <ac:spMk id="3" creationId="{00000000-0000-0000-0000-000000000000}"/>
          </ac:spMkLst>
        </pc:spChg>
      </pc:sldChg>
      <pc:sldChg chg="addSp modSp mod">
        <pc:chgData name="Bryan Sun" userId="851caa7714272873" providerId="LiveId" clId="{1DF0C224-3A3E-55A6-A8D1-F8F2208D385B}" dt="2026-10-08T12:17:53.793" v="250" actId="1036"/>
        <pc:sldMkLst>
          <pc:docMk/>
          <pc:sldMk cId="0" sldId="278"/>
        </pc:sldMkLst>
        <pc:spChg chg="mod">
          <ac:chgData name="Bryan Sun" userId="851caa7714272873" providerId="LiveId" clId="{1DF0C224-3A3E-55A6-A8D1-F8F2208D385B}" dt="2026-10-08T12:17:49.376" v="242" actId="14100"/>
          <ac:spMkLst>
            <pc:docMk/>
            <pc:sldMk cId="0" sldId="278"/>
            <ac:spMk id="6" creationId="{00000000-0000-0000-0000-000000000000}"/>
          </ac:spMkLst>
        </pc:spChg>
        <pc:spChg chg="mod">
          <ac:chgData name="Bryan Sun" userId="851caa7714272873" providerId="LiveId" clId="{1DF0C224-3A3E-55A6-A8D1-F8F2208D385B}" dt="2026-10-08T12:17:49.376" v="242" actId="14100"/>
          <ac:spMkLst>
            <pc:docMk/>
            <pc:sldMk cId="0" sldId="278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6-10-08T12:17:53.793" v="250" actId="1036"/>
          <ac:spMkLst>
            <pc:docMk/>
            <pc:sldMk cId="0" sldId="278"/>
            <ac:spMk id="8" creationId="{00000000-0000-0000-0000-000000000000}"/>
          </ac:spMkLst>
        </pc:spChg>
        <pc:spChg chg="add mod">
          <ac:chgData name="Bryan Sun" userId="851caa7714272873" providerId="LiveId" clId="{1DF0C224-3A3E-55A6-A8D1-F8F2208D385B}" dt="2026-10-08T12:08:28.392" v="194"/>
          <ac:spMkLst>
            <pc:docMk/>
            <pc:sldMk cId="0" sldId="278"/>
            <ac:spMk id="10" creationId="{51D0441D-E619-602D-9BFC-28D6DA9B4C66}"/>
          </ac:spMkLst>
        </pc:spChg>
      </pc:sldChg>
      <pc:sldChg chg="modAnim">
        <pc:chgData name="Bryan Sun" userId="851caa7714272873" providerId="LiveId" clId="{1DF0C224-3A3E-55A6-A8D1-F8F2208D385B}" dt="2026-10-07T12:14:05.606" v="188"/>
        <pc:sldMkLst>
          <pc:docMk/>
          <pc:sldMk cId="0" sldId="279"/>
        </pc:sldMkLst>
      </pc:sldChg>
      <pc:sldChg chg="addSp modSp mod ord">
        <pc:chgData name="Bryan Sun" userId="851caa7714272873" providerId="LiveId" clId="{1DF0C224-3A3E-55A6-A8D1-F8F2208D385B}" dt="2026-10-06T11:34:13.079" v="51" actId="1076"/>
        <pc:sldMkLst>
          <pc:docMk/>
          <pc:sldMk cId="0" sldId="289"/>
        </pc:sldMkLst>
        <pc:spChg chg="add mod">
          <ac:chgData name="Bryan Sun" userId="851caa7714272873" providerId="LiveId" clId="{1DF0C224-3A3E-55A6-A8D1-F8F2208D385B}" dt="2026-10-06T11:34:13.079" v="51" actId="1076"/>
          <ac:spMkLst>
            <pc:docMk/>
            <pc:sldMk cId="0" sldId="289"/>
            <ac:spMk id="7" creationId="{7CCBB945-DF17-60FE-C597-78B9D4F8E23E}"/>
          </ac:spMkLst>
        </pc:spChg>
        <pc:spChg chg="add mod">
          <ac:chgData name="Bryan Sun" userId="851caa7714272873" providerId="LiveId" clId="{1DF0C224-3A3E-55A6-A8D1-F8F2208D385B}" dt="2026-10-06T11:34:13.079" v="51" actId="1076"/>
          <ac:spMkLst>
            <pc:docMk/>
            <pc:sldMk cId="0" sldId="289"/>
            <ac:spMk id="8" creationId="{03BEA70A-2A2F-1B64-4962-2154CCE53BF2}"/>
          </ac:spMkLst>
        </pc:spChg>
      </pc:sldChg>
      <pc:sldChg chg="modSp mod">
        <pc:chgData name="Bryan Sun" userId="851caa7714272873" providerId="LiveId" clId="{1DF0C224-3A3E-55A6-A8D1-F8F2208D385B}" dt="2026-10-09T11:27:47.253" v="252" actId="14100"/>
        <pc:sldMkLst>
          <pc:docMk/>
          <pc:sldMk cId="0" sldId="292"/>
        </pc:sldMkLst>
        <pc:spChg chg="mod">
          <ac:chgData name="Bryan Sun" userId="851caa7714272873" providerId="LiveId" clId="{1DF0C224-3A3E-55A6-A8D1-F8F2208D385B}" dt="2026-10-09T11:27:47.253" v="252" actId="14100"/>
          <ac:spMkLst>
            <pc:docMk/>
            <pc:sldMk cId="0" sldId="292"/>
            <ac:spMk id="4" creationId="{00000000-0000-0000-0000-000000000000}"/>
          </ac:spMkLst>
        </pc:spChg>
        <pc:spChg chg="mod">
          <ac:chgData name="Bryan Sun" userId="851caa7714272873" providerId="LiveId" clId="{1DF0C224-3A3E-55A6-A8D1-F8F2208D385B}" dt="2026-10-09T11:27:41.930" v="251" actId="14100"/>
          <ac:spMkLst>
            <pc:docMk/>
            <pc:sldMk cId="0" sldId="292"/>
            <ac:spMk id="5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8T12:00:37.941" v="190" actId="14100"/>
        <pc:sldMkLst>
          <pc:docMk/>
          <pc:sldMk cId="0" sldId="298"/>
        </pc:sldMkLst>
        <pc:spChg chg="mod">
          <ac:chgData name="Bryan Sun" userId="851caa7714272873" providerId="LiveId" clId="{1DF0C224-3A3E-55A6-A8D1-F8F2208D385B}" dt="2026-10-08T12:00:37.941" v="190" actId="14100"/>
          <ac:spMkLst>
            <pc:docMk/>
            <pc:sldMk cId="0" sldId="298"/>
            <ac:spMk id="4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8T12:00:48.682" v="191" actId="14100"/>
        <pc:sldMkLst>
          <pc:docMk/>
          <pc:sldMk cId="0" sldId="299"/>
        </pc:sldMkLst>
        <pc:spChg chg="mod">
          <ac:chgData name="Bryan Sun" userId="851caa7714272873" providerId="LiveId" clId="{1DF0C224-3A3E-55A6-A8D1-F8F2208D385B}" dt="2026-10-08T12:00:48.682" v="191" actId="14100"/>
          <ac:spMkLst>
            <pc:docMk/>
            <pc:sldMk cId="0" sldId="299"/>
            <ac:spMk id="4" creationId="{00000000-0000-0000-0000-000000000000}"/>
          </ac:spMkLst>
        </pc:spChg>
        <pc:graphicFrameChg chg="modGraphic">
          <ac:chgData name="Bryan Sun" userId="851caa7714272873" providerId="LiveId" clId="{1DF0C224-3A3E-55A6-A8D1-F8F2208D385B}" dt="2026-10-08T11:50:33.814" v="189" actId="404"/>
          <ac:graphicFrameMkLst>
            <pc:docMk/>
            <pc:sldMk cId="0" sldId="299"/>
            <ac:graphicFrameMk id="26" creationId="{00000000-0000-0000-0000-000000000000}"/>
          </ac:graphicFrameMkLst>
        </pc:graphicFrame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0T00:53:23.08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3570 662 7990,'-49'-35'240,"0"0"0,-9 12 1,-3-1-1,-14 10 1,-16 7-41,42 7 1,-2 3-1,-2 1 1,1 3 0,-1 5-1,1 2-146,0 0 0,-1 0 0,-1 0 0,-2 0 1,-2-3-1,0-1 0,-4 0 0,0 1-208,1-1 1,1 1-1,0-1 1,1 1-1,3-1 1,0 1-1,-4 0 1,-2-1 173,-3 0 0,0 1 0,2 0 0,0 1 0,-2 1 0,1 2 0,3 3 1,1 2 108,0 2 1,-1 2-1,-6 2 1,-2 2-1,-1 4 1,0 1-1,0 1 1,0 2-40,4 2 1,2 1-1,2 2 1,0 0 0,-1 2-1,0 0 1,0 3 0,0 2 64,-2 3 0,4 3 0,11-3 0,4 3 0,6 0 1,3 1-1,9-4 0,5-1-113,-7 41 0,11-5 0,21-4 1,10-3-215,16-2 0,16-9 0,-10-33 0,5 0 0,4-3 0,5-1 27,9-2 0,2-2 0,1-2 0,2-1 0,11-4 0,3-3 0,0-1 0,2-2 103,4-2 1,2 0 0,9 0-1,3-1 1,-28-7 0,1-2-1,1-1 1,3 0 0,0 0-1,1-1-86,1-1 0,2 0 0,-1-1 0,2-2 1,-1-1-1,2 0 0,5-3 0,1-2 0,0 0 1,3-2-1,0 0 0,0-2 149,1 0 1,-1-2 0,1 0 0,-4-2 0,0 0 0,-1-2-1,-2-2 1,0-2 0,-1 0 0,-4-1 0,-1-1 0,0 0 34,-2-1 0,0 0 1,-1-1-1,-4-2 1,0-2-1,-1 1 1,0-1-1,1 1 1,-1 0-1,-3 1 1,0-1-1,-1 1 112,26-12 0,-1 0 1,-7 3-1,-3-1 0,-4-2 1,-3-2-1,-3-2 0,-3-2-102,0-4 1,-3-1 0,-6 6 0,-2-1 0,-4-2 0,-4-1-1,-8 4 1,-4-1-96,-6-1 0,-4 0 1,-4-2-1,-5-1 1,-7 0-1,-4-1 1,-1 1-1,-3 1 239,-6-47 0,-11 7 1,-19 14-1,-16 7-47,-15 5 0,25 36 0,-4 2 1,-6-1-1,-3 2 0,-3 0 1,-3 1-52,0 1 1,-3 1 0,-6 0 0,-2 2 0,-4 1 0,-2 0 0,-5 1 0,-1 1-286,-2 0 0,-1 1 0,-1 4 1,-1 0-1,-2 0 0,-2 1 0,-6 2 1,-2 1 92,30 4 1,-1 0 0,0 1-1,-2 2 1,0 2 0,-1 0 0,-1-1-1,-1 1 1,1 1 0,0 2 0,1 2-1,-1 1-58,-1 1 1,1 1 0,0 2 0,1 3 0,1 2 0,0 2 0,2 1 0,0 3 0,1 0-1,2 2 1,1 1 0,1 2-802,2 0 0,1 2 0,1-1 939,-22 12 0,3 2 0,-2 5 0,2 1 0,10-5 0,2 0 0,2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0T01:05:04.693"/>
    </inkml:context>
    <inkml:brush xml:id="br0">
      <inkml:brushProperty name="width" value="0.09086" units="cm"/>
      <inkml:brushProperty name="height" value="0.09086" units="cm"/>
      <inkml:brushProperty name="color" value="#FF0000"/>
    </inkml:brush>
  </inkml:definitions>
  <inkml:trace contextRef="#ctx0" brushRef="#br0">10583 8103 7963,'-9'0'201,"-6"0"1,4 2-208,-3 3 1,-5 4 0,-5 8 0,-9-1 12,-9 1 1,-13 7 0,-7 5-1,-6 6 20,-4 4 1,-13 1-1,3-3 1,39-18-1,-1 1 33,-1-2 0,0 0 0,0 2 0,0 1 1,-2-1-1,-1 0 0,2 0 0,2 1 25,-41 19 1,41-17-1,0 0 1,3 0-1,-1 0 1,-3 3-1,-2 1-30,-1 3 0,-1 1 1,4-3-1,0 1 1,2-2-1,2 1 0,0-2 1,1-1-41,-2 0 0,-1 0 0,-1 2 0,0 1 0,-2 1 0,0 1 1,5 0-1,1 0-40,-28 33 1,2 3 0,5-11 0,-3-2-8,-2-1 1,-2 1 0,7-1 0,14-5 65,8 1 1,13 0-1,4 3 1,6 3 85,5 1 1,-2 0 0,7-5 0,4-1-63,6 1 0,2-1 0,8 3 0,7 1-79,2 2 0,14-1 0,15-9 1,12-2-56,11-3 1,8-9-1,3-7 1,4-4 49,2-3 1,-39-6 0,1-2-1,3-3 1,2-3 0,0 2-1,1 0-78,1-2 1,1-1-1,4-4 1,2-1 0,5-2-1,1-1 1,2-1-1,1-1 64,-1 0 0,0-1 0,3-3 0,0-1 0,0-2 0,0-2 1,2-1-1,0-2-92,1-1 0,1 0 0,2-1 0,-1-1 0,4-2 0,-1-1 0,-4 0 1,-1-1 156,2-1 0,-1 1 1,-4-1-1,0 0 1,5 3-1,0-1 1,-1 0-1,-1-1-15,0 0 0,0-1 0,0-3 0,-1-1 0,-3 1 0,-2 0 0,3-3 0,-1 0 4,-2-2 0,0 0 0,2-2 0,-2 1 0,-6 2 0,-2 2 0,-1 1 0,-1-1-5,-5 1 1,-1 0 0,-3 0 0,0 0 0,2-3 0,-1 0 0,0-1 0,-2-2 3,-2 0 0,-3-1 1,-3 1-1,-4 1 0,16-24 1,-4 6 255,-5 4 0,-5-4 0,-7 0 0,-14-1-91,-10-1 0,-11 4 1,-17-6-1,-15 4-96,-12 7 0,-15 1 1,-6 6-1,-7 1-69,-9-1 0,32 21 0,-4 2 0,-8 1 0,-2 1 0,-2 0 0,-1 1 3,1 0 0,-3 2 0,-7-2 0,-3 2 0,0 3 1,-2 2-1,-5 0 0,0 1-40,-1 0 1,-1 0-1,-5 2 1,1 2 0,4 0-1,1 1 1,-2 1 0,0 2-28,1 1 0,-1 1 1,1-1-1,1 0 1,3 3-1,2 3 1,4 0-1,2 2-135,1 1 0,1 4 0,5 6 0,1 2 186,-4 1 0,2 2 0,2 6 0,1 2 0,-1-1 0,1 0 0,1 1 0,1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0T01:05:04.699"/>
    </inkml:context>
    <inkml:brush xml:id="br0">
      <inkml:brushProperty name="width" value="0.09086" units="cm"/>
      <inkml:brushProperty name="height" value="0.09086" units="cm"/>
      <inkml:brushProperty name="color" value="#FF0000"/>
    </inkml:brush>
    <inkml:brush xml:id="br1">
      <inkml:brushProperty name="width" value="0.12114" units="cm"/>
      <inkml:brushProperty name="height" value="0.12114" units="cm"/>
      <inkml:brushProperty name="color" value="#FF0000"/>
    </inkml:brush>
  </inkml:definitions>
  <inkml:trace contextRef="#ctx0" brushRef="#br0">17926 6747 7690,'-28'-35'-7,"2"-2"0,1 0 1,-1 4 348,-4 4 0,-1 14 1,-2 1-250,0 4 0,0 5 1,-2 5-1,0 2-176,2 3 0,-4 6 0,10 11 1,-5 6-107,-1 3 0,-5 2 0,-4 0 1,-4 0 142,-6 0 1,-8 0 0,-1 2-1,-2 2 207,3 2 0,3 7 1,7-2-1,-1 5 95,-4 6 0,3 4 0,-3 7 0,6 1 105,4-1 0,12-6 0,11 3 0,6 3-253,5 4 0,3 1 0,10-3 0,4 2-460,5 2 1,9 0 0,2-6 0,0 2 38,2 3 1,4 3 0,10 5 0,6-4 170,4-1 0,2-8 0,-1-7 1,3-2 111,3-4 1,11 2 0,13-7-1,7-13 119,-39-24 1,0-2 0,45 0-1,-45-8 1,1-2 0,2 0-1,0 0-13,1-1 0,0-1 0,5-1 0,-1-1 1,-3-4-1,-1-1 0,-1 0 0,-1-2-59,-1-1 1,-1-1 0,5-3 0,1 0 0,2 0 0,-1-2 0,-3-1 0,-1-1-79,-4 1 0,-1-2 0,33-22 0,-5-7 0,-1-5-102,-36 27 1,-1-2 0,1-1 0,-2-1 0,25-35-1,-9-3 45,-10-6 0,-12-2 0,-8 0 0,-5 3 377,-4 3 0,-8-6 0,3 0 0,-4-4 104,-2 0 1,0 10 0,0 14 0,-2 2-35,-4 4 1,-5-4-1,-9 2 1,-4 2-218,-2 1 0,-8 4 0,-12 4 1,-6 6-219,-3 3 0,-7 3 0,1 3 0,-2 3 17,3 2 1,-5-1 0,5 6 0,-4 7 150,-3 2 0,-12 5 1,-3 5-1,-1 2-60,4 3 1,4 6-1,3 9 1,-5 4-215,-4 2 1,8 0-1,8 1 1,16-5-796,14-3 1,11-3 1006,13 1 0,11 7 0,9 1 0</inkml:trace>
  <inkml:trace contextRef="#ctx0" brushRef="#br0" timeOffset="1">17016 9839 7655,'-39'0'29,"1"2"1,1 4 41,2 5 0,2 5 0,0 6 0,2 8-76,3 6 1,4-1 0,8 4 0,-1-2-18,1 1 1,-1 4 0,3 8 0,2 1-55,7 5 0,3 2 0,2 9 0,0-1-40,0 0 0,7 0 0,6 0 0,6 2 69,3 4 1,7 1 0,-1 4 0,3-3 44,2-1 0,-2-5 1,1 6-1,-1-4 277,4-4 0,3 2 1,3-15-1,10-5-95,13-8 1,17-7 0,-35-19 0,0-2 0,1-2 0,0-3-213,-1-2 1,2-3 0,2-4-1,1-2 1,4-1 0,2-2 0,1-3-1,-1-1-147,2-1 0,-2-3 1,1-3-1,-2-3 1,-3 0-1,-1-2 1,2 0-1,0-2 86,1 1 1,-1-1-1,-2-2 1,-1-1-1,-6 0 1,-2-1-1,-4 0 1,-1 1 19,32-29 0,1 2 0,1 3 1,-6-1 143,-9-2 1,-11 0 0,-18 5 0,-6-1 236,-4-5 1,-9 5 0,-3-6 0,-4 2-167,-2 0 0,0-9 0,-2-4 0,-4-11-139,-5-8 0,-3 1 1,-3 7-1,-1 3 101,-4 3 1,-4-2 0,-9 9-1,-5 7 122,-10 5 0,-7 7 1,-9 3-1,0 7-9,0 7 1,3 7 0,-3 8-1,-8 4-158,-5 5 1,-14 4 0,-1 2 0,6 2-59,7 4 1,0-4-1,2 5 1,-4 0 5,1 4 0,6 4 1,19 3-1,10 4-299,4 6 1,5 11 0,7 5 291,3 4 0,9-4 0,-1 5 0,3 4 0,0-1 0</inkml:trace>
  <inkml:trace contextRef="#ctx0" brushRef="#br0" timeOffset="2">17545 12617 7605,'-38'6'0,"-1"-1"0,2-1 336,2-2 1,0 3 0,-1 3 0,-3 1-288,2 4 1,2-4-1,2 2 1,0 2-62,0 2 1,-5 3-1,1 2 1,4 4-32,3 2 0,5 9 0,-5 11 0,3 5-93,-3 4 0,1 6 1,0-6-1,1-2 171,-1-1 1,-1 3 0,3 0 0,3 0 49,0 2 0,11 2 0,-4 9 0,5 2 12,2 1 1,3-5 0,9-3 0,5 3-57,10 4 0,7 5 1,11-7-1,3-5-107,6-5 0,4-4 1,3-8-1,3-2 11,1 2 0,4-6 0,-1-1 0,12-4 58,9-2 1,0-2 0,8-4 0,-6-6 29,-4-9 1,7-4 0,-37-8 0,2 0 0,0-1-1,1 0 11,0-1 1,-1-2 0,43-7 0,-9-11 0,-39 8-1,2-1-31,1-3 0,1-1 1,0 0-1,0-2 1,-3-2-1,-2 0 0,36-21 30,-4-2 0,1 4 1,6-2-1,-1-2-31,-4-2 0,-10 2 0,-12-2 0,-6-5-35,-5-4 0,2-2 1,-7-2-1,-2 6 9,-2 4 1,-4-1-1,-4-3 1,-6-5 9,-9-5 0,-6-3 1,-12-3-1,-8-6-7,-12-4 0,-3-7 0,8 42 0,-2 1 0,0 1 0,0 0 20,-1 2 1,0 0-1,-26-35 1,-1 14-1,-4 8 178,-6 9 0,-11 4 0,-7 20 0,-7 2-175,39 10 0,0 1 0,0 1 1,-1 1-1,0 1 0,0 1 0,1 2 1,0 1-64,0 1 1,-1 0 0,0 1 0,0 0 0,1 1 0,-1 0 50,4 3 0,-6-3 0,-19-6 0,-12-6 0,-2 0 0,-8 1 0,-1 0 0,1 0 0</inkml:trace>
  <inkml:trace contextRef="#ctx0" brushRef="#br0" timeOffset="3">25185 6681 7721,'-33'-26'-115,"5"2"1,1 8 0,-3 1 133,-1 4 1,-2 4-1,0 7 1,2 0 29,3 0 1,-3 7 0,3 4 0,-5 4-63,-5 1 1,1-5 0,-5 0 0,0 2 28,-1 2 0,-1 1 1,-5 1-1,1-1 20,4 1 1,1 5 0,5 2 0,-4 2 43,-1 3 1,-10-3 0,2 3-1,-6 6 120,-6 7 1,1 6-1,1 2 1,8 1-11,7 4 0,5-3 0,10 5 0,4-2-103,5 0 1,3 0 0,5-5 0,2 1-142,7 4 1,5 4 0,5 7 0,7 0-82,2 0 0,3-5 1,1 0-1,2-1-11,2-1 0,2 4 0,-4-7 0,4 1 115,2 0 1,2 4 0,5-6 0,3-3 80,9-6 1,8-1-1,19-4 1,5-3-10,4-3 1,-4-2 0,2-14 0,7-6 17,-38-8 0,1-1 0,3-1 0,-1-1 0,2-2 0,-1-1 0,-4-2 0,-2-2-57,40-11 1,2-8 0,-43 7 0,0-1 0,0 0-1,-1-1-171,40-19 0,-7-10 0,-14-2 1,-3-9 69,3-5 0,-29 29 0,0-2 0,-1 1 0,0-1 1,-3 0-1,-1-1 131,-2-2 1,-1 1 0,14-40 0,-6-2 0,-11 0 99,-4-4 1,-10-3 0,-4 2 0,-3-1 42,-2 7 1,-2 1 0,-3 11 0,-6 5 89,-4 4 1,-9 4 0,-5 6 0,-8 3-40,-7 7 1,-13 2 0,-9 15 0,-7 4-176,-3 5 0,-3 0 0,8 8 0,-1 1-304,-2 2 0,-6 10 1,-9 4-1,5 7-410,5 3 0,13 7 0,11-1 663,3 3 0,7-5 0,-4 3 0,-3 1 0,0 1 0</inkml:trace>
  <inkml:trace contextRef="#ctx0" brushRef="#br0" timeOffset="4">24656 9492 7625,'-42'-17'155,"-6"3"1,4 3-1,-2 5 147,2 4 0,3 4 1,8 4-1,0 5-285,0 3 0,0 3 1,0 1-1,2 3-78,3 1 0,-3 5 0,3-1 1,-3 5-17,-2 10 1,0 4 0,2 7 0,1 3-13,3 6 0,7 3 1,-4 2-1,2 0 142,0 0 0,-2 8 0,2 3 1,-4 2 50,0-2 1,0-1 0,6-7 0,0 3 153,5-2 1,1 3-1,10-1 1,8-4-43,10-6 1,12 1 0,11-6 0,3 0-352,2 0 1,3 0 0,6-4 0,4 2-56,6-2 1,14-5 0,4-9-1,0-12 23,2-6 0,0-12 1,5-4-1,8-5 126,-42-1 0,1-3 0,-2-3 1,0-3-1,1-3 0,-1-1 1,0-2-1,-1 0 49,4 0 0,-1-1 1,2-2-1,0-2 0,-1-1 1,-1-2-1,-4-1 1,-3-1 42,-3-2 0,-1 0 0,-3 1 1,-1-1-1,2 3 0,1-1 0,-2 0 1,-1-1-31,36-29 0,-6-4 0,-21 1 0,-4-5-38,-10-10 1,-8-3-1,-10-2 1,-4 2-1,-5-2 1,-5-2 0,-2-3 0,-5-1 137,-5 2 0,-5 4 0,-5 15 0,-3 2 77,-1 1 0,-5 2 1,-8-2-1,-8 8-1,-7 7 1,-14 6 0,-10 5 0,-2 0-73,2 2 0,-6 4 1,-1 12-1,37 9 0,-2 1-62,-2 1 1,-1 1 0,-3 1 0,0 1-1,3 2 1,1 2 0,1-1 0,1 2-31,1 0 0,0 1 0,-43 14 1,43-4-1,2 1 0,-39 18-416,12 1 0,16 7 1,18 4-1,6 6-2432,6 5 2815,3 4 0,4 7 0,-1 0 0,1 0 0,-2 0 0</inkml:trace>
  <inkml:trace contextRef="#ctx0" brushRef="#br0" timeOffset="5">24805 12435 7612,'-41'8'0,"-7"1"0,-8 7 0,-3 1-189,-4 0 0,8-1 1,6 2-1,8 3 143,6 1 1,2 0-1,0-6 1,0 1 348,0-1 0,0 6 1,-2 2-1,-2 2-203,-1 3 1,-3 3 0,4 1-1,-1 2-75,1 3 1,2 5 0,4 6 0,2 1 25,1-1 1,0 3 0,-5 1 0,0 4 135,0 2 1,0-2-1,2 7 1,3 6 11,6 3 1,6 1 0,5-1 0,5-8-114,4-6 0,17-6 1,7-7-1,9-4-71,8-2 0,3 5 1,8-7-1,-1-1-53,1-2 1,7-4-1,5-2 1,8-3 13,7-2 1,12 4 0,-43-17 0,1 0-1,2-1 1,0 0-62,0-1 1,1 0-1,0-1 1,1-1-1,1-1 1,1-1-1,1-2 1,0-2-56,0-2 1,1-2-1,2-1 1,-1-3-1,-1-3 1,-1-2 0,0-2-1,0-2 30,-1-1 1,-1-2 0,-1-5 0,-1-2 0,1-4 0,-1-2 0,2-3 0,-1 0 82,2-3 0,-1-1 0,-1-1 0,-1-1 0,-5 1 0,-2-1 0,-4 2 0,-1-1 61,-2 2 1,-2-1 0,-4-2-1,-1-1 1,-2-2 0,-1 0 0,-2 0-1,-2 0 163,-2-1 0,-1 0 0,6-40 0,-8-5 0,-12 4 125,-8 3 1,-10 4-1,-15 13 1,-12 2 106,-12 3 1,-10 6 0,-6 9-1,2 4-392,-4 1 0,-11 8 1,34 19-1,-1 2 0,-3 1 1,1 0-117,-3 4 1,1 0 0,-1-1 0,1 1 0,2 3 0,-1 2 0,-1 1 0,-1 1-665,-2 1 1,0 1 0,0 0 0,0 0 742,2 3 0,1 1 0,1-2 0,1 1 0,-33 10 0,8 1 0,5 5 0</inkml:trace>
  <inkml:trace contextRef="#ctx0" brushRef="#br1" timeOffset="6">9376 8632 27156,'-15'-26'-3641,"3"2"1,2 2 1848,3 0 0,-4 6 1,4 7 1673,-2 1 0,-3 3 0,-4 5 626,-1 0 0,6 0 0,-1 2 0,-5 1 113,-3 3 0,-2 1 0,5-3 0,1 1-80,-1-1 0,-5 3 1,0 1-1,2 1-386,1 4 0,3 1 1,-1 3-1,1 1-330,-1 4 1,1-1-1,1 4 1,2 1 360,2 0 1,6 1-1,-5 6 1,3 0 5,3 1 0,3-1 1,1 0-1,0 0-299,0 0 1,7 0-1,2 0 1,2 0-396,0 0 1,6 4-1,5-2 1,-2-4-32,-2 0 1,4 0 0,2 3 0,4-3 210,7-4 0,0-5 0,9-11 1,2-3 397,1-1 0,5-7 0,-1 0 0,1-9 230,-4-6 1,-2-3-1,5-4 1,2-6-54,2-3 0,6-4 1,-6-2-1,-2-1-17,-1 1 1,-10-3-1,-3 1 1,-6 2-69,-6 2 1,-3-3 0,-7-3 0,-1 1-100,1 0 0,-8-6 0,-3 3 0,-5 1-191,-1 3 0,-1-1 1,-3 3-1,-3 6-271,-3 7 0,-3 4 1,-7 0-1,-2-2 73,2 2 0,-4 1 0,0 3 0,-1-1 58,-5 1 0,-3 1 0,-4 2 0,-1 2 189,1-2 1,-3 4 0,-1 0 0,1 1 133,-1 5 0,3 1 1,5 2-1,0 2 178,-1 3 0,1-1 0,0 7 0,0 2 83,0 1 0,-5 3 1,-3 1-1,1 3 101,-1 1 1,3 0 0,5-6 0,0 1 47,0-1 0,1 1 1,5-1-1,5 1-265,3-1 0,5 3 1,1 1-1,4 4-297,1 2 1,-3 1-1,6 8 1,1 4-733,2 5 0,2 9 427,0 2 0,15 15 0,3-2 0</inkml:trace>
  <inkml:trace contextRef="#ctx0" brushRef="#br1" timeOffset="7">9194 8516 26685,'-11'-16'-2171,"0"-1"1,6-5 0,-4 0 0,1 2 1259,4 2 0,1 1 0,-1-1 0,-1-3 575,1-1 1,-3 0 0,1 4-1,1-4 179,-3-6 1,-1-3 0,-7-2-1,-1 0 129,0 0 0,-5-6 0,-1-1 0,-3-1 59,-4 1 0,-1 0 0,-4 3 0,-3-4-39,-6-1 1,-12-7 0,-4-7 0,-5 3-469,-1 2 1,4 1 0,-4-1 0,-8-1 537,-5 3 0,37 21 1,0 2-1,-2 5 0,0 0 1,-2-2-1,0 0 16,0-2 0,0 0 0,-5 3 0,-1 0 0,1-2 0,1 1 0,-2 3 1,-1 3 82,0 1 0,0 2 0,0 4 0,1 0 0,0-1 0,1 0 0,-3 2 0,-1 2 23,-2 1 0,-1 1 1,1 0-1,2 2 0,2 3 1,1 0-1,0 0 0,1 0 16,-1 0 0,-1 0 0,1 4 0,0 1 0,0 2 0,3 1 0,-38 16 66,12 7 0,9 1 1,-13 13-1,38-20 0,-1 0-147,-1 1 1,0 1 0,2 2 0,1-1 0,-34 27 0,38-25 0,-1-1-50,-1 1 0,-1-1 1,-7 3-1,0 0 0,-1-1 1,0-1-1,2 2 0,2 0-18,2 1 1,1 0-1,3-2 1,1-1-1,-32 29 1,0-4 89,1-7 0,5-4 1,12-7-1,3 1-98,2-1 0,11 5 0,8 0 1,2 3-108,4-1 0,-6-2 0,-2 4 0,-3-4 31,-2-1 1,2-8 0,2-8 0,3-1-144,2-4-7,2-1 1,22-12 0,13-7 0,14-9-381,10-6 562,2-9 0,-1 10 0,1-8 0,-1 0 0</inkml:trace>
  <inkml:trace contextRef="#ctx0" brushRef="#br1" timeOffset="8">4680 7938 16689,'-17'-6'0,"1"0"-35,-1 3 0,3 8 0,1 8 0,2 7-266,-2 8 1,-2 11-1,0 5 1,3 5 43,0 6 0,9 2 1,-5 4-1,3-8 210,-1-7 1,-5 0 0,4-7 0,-2-4 193,-4-6 1,6 0-126,1-7 0,6-1 1,7-10 166,10-6 1,1-10 0,12-6 0,3-4-32,4-2 0,7-1 0,-4-2 0,2-4-187,4-2 1,11-3 0,9-8-1,12-3 108,-36 18 1,2 1-1,1 3 1,2 0 87,1-1 0,3-1 1,22-11-1,5-2 1,3-2-1,1 0 0</inkml:trace>
  <inkml:trace contextRef="#ctx0" brushRef="#br1" timeOffset="9">9409 8582 25580,'-2'-22'-4176,"-3"0"0,3-5 3566,-3 5 0,3 5-163,2 6 0,-8 6 0,-3-5 854,-3 3 1,-8-6-1,-2 2 1,-4-5 140,-7-6 1,0 1 0,-9-6 0,0-1-76,2 3 1,0-7-1,5 5 1,-4-4-68,-1-3 0,-4 1 0,-9 0 0,-6-2-321,-3-3 0,-9 1 0,-6-9 0,37 22 0,-1-1 230,-1-2 0,0 0 1,-4-4-1,0 0 0,2 1 1,-1 1-1,-1-1 1,0 1 228,1 1 1,0 1 0,2 5 0,0 2-1,-37-13 1,-1 11 373,0 9 0,1 7 1,-1 12-1,2 5-230,4 4 1,-6 8 0,1 3-1,37-12 1,0 0-125,-1 0 1,0-1-1,-41 13 1,16 2-1,8-6 94,4-4 0,1-1 0,-10-1 0,0 1 57,2-1 1,9 6-1,14 2 1,3 2-192,3 3 1,-3 8-1,-1 2 1,-1-1-50,-4 3 0,-2-5 1,-1 7-1,1-3-131,4-3 1,5-4 0,14-6 0,8-5-261,10-3 0,7-10 0,5-4-156,6-3 0,6-2 1,5 0 300,5 0 0,12-7 1,3-2-1</inkml:trace>
  <inkml:trace contextRef="#ctx0" brushRef="#br1" timeOffset="10">5953 7971 24439,'-27'11'916,"1"0"1,2 1-1827,4 3 1,3 9 0,4 4-1,4 3 379,2 2 1,-1 6 0,5-1 0,-3-3 221,3-6 0,1 1 1,2-8-1,0-2 13,0-2 1,0-1-1,0 0 278,0-1 0,-6-5 0,1 0 159,1 2 0,-3-4-459,1 2 1,8-7 0,9 1 0,4-5 331,1-5 1,3-4 0,3-10 0,5-1 88,5-2 0,8 0 1,2 7-1,2 2 725,0 2-602,0 8 0,4-4 1,6-1-1,3 3 0,-1 1 1</inkml:trace>
  <inkml:trace contextRef="#ctx0" brushRef="#br1" timeOffset="11">9327 8797 19457,'0'-22'-1227,"0"0"1,0-2 0,1 4-1,3-2 1515,2 2 0,6 2 1,-1 1-1,4 0-40,2 1 1,-6-2 0,-2-3 0,-2-1-244,-3 2 0,-2-4 0,-6 0 0,-5 0-62,-8 1 0,-12-7 1,-2 3-1,-8-5 22,-3-1 1,-2 2 0,-6 2-1,1 1-78,-1-1 0,0 5 0,1 2 0,-1 3-121,1 3 0,-10 5 1,-6 2-1,-4 1 392,-1 5 0,0 1 1,0 2-1,-5 2-25,-6 3 0,2 4 0,-9 8 0,5 1 42,6 4 0,9 0 1,11 8-1,4 1 65,5-2 1,4 1 0,-2 3-1,4 0-90,1 0 1,4-7-1,10-4 1,5-4 116,3-1 0,3-1-187,-1 1 1,8-1-1,6 1-389,6-1 0,6-1 0,8-2 0,1-4-88,4-2 0,-1 4 347,6-5 0,15-74 0,-16 22 1,0 0-1</inkml:trace>
  <inkml:trace contextRef="#ctx0" brushRef="#br1" timeOffset="12">7607 8318 20126,'-17'-17'-2197,"1"8"0,-1 4 2508,1 3 0,-1 5 0,1 7 0,-1 8-778,0 6 0,1 3 0,1 7 0,2-1 386,2 0 1,2-2-1,-4-4 1,4-4 62,2-5 0,1-2 0,4 1 0,-1-1 127,-3 1 1,1-6 0,5 0 0,-2 2-115,-4 2 1,5 1 0,-5 1 0,4-1-300,2 1 0,6-6 1,1-2-1,2-2 447,4-3 1,4-4 0,3-5-1,4-7-175,1-2 1,3-5-1,7-1 1,4-2 212,5 2 1,5 2-26,6 1 0,-3 2 0,7-1 0,6-2 0,0 1 0</inkml:trace>
  <inkml:trace contextRef="#ctx0" brushRef="#br0" timeOffset="13">11609 8334 8168,'0'-16'827,"0"-1"0,0 1 36,0-1 1,-2 8-899,-4 4 1,-3 5 0,-7 5 0,-1 8-182,0 7 1,-6 0-1,-5 8 1,-3 1 46,-2 3 0,0 6 0,0 1 0,1-3 72,5-1 1,5-3 0,9-5 0,4-5-64,1-3 1,5-5 0,8-3 0,6-5 89,4-4 0,3-4 0,4-2 0,4-3 171,0-2 0,5-2 0,-5-4 0,1 2 114,1 2 0,-1 5 1,5-3-1,-3 2-31,-1 3 0,-6-3 0,3 1 0,-1 5-58,-4 4 0,-3 8 0,-6 11 0,-5 8-31,-5 6 0,-1 9 1,-1 8-1,-3 2-366,-2-2 0,-7-7 1,2-4-1,-3-3-742,-3-8 1,6-7 1012,0-13 0,4-52 0,3-28 0,-4-5 0,0 1 0</inkml:trace>
  <inkml:trace contextRef="#ctx0" brushRef="#br0" timeOffset="14">11939 7987 8729,'-7'-9'796,"5"5"1,-3 15-582,3 11 1,4 15 0,1 9 0,5 9-59,1 11 0,2 15 0,-3-35 1,0 2-1,1 0 0,-1 1-199,0 1 0,0-1 1,1 0-1,-1 0 0,0-2 1,1 0-1,5 35-3216,-3-14 2074,4-13 1,-15-38 1183,0-12 0,-15-25 0,-10-15 0</inkml:trace>
  <inkml:trace contextRef="#ctx0" brushRef="#br0" timeOffset="15">11807 8599 7895,'-17'-26'392,"1"4"0,1 4 374,4 1 1,4 6-1,11 2-478,7 2 1,1-1 0,16 5 0,3-5-292,6-1 1,5 4 0,8-6 0,-1-2-374,1-2 1,-2-3-1,-2-3 1,-2-2 137,2-3 1,0-2-1,-2-5 1,-6 0-55,-3 0 0,-2 6 0,-1 1 0,-7 2 211,-8 4 1,-10 11 500,-12 9 1,-4 9 0,-8 15 0,-1 9 213,-4 9 0,1 6 1,-6 3-1,-1 2-206,3 3 0,-1-1 0,6-4 0,-2 2-135,1 3 1,5-1-1,5-8-231,5-2 0,4-12 0,4-13 0,4-7 1,7-12-764,7-10 1,0-13-1,9-20 1,5-9-91,2-6 1,3-2-1,-8-4 1,-3 6 605,-6 6 0,-4-1 0,-1 16 461,-1 4 1,-7 16 384,-3 16 1,-4 13 0,-2 11 0,0 0-194,0-1 0,0 7 0,0-3 1,2 3-646,3-3 0,-1 3 1,5-8-1,0-2-847,0-2 0,-3-3 0,5-4 167,2-5 1,0-12 0,-2-7-1,-6-7 857,-3-7 0,-2-5 0,0-1 0,0 0-152,0 0 1,0 0 0,-2 2-1,-2 3 867,-1 6 1,-1 9 0,5 4 26,-5 2 0,4 3 0,-3 10 0,5 5-290,5 3 0,3 8 0,4 2 0,-1 2-314,2 3 1,2-3 0,2 2 0,-1-1-316,1-1 0,-6 0 0,0-6-322,2 2 0,-4-2 0,0-11 129,-2-9 0,-1-13 1,-6-10-1,0-5 283,0-7 0,-2 2 0,-2-6 0,-1 5-27,1 0 0,2-4 0,2-1 0,0 3 326,0 1 1,2 7 0,4 0-1,5-1-40,3-2 1,10 3-1,4 3 1,5-1-3011,5 0 2838,5 6 0,6-48 0,1-4 0</inkml:trace>
  <inkml:trace contextRef="#ctx0" brushRef="#br0" timeOffset="16">13113 7673 7909,'-1'16'121,"-5"1"0,4 7 0,-5 5 0,1 8 514,1 7 0,1 4 0,8 2 0,3 1-287,2 4 0,2-2 0,6 8 1,1 0-385,4-3 0,-3 3 0,3-10 1,-6-5-1792,-5-3 0,2-12 1827,-7-9 0,-15-26 0,-10-7 0</inkml:trace>
  <inkml:trace contextRef="#ctx0" brushRef="#br0" timeOffset="17">12915 8202 7901,'-17'-5'696,"1"-1"0,9 1 0,7 5-398,9 0 0,20-2 0,10-4 1,7-7-1025,3-7 1,3-4 725,3-3 0,-9-11 0,3-7 0,7 0 0,0 0 0</inkml:trace>
  <inkml:trace contextRef="#ctx0" brushRef="#br0" timeOffset="18">13428 7590 7901,'-17'0'2692,"1"0"-2607,6 0 1,10 2 0,10 4 0,1 5-2054,0 3 1968,-8 3 0,5 36 0,-8 10 0</inkml:trace>
  <inkml:trace contextRef="#ctx0" brushRef="#br0" timeOffset="19">13361 7987 7901,'0'17'400,"-1"-3"0,-3-1 0,-2 0-229,3 5 1,1-1-1,2 5 1,2-2-151,3 2 1,-1-3-1,7 3 1,0-4-514,-2-1 1,6-3-1,-4-3-1075,4-5 1567,1-4 0,8-46 0,2-12 0</inkml:trace>
  <inkml:trace contextRef="#ctx0" brushRef="#br0" timeOffset="20">13543 8004 7901,'-7'-10'1058,"5"3"1,-3 9-1,8 3-1098,3 6 0,5-1 0,-4-1 0,2 0-220,4 0 1,2-5-1,2 1 1,-1-1 75,1 2 1,-1-5 0,1 3 0,-1-6-31,1-3 0,-1-10 0,1 0 0,1-5 294,4 0 0,-3-4 0,3 0 0,-6 0 185,-5 0 1,4 2 0,-6 6 0,0-1 156,-3 1 1,-4 5-75,-2 0 0,-8 9-133,-3 2 0,-2 7 0,1 8 0,1-2-148,-2-2 1,3 0 0,1 7-128,2 4 1,-4-3-1,5 3-342,3-4 0,1-7 1,4-2 46,3-1 1,4-5 0,8-8 0,1-4 230,4-1 1,-1-4-1,4 3 1,-1-2 282,-4 2 0,4-2 0,-2 7 1,-1 3 36,-3 1 0,-2 2 1,1 2-1,0 1 187,-1 3 1,1 9-1,1-1 1,2 7-224,2-1 1,2 11 0,-4 4 0,4 5-17,2 6 1,-4 15 0,4 7 0,-2 4-137,-4 1 0,-2 4 0,-1-3 0,-1-1-277,1 1 1,-8 1 0,-5-9 0,-8-7 175,-7-6 0,-6-16 1,-5-4-1,-5-4 171,-4-3 0,-3-2 0,0-9 0,-3-4 55,-2-6 1,-7-3 0,2-6 0,-2-8 79,2-16 1,4-12-1,9-19 1,5-13-176,9-14 1,8-4 0,11-4-1,1 46 1,1 1-31,3-2 0,3 0 1,1-1-1,4 1 1,3-2-1,2 1 1,2-1-1,2 1-94,2 0 0,1 1 0,2-3 1,1 1-1,3 3 0,0 0 1,0-1-1,-1-1-14,-2 0 1,0 1-1,0 1 1,-1 2-1,-2 6 1,1 3-1,3 0 1,1 2-227,2 0 0,1 2 0,37-26 1,0 4-1,-13 6-143,-12 5 0,-6 5 1,-10 11-1,-3 8-440,-6 7 909,-11 6 0,-4 14 0,-7 3 0</inkml:trace>
  <inkml:trace contextRef="#ctx0" brushRef="#br0" timeOffset="21">19579 7359 8472,'-9'-2'-995,"3"-4"1,-1 3 989,2-8 0,-3 7 164,3-2 0,1 5 1,-7 1 1,6 0-131,-6 0 0,5 0 0,-3 1 0,0 3-38,-1 2 0,1 1 0,-4-1 0,2 3 18,-1 0 0,2 6 0,-1-6 1,-2 2 19,-1 0 1,-3 0 0,1 4 79,-1-4 0,1 3-68,-1-3 1,2-1 0,4 1-37,6 1 1,3-2-1,2 1-31,0 1 1,2 1 0,1 0 0,3-2 39,-2 2 1,3-4-1,0 2 33,3 2 1,-5 2-1,6 1-34,2 1 0,-4-6 0,2 0-3,2 2 0,2 0 0,1 0 5,1-2 0,-1-8 0,1 3 1,-2-3 51,-4 3 0,3-4 0,-3 3 0,4-3-33,2-2 0,-1 0 0,1-2 1,-1-1-74,1-3 1,-1-5-1,1 6 1,-1-1 18,1-1 1,5-1 0,0-4 0,-2 0-13,-1 0 0,3-3 1,0-2-1,-2 1-9,-2-1 1,4 3 0,0 1 0,-1 2-128,-3-2 0,-7-2 0,0-1 81,2-1 0,-6 1 1,-1-1 57,-4 0 0,-2 1 1,-2 1 7,-4 4 1,-3-2 0,-8 6 0,1 0 57,-1-1 0,1 1 0,-1 3 0,1-1 38,-1 1 0,1 0 0,-1 1-19,1-3 0,-1-1 0,1 3-23,-1-1 1,6-1-1,0 4 7,-2-3 0,-2 3 0,-1-4-8,-1 5 0,6 1 1,0 0-43,-2 0 0,-1 1 0,-3 3-8,1 2 0,5 5 0,0-4 18,-2 2 1,4-5 0,-2 3 20,-2 1 0,3-7 1,1 7-1,0-3-10,0 1 1,3 1 0,-5-3 40,-1 1 0,2 6 33,-1-5 1,6 1-59,-6-1 0,2-3 1,-4 7-36,2-3 0,0 4 0,-4-4 0,2 1 17,2-1 0,0 6 1,-5-2 1,-1 4 53,0 1 0,6-1 0,2-2-50,2-2 1,1-6-1,5 4 1,-3 1-12,-2-1 1,1-4-1,5 6-42,0 2 1,2 0 0,1 0 0,3-2 0,-2 2 1,-3-4 0,-1 2 53,0 2 1,2 0 0,2 0 53,1-2 0,3-6 0,-3 4 0,6 1-65,4-1 0,2-6 0,-1 3 0,2-2-29,4 1 1,4-3 0,5 3 0,-1-3-127,-3-2 0,1 0 0,7 0 0,2-2-152,1-3 0,1 1 1,-4-7 300,3-2 0,16-25 0,8-12 0,9-4 0,0 0 0</inkml:trace>
  <inkml:trace contextRef="#ctx0" brushRef="#br1" timeOffset="22">19513 7954 6520,'-17'0'-79,"3"-2"506,3-3-189,-4 3-166,6-5-73,-8 7 1,1 0-59,-1 0 0,6 0 0,0 1 53,-2 5 1,4-4 0,0 5-1,0-1 48,0-1 1,-2 8 0,-6-4-5,1 0 1,6 0 0,3-5 10,0 2 1,3 5-49,-7-6 0,7 8-3,-1-2 0,3 4 0,4-1-1,3-2 1,-3 2-1,4-3 18,-5 4 1,-1 1 0,0 1-1,0 0 16,0-1 0,0 1 1,0-1 29,0 1 0,2-3 1,4-1-1,5-4-24,4-1 0,1-1 0,1-3 0,1 3-64,4 2 1,-4-5 0,4 2-1,-1-5-3,1-1 0,-4 6 1,4-1-1,-4-1 16,-1-2 1,0-4 0,-1-2 0,1-3 19,-1-2 0,1-2 0,-3-6 0,-1 1 4,-2-1 0,6-5 0,5-2 0,0-1-2,2-5 0,-6-1 1,6-2-1,-2 2 45,0 3 1,0-1 0,-7 7 0,-2 1 25,-2 3 0,-8 2 1,3-1-60,-4 0 1,-4 8 0,-4 2 0,-5 1-2,-3 1 0,-5-2 1,-1 3-1,-4-2-16,-1 3 1,3 1-1,-4 2 1,2 0-61,4 0 0,1 0 1,3 0-1,-1 2-177,1 3 1,-1-1 0,1 7 230,-1 2 1,15 9-1,4 4 1</inkml:trace>
  <inkml:trace contextRef="#ctx0" brushRef="#br0" timeOffset="23">19447 9806 8519,'-11'-11'-315,"0"0"-1,5 6-388,-5-6 403,0 7 393,-5-3-23,-1 7 0,1 1-55,-1 5 1,6-4-1,2 5 1,0 0 2,0 4 0,3-1 1,-3 1-1,0 0-14,-1-2 0,5 6 0,-4-4-1,1 3 1,1 3 0,3-1 0,-1 1 15,1-1 0,1-5 1,-1 0-1,-2 2 14,3 2 1,1 2-1,2-1-24,0 1 0,2-3 0,1-1 0,5-2 12,1 2 0,2-4 1,5 0-1,1-1-24,0-5 1,1 5-1,2-3 1,2-1-2,-2-2 1,4-2-1,0 0 1,0 0 5,0 0 1,3-2 0,-3-2 0,0-3-5,0-2 1,0-2 0,-6-6 0,1 1 0,-5-1 0,-1-5 1,4 0-1,1 0 20,4-2 1,-5 0 0,1-5-1,-5 1 26,0-1 1,0-2 0,-2-2 0,-6 0 12,-3-1 1,-2 7 0,-2 1 0,-1 2 59,-3 4 1,-9 2 0,1 1 0,-6 2-19,-1 4 0,-3 2 0,2 6 0,2-3-114,2 2 1,-1 3-1,-1 1 1,-2 0-158,2 0 0,-4 7 0,2 4 0,0 4-151,-2 1 1,4 3 322,-8 3 0,1 25 0,-6 14 0</inkml:trace>
  <inkml:trace contextRef="#ctx0" brushRef="#br0" timeOffset="24">19394 6569 7813,'0'-15'438,"0"-2"1,0 4 1092,0 2-912,0 0 1,0 7-404,0 4 1,1 3 0,1 4-67,1 0 0,0-1 0,-3 5 35,0 1 1,0 0-1,-1 5 1,-2 3-7,-3 4 0,-6 4 0,-1 5 0,-2 6-130,-2 8 0,9-21 1,1 0-1,-1 4 1,0 0-1,0 2 1,1 0-137,-1 1 0,1-1 0,-2 0 0,1-2 0,1 0 0,1-2 0,-4 24-221,2-8 1,0-9-1,3-6 1,-2-6-641,1-3 1,4-8 412,-1-3 1,5-11-1,2-3 1,0-7-1272,0-3 1806,4-1 0,-3-32 0,0 20 0,0 0 0</inkml:trace>
  <inkml:trace contextRef="#ctx0" brushRef="#br0" timeOffset="25">19185 7081 7813,'-6'0'-318,"1"-1"0,-1-1 958,1-1 1152,3 0-1354,-2 3 1,4 1 0,0 2-297,0 3 1,0 3 0,0 1 0,0 3-20,0 3 1,0 2 0,0 1 0,0 0-105,0 0 1,0 1 0,0 0 0,0 0-90,0-2 1,0-6 0,0 1-1,0-3 106,0 0 0,4-4 140,2 1 1,3-5 0,-1 0 0,-1-4 64,0-5 1,-1 2-1,4-1 1,-1-2-66,1 0 0,0-6 0,2-2 0,1-2-419,2-1 1,1-1 0,3-1 0,0-1-2591,0 1 2833,4 1 0,-1-1 0,2-2 0,3-3 0,0 1 0</inkml:trace>
  <inkml:trace contextRef="#ctx0" brushRef="#br0" timeOffset="26">13641 10214 8277,'-9'-3'2,"1"-2"0,0 1 299,2 0 1,4-4-136,-1 2 1,1 1-1,4 0-245,1 0 1,2 1 0,4 2-1,1-1 28,-1 1 0,4-3 1,0-1-1,-1 0 8,2 0 0,-2 2 1,3-2-1,-2-1 48,-1-2 1,2 3 0,-2 0 0,0-2 20,-2 0 1,3-1-1,0 2 1,-2 1 73,0-2 0,3 0 0,0-3 0,3 0-40,2-2 0,-1-5 0,7 0 1,2-3-8,0 0 1,-2 0 0,0 0 0,-2-1 13,-2 1 0,2 2 1,-1 2-1,1 2-70,0 1 0,1 0 0,4 3 1,1-3-107,-1-1 0,0 3 0,-3-3 0,-2 0 34,1 0 0,-4 0 1,3-5-1,0-2 48,2 0 1,4-1 0,1 2 0,2 0 93,-1 3 1,-2-1 0,-1 3 0,-2-2 87,-1-1 1,-4 1-1,3 1 1,-1 3-157,2 0 1,3-3 0,0 1 0,0-2-50,1-1 0,-2 0 0,0 0 1,-3-1 22,-1-2 0,4 5 1,-2-2-1,2 1 5,2 1 0,3-2 0,2 1 0,0 1 38,-2 1 1,-7 0-1,-2-4 1,-1-1 10,0-1 1,5 0 0,-1 3 0,4 0 47,1 0 1,4 0 0,-3 0-1,-2 0 9,0 0 0,-2 0 0,1 0 0,1 0-107,5 0 1,-3 0 0,6 0 0,-2 0-119,-2 0 0,-3 0 1,-6 1-1,-2 1 74,-3 1 1,2 5 0,1-3 0,1 0 146,3-2 1,0 2 0,2-1 0,-2 0 132,-2 0 1,2 0 0,-5-4 0,0 0-109,1 0 0,1 0 0,5 1 0,0 1-147,3 1 0,-2 4 0,0-1 0,-3 0-113,-5 0 0,-2 1 1,-1 2-1,-1 1 62,-3-1 0,0 1 0,-2-2 0,2 0 235,-1-2 1,4 0 0,-2 4 0,2-1-10,1 1 1,-3-1 0,0 2-1,0 0-65,-2 2 1,0 3 0,-4-2 0,-1-1-313,1 1-36,-5 3 337,-1-6 0,-4 5 1,1-2-28,2 1 1,-1-3-34,5 0 0,-1-1 0,3-2 1,1 2-59,-1 2 0,2-3 0,1 3 1,1-3-77,2 0 1,0-1-1,2 2 1,-1 1 125,0 0 0,2 1 1,1-3-1,0 2 99,0 1 0,0-1 1,0-2-1,0-1 10,0 1 0,-1-1 0,-1 1 0,-1-1-133,1 1 0,-2-1 0,0 2 0,2 1-726,1 0 1,1 4 760,0-3 0,4-5 0,2-3 0</inkml:trace>
  <inkml:trace contextRef="#ctx0" brushRef="#br1" timeOffset="27">11041 10611 9010,'-11'-15'-205,"-1"-1"0,0-3 0,1 2 1,0 0 175,4 1 0,-2 0 0,4 4 0,-1 0 176,1-4 0,1 3 11,4-2 4,0 2 0,2 6-154,2 3 0,-2 3 1,6 1 65,1 0 0,1 4 0,2 0 0,1-2-11,2 0 0,2 2 0,4 1 0,-2 0-1,2 0 0,0 3 0,3-3 1,0 0-39,3 0 0,-1 4 1,5-2-1,1 1 18,2-1 0,6-3 0,4 3 0,5-2 16,5-3 1,-1 0 0,1-4-1,3 0-25,3-2 0,5-5 1,-31 5-1,0 0 1,-1-1-1,0 0 16,29-7 0,-3 1 0,-1 0 0,0 2 3,0 2 1,-6 4-1,-7-1 1,-9 3-78,-7 1 0,-5 1 0,-2 2 1,-3 2-230,-3 1 0,-3 1 1,-3 2-1,-2-2-508,-4 3 0,-3-4 263,-1 2 1,-5-6-1,-3 2 492,-2-3 1,-22-37 0,-6-9 0</inkml:trace>
  <inkml:trace contextRef="#ctx0" brushRef="#br1" timeOffset="28">12295 10298 9002,'-12'-5'-125,"6"5"0,3 0 61,6 6 0,3 4 0,6 2 0,0 0-42,-1-1 1,5 1-1,1-1 1,-1 1 208,1 0 1,5-1-1,0 1 1,5-1 45,3 1 0,1-6 1,2 0-1,-1-3-62,-1 1 1,-2 2 0,-1-4 0,-6 2 6,-4-1 0,2 3 1,-6 2-127,-4 2 0,-4 2 1,-6-1-1,-1 1 134,-3-1 0,-6 1 0,-7-2 1,-1-1 155,-2-1 1,-4 4 0,-3 3 0,-5 1-146,-5 1 0,-6-3 1,-6 5-1,-1 2-66,1 1 1,6-4 0,6-2 0,4 0-350,6-1 1,7 1 0,2-4 0,1-1 299,3 1 1,6-26 0,3-7 0</inkml:trace>
  <inkml:trace contextRef="#ctx0" brushRef="#br0" timeOffset="29">12040 9589 7939,'-12'-11'716,"0"-1"374,1 1 1,4 5-464,4 6 1,1 11 0,2 9 0,0 8-108,0 6 0,2 12 0,0 8 0,2 4-345,-1 4 0,3-3 0,2 3 0,2-3-699,2-1 1,1-16 0,1-13-1,3-13-2907,1-11 3431,1-14 0,-4-27 0,-2-13 0,2-8 0,0 0 0</inkml:trace>
  <inkml:trace contextRef="#ctx0" brushRef="#br0" timeOffset="30">12191 9299 7939,'-13'-4'285,"-3"0"1,3 1 1066,-2 3 1,6 1 0,2 3-705,2 4 1,6 1 0,9 0 0,4-3-316,5-1 1,4-1-1,3-4 1,2 0-386,2 0 0,2-4 0,7-1 0,5-1-113,5-3 1,4-2 0,5 1 0,1 1-296,3 1 0,-6 0 0,-1-2 0,-5 1-185,-4 1 1,-6 6 0,0-3 0,-6 1 400,-8 0 1,-6 0 410,-9 4 0,-4 1 0,-4 3 214,-1 4 0,-4 2 0,0 3 0,-3 3 72,-2 3 1,3 8 0,-3 5 0,-2 7-47,-2 7 0,0 2 1,-1 8-1,0 4-385,7-26 1,-1 1 0,0 0 0,0 2 0,0 2 0,1 1 0,-1-1 0,0 0-163,0-1 0,0-1 1,1-1-1,-1-1 0,0-2 1,0 0-1,-5 27-473,-1-4 0,6-12 0,2-13 1,4-11-831,4-5 1,2-9 1442,6-2 0,-9-36 0,-5-17 0,1-3 0,1 0 0</inkml:trace>
  <inkml:trace contextRef="#ctx0" brushRef="#br1" timeOffset="31">11064 10437 21613,'-16'-12'-927,"-4"1"0,4-1 1,0 1-1,3 0 818,2 3 1,-1 3 0,0 5 0,1 0 342,-1 0 0,1 0 220,-1 0 0,0 0-10,1 0 0,4 2 0,2 0-93,0 2 0,2 0-335,-4-4 240,4 5 1,-2-2-245,5 4 1,0-3-1,1 3 1,3-1-23,4 1 1,2-1 0,2 3 0,1-1-113,2 1 0,7-3 1,8 2-1,3 0 176,7-2 1,4 1 0,4-5 0,3 2 39,7-1 0,-24-2 0,1-1 1,3 0-1,1 0 0,1 0 0,-1 0-89,0 0 1,-1 0-1,0 0 1,-1 0 0,-1 0-1,-1 1 1,1 1 0,-1 0 58,0 2 0,0 0 1,-1-1-1,-1 0 1,25 4-1,0-2-142,0-2 0,8-2 0,-1-1 1,-3-1 358,-5-3 1,-9-3 0,-6-3 0,1 1-37,-2 1 0,-1 4 0,-6-2 1,-3 1-355,-4 2 0,-4 2-496,-4 1 1,-8 1-142,-11 3 0,-5-3 0,-8 4 0,-3-1 644,-3 0 1,-12-10 0,-6-5 0,-4-1-1,0-1 1</inkml:trace>
  <inkml:trace contextRef="#ctx0" brushRef="#br1" timeOffset="32">12098 10193 16004,'0'-15'-1389,"0"-1"1,1 2 1338,3 6 0,2 3 0,6 6 88,0 3 1,-5 1 0,1 4-1,2-1 166,5 1 0,-3 2 1,5-1-1,-1-1-106,-1-1 1,6-1 0,-2 5-1,2-2-110,-2-2 1,3 2 0,-3-2-1,3 2-65,2 2 1,0 0-1,2-1 1,2 1-104,2 0 0,0-1 1,2 1-1,-2-1 249,-2 1 1,-5-2-1,-5-1 1,-1-1-12,-3 1 1,-2-2 0,-3 0-127,-1 2 0,-5-2 0,4 0-75,-2 3 0,-1 0 221,-4 1 1,-5 0-1,-4-2 1,-4-3 214,-3-1 1,-3 3-1,1-3 1,-3 2 147,-3 2 1,-3-3 0,1 2 0,-3 1 20,0 1 0,-2 2 0,-4 0 0,0 0-199,0 4 0,4-2 1,0 5-1,0 2-133,2 1 0,-3-3 0,3 1 0,1-1-15,-1-1 1,4 3 0,5-4 0,5-1-286,2 1 1,5-1 0,2-5-625,1 1 0,2-6 0,7-2-2503,4-3 3210,2-6 0,5-21 1,2-11-1,2-4 1,0-1-1</inkml:trace>
  <inkml:trace contextRef="#ctx0" brushRef="#br1" timeOffset="33">12063 10240 14963,'0'-12'-2292,"1"2"2589,3 2 1,3 3-1,4 5 1,1 1-351,-1 3 0,2 2 1,1 6-1,3 0 82,1-1 0,5-3 0,5 0 1,-3-1 142,0 0 1,2-1 0,1-3-1,2 1-100,2-2 0,3 4 0,3-3 0,0 1-82,0 1 0,2-2 1,-3 3-1,-3 0-139,-6-4 1,-5 3-1,-2 1 209,-2 0 0,-6-2 1,-1 4-209,-7 1 1,-4-3 0,-2 2 183,-3 1 0,-3 1 0,-4 3 1,-2 1 38,-2 2 0,2-1 1,-4-3-1,1-1 53,1 1 1,-4 4 0,2-1 0,-1-1-12,-3-1 0,-1 3 0,-2 0 0,-2 1 45,-1 0 1,-2 2-1,4-2 1,-3 1 19,3 3 0,0-1 0,3 1 1,3-2-154,3 2 0,3-3 0,1 0 1,-3-1 70,0-3 1,-1-1-1,5-1 1,-1-2-619,1-2 1,-1 1 365,0-5 0,16-32 1,4-10-1</inkml:trace>
  <inkml:trace contextRef="#ctx0" brushRef="#br1" timeOffset="34">10681 10472 22048,'-10'-5'-2581,"1"-3"786,1-2 1101,6-2 0,-2 6 1,8 2 1047,3 2 0,4 4 0,0 0 0,2 2-96,3-1 0,-3 2 1,2-1-1,-1 0-57,2 1 1,-2-3 0,4 5 0,0-1-116,0 1 1,5-5 0,6 3-1,2-1-98,5 0 1,4 0-1,6-4 1,1-1 239,-1-3 0,-1 1 1,-1-3-1,-1-1 106,1 1 1,5 3 0,2 0 0,1 1 31,-1 2 0,-5 5 0,-7 3 0,1 2-581,3 2 0,-2-2 1,2-1-1,1-2 200,1-2 1,0 0 0,-2-2 0,-5 1 123,-2-2 0,-1-2 0,0-2 0,0-4 81,0 0 1,0 2 0,-2-2 0,-2-1 52,-4 1 0,-2 2 0,-3-3 0,-3 2-65,-4 3 1,-2-3 0,-1 1-157,0 1 0,-1 2 1,1 1-107,-1 0 0,1 0 0,0 0 0,-1 0-88,1 0 1,-1 0-1,1 0-110,0 0 0,-1 0-388,1 0 0,-6 1-864,-2 3 1485,-2 2 1,-39 6-1,-8 0 1</inkml:trace>
  <inkml:trace contextRef="#ctx0" brushRef="#br1" timeOffset="35">12016 10182 18573,'-3'-12'-2520,"-1"0"1,0 1 1692,4-1 966,0 6 0,1 1 0,2 6 19,1 3 0,5 1 0,0 4 0,4-1-77,2 1 0,6 1 0,-2 2 0,3-1-15,1 1 1,6-1 0,2 1 0,2 0 34,2-1 0,-4-3 0,0 0 0,0 1-192,-2 1 1,4 2 0,-6-1-1,-1 1 225,-2 0 1,-1 3 0,1 2 0,-3 0-159,-1-1 1,-3 4 0,-7-4-1,-2 1-138,-5 0 1,-1-2 0,-2-3-1,-2 0 158,-1-1 1,0 0-1,-5-2 1,-1-2 196,-1 2 0,-6-2 0,1 1 0,0 1 46,-2 1 0,-1 2 1,-4-1-1,1 1 28,2-1 0,-1 1 0,-3 0 1,0-1-81,0 1 0,0 3 1,-2 2-1,-1 1-92,-1 3 1,-8 1 0,3 1 0,1 0-283,1 0 1,5-3-1,4-2 1,4-1-15,4-3 241,4-1 0,9-7 0,0-1 0</inkml:trace>
  <inkml:trace contextRef="#ctx0" brushRef="#br0" timeOffset="36">30256 10530 7767,'-12'-5'20,"2"-3"1,1-1 10,1 1 0,2 2 0,-4 3 517,3-1 201,4 0 0,-1 4-205,8 0 0,3-1 0,6-1 0,1-2-197,1 1 1,6 1-1,-2-1 1,4-1-153,4 2 0,3-4 1,6 2-1,2 1-85,0-3 1,8 5 0,-1-4 0,8 1-177,7 0 0,0-1 0,-25 4 0,0 0 0,0-1 0,0 0-50,-1 0 0,-1 1 0,30 0 1,2-1-1,-2 0 84,-2-2 0,-3 0 0,-4 4 0,-4 0 14,-2 0 1,-2-1 0,2-2-1,1-1 77,2 2 1,1 1 0,-5 1 0,-6 1-205,-3 3 1,-4-3 0,3 4 0,0-1-24,2 0 1,-6 0-1,-6-4 1,-4 0-108,-3 0 0,-3 0 79,-6 0 1,1 0 0,-1 0 0,1 0 0,0-2-309,-1-1 0,1 1 0,-1-2-1369,1 3 1873,-5 1 0,-7-5 0,-7-1 0</inkml:trace>
  <inkml:trace contextRef="#ctx0" brushRef="#br0" timeOffset="37">31962 10321 6536,'5'-10'1792,"3"1"-1395,3 1 1,0 5-1,1-1-44,-1 3 1,5 1-1,-1 0 1,0 1-203,-3 3 0,1-1 0,3 3 1,2 1-157,0-1 0,4 2 1,-3 2-1,3-1-19,1-1 1,2-4 0,1 4 0,1-1-84,-1 0 1,-6 2 0,0-4 0,-1 0 37,-1 0 0,-1 3 1,-7-3-1,-1 0 145,-1 1 0,-6-1 29,2-1 0,-4-3-47,-4 3 1,2 1 0,-6 0 0,-2 0-41,-4 0 0,-3 3 0,-4-3 0,2 2 59,-2 2 1,-1-3 0,-1 2-1,0 1 40,0 1 0,1-2 0,1-2 0,3 1-67,1-1 1,-2 1 0,3 1 0,2-3 9,1 0 0,2-3 1,-1 6-1,0 0-35,1-2 1,-5 3-1,1-3 1,-1-1-63,0 0 1,1 4 0,-3-3 0,2 2-196,1 0 0,3-6 0,0 2-588,0-2 0,7 1-491,5 1 1311,0 0 0,31-24 0,1-6 0</inkml:trace>
  <inkml:trace contextRef="#ctx0" brushRef="#br0" timeOffset="38">30511 9009 8072,'-12'-4'422,"1"0"0,1 2 1,1 7-1,2 6-5,2 7 0,-3 6 1,3 3-1,0 5-338,0 5 0,1 6 0,5 6 0,3 1-131,4-1 1,2-7-1,2-8 1,1-6-1745,2-8 1796,-2-3 0,14-36 0,-2-8 0</inkml:trace>
  <inkml:trace contextRef="#ctx0" brushRef="#br0" timeOffset="39">30604 8719 8060,'-12'-5'859,"2"-2"-216,2-4 1,4 3 0,8 1-376,4 2 1,2 1-1,2 4 1,1 0-76,2 0 0,3 0 1,6 0-1,0 0-121,3 0 1,0 2-1,7 0 1,2 2-302,0-1 1,4-2 0,-1 0 0,-2 2-6,-1 1 0,0 0 0,2-4 1,2 0-135,1 0 1,2 0 0,2 0 0,-3 0 164,-3 0 1,-4 0-1,-4 0 1,-4 0 176,-3 0 0,-2 0 1,-2 0 311,-5 0 1,-7 5 0,-5 1 95,-6 1 1,0 3 0,-3-2-29,1 2 1,-3 3 0,3 1-1,0 3 69,0 1 1,-4 4 0,0 9-1,-4 7-299,-3 6 1,-4 12 0,0 4-1,9-26 1,0-1-177,0 4 1,-1 1 0,0 3 0,-1 1 0,1 0 0,-1 0 0,-1-2 0,1-2-164,0-2 0,0-1 0,-1-2 0,-1-2 0,-13 24 0,1-5-129,2-6 1,5-3 0,9-15 0,4-4 343,3-5 0,13-25 0,4-6 0</inkml:trace>
  <inkml:trace contextRef="#ctx0" brushRef="#br1" timeOffset="40">17914 7848 30343,'-6'-5'-8092,"-3"2"6504,5-5 1,-1 6 1831,1-2 0,3 8 1,-5 2-832,1 1 1,3 2 0,-5-4 479,2 1 0,0-3 0,2 2-180,0 0 1,-1-19-1,4 0 1</inkml:trace>
  <inkml:trace contextRef="#ctx0" brushRef="#br1" timeOffset="41">24706 10890 28513,'-5'-18'-9808,"4"1"8260,-3 5 1,3 7 0,1 5 485,0 7 0,-4 3 0,0 2 831,1-1 0,-8 11 0,-2 3 0</inkml:trace>
  <inkml:trace contextRef="#ctx0" brushRef="#br1" timeOffset="42">17879 7918 30133,'-6'-2'-2819,"2"-2"1,3 2-1,1-6-351,0-1 1,-4 3 2477,0-2 1,-1 5 1051,1-1 1,-1 4 0,-4 3 81,1 1 0,6 5-935,-2-1 1,8 23-1,2 6 1</inkml:trace>
  <inkml:trace contextRef="#ctx0" brushRef="#br1" timeOffset="43">24962 13746 30413,'-12'-4'-2973,"0"0"0,5 0 3062,-1 4 0,5 2 0,-1 1-3131,3 5 2863,-4-3 1,-7 0-1,-6-5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46597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第 3 次课：三道题画出来是同一幅图，一排柱子和一条水平线。两道题削掉线上方的峰（cut the peaks），一道题填平线下方的谷（fill the valleys）。其中两道用 Binary Search 找这条线，第三道枚举每一个值。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Wheeling and Dealing 的完整解法只需要按花费分桶（每 100 个花费一块），全是数组和循环。课上讲思路、手算和分桶的代码。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没有第 3 步的 Greedy 规则只是猜测。AIO 的题通常猜规则很容易，证明才是真正的工作。整节课把第 3 步留在黑板上。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整节课都把这幅图留在黑板上。每道题都问：柱子是什么？这条线代表什么？
参考：Mundane Square：柱子 = 每列还缺的数量，线 = λ（削峰）；Wheeling and Dealing：柱子 = 每个对手的票数，线 = k − 1（削峰）；Prime Minister：柱子 = 右半边每个人的财富，线 = x（填谷）。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约 35 分钟。这是本次课的核心题，另外两道都拿来和它比较。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在黑板上写样例 1：K = 4，R = 6 8 3，C = 5 5 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提到 max-flow 只是让较强的学生知道这题在理论上属于哪一类，课上不讲。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换个角度看这道题：它其实是一个 max flow（最大流）问题。</a:t>
            </a:r>
          </a:p>
          <a:p>
            <a:r>
              <a:rPr lang="zh-CN" altLang="en-US"/>
              <a:t>建图：源点 S → 每一行 r_i，容量 R[i]（这一行要发出的总量）；每一行 r_i → 每一列 c_j，一条边对应一个格子，容量 K（格子里的数在 0 到 K 之间）；每一列 c_j → 汇点 T，容量 C[j]（这一列要收到的总量）。</a:t>
            </a:r>
          </a:p>
          <a:p>
            <a:r>
              <a:rPr lang="zh-CN" altLang="en-US"/>
              <a:t>中间边上的流量就是格子里的数：左边格子 (1, 3) = 3，对应右边 r1 → c3 的流量 3（橙色）。</a:t>
            </a:r>
          </a:p>
          <a:p>
            <a:r>
              <a:rPr lang="zh-CN" altLang="en-US"/>
              <a:t>结论：存在合法网格 ⇔ 从 S 到 T 的最大流 = ΣR = ΣC（样例 1 是 17），也就是所有 S 出边和 T 入边都被流满。</a:t>
            </a:r>
          </a:p>
          <a:p>
            <a:r>
              <a:rPr lang="zh-CN" altLang="en-US"/>
              <a:t>为什么不直接写 max flow：N² 条边、容量到 10⁹，超出 AIO 的范围也太慢。我们用 greedy + 水位线二分，算出的正是这样一个满流。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这是 Greedy 三步法的第 1 步：猜规则。下一页是第 3 步：exchange argument。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在右侧画一个 2×2 的子网格：当前行和第 r 行、第 i 列和第 j 列，四个格子分别标 +1/−1。K = 1 时这就是 Gale–Ryser 定理背后的构造。这份解答也用 max-flow 暴力对拍验证过。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指回水位线图的左半边：这就是"削峰"。上限 K 表示每一格最多削 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用样例 1 第 1 行演示水位线算法（K = 4，R[1] = 6，rem = 5 5 7）。</a:t>
            </a:r>
          </a:p>
          <a:p>
            <a:r>
              <a:rPr lang="zh-CN" altLang="en-US"/>
              <a:t>柱子高度 = 每一列还缺多少（rem）。蓝色虚线是水位 λ：线以上的部分（橙色）这一行发出去，但每列最多 K。</a:t>
            </a:r>
          </a:p>
          <a:p>
            <a:r>
              <a:rPr lang="zh-CN" altLang="en-US"/>
              <a:t>λ = 2：发 3 + 3 + 4 = 10，太多；第 3 列线以上有 5，但最多发 K = 4，所以有 1 格留在线以上（深色）。λ = 3：发 8，还是太多。λ = 4：发 5 ≤ 6，这是满足条件的最小 λ。</a:t>
            </a:r>
          </a:p>
          <a:p>
            <a:r>
              <a:rPr lang="zh-CN" altLang="en-US"/>
              <a:t>零头 6 − 5 = 1：给一个正好在水位线上、而且还没发满 K 的列。这里选第 1 列（紫色），第 1 行最终 = 2 1 3，rem 变成 3 4 4。</a:t>
            </a:r>
          </a:p>
          <a:p>
            <a:r>
              <a:rPr lang="zh-CN" altLang="en-US"/>
              <a:t>下方一行是 give(λ) 的值：λ 越大发得越少，单调递减，所以可以二分 λ，找第一个 give(λ) ≤ R[i] 的位置。</a:t>
            </a:r>
          </a:p>
          <a:p>
            <a:r>
              <a:rPr lang="zh-CN" altLang="en-US"/>
              <a:t>和上一页公式 x[j] = min(K, max(0, rem[j] − λ)) 一一对应；下一步就是第 2、3 行（见手算页）。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第 2 步常被误解：capacity 是这一行最多能发出多少（每格 ≤ K，也不超过该列还缺的数量）。如果连这个都小于 R[i]，这一行就填不满；如果 ≥ R[i]，说明有余量，由 λ 决定少发多少。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放映时按键（或点击）逐步显示红色答案：①λ = 3 行 ②λ = 4 行 ③λ ④零头和给哪一列 ⑤第 1 行 ⑥新的 rem。先让学生在纸上填，再一下一下揭晓。</a:t>
            </a:r>
          </a:p>
          <a:p>
            <a:r>
              <a:rPr lang="zh-CN" altLang="en-US"/>
              <a:t>答案：λ = 3：2 2 4 = 8 &gt; 6。λ = 4：1 1 3 = 5 ≤ 6。所以 λ = 4，零头 leftover = 1，给第 1 列（5 − 1 = 4 = λ，且 1 &lt; K）。第 1 行 = 2 1 3，rem = 3 4 4。</a:t>
            </a:r>
          </a:p>
          <a:p>
            <a:r>
              <a:rPr lang="zh-CN" altLang="en-US"/>
              <a:t>第 2 行（发 8）：λ = 0 得 11，λ = 1 得 2 3 3 = 8 → 第 2 行 = 2 3 3，rem = 1 1 1。</a:t>
            </a:r>
          </a:p>
          <a:p>
            <a:r>
              <a:rPr lang="zh-CN" altLang="en-US"/>
              <a:t>第 3 行（发 3）：1 1 1。输出 YES / 2 1 3 / 2 3 3 / 1 1 1（和样例输出不同，但题目接受任何合法的矩阵）。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 从 0 开始，r 取 rem[j] 的最大值。N 行 × 约 30 次二分 × N 列 ≈ 3×10^7，没问题。最多要输出 10^6 个数：每行结束时用一次 endl，不要每个数都 endl。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这一页回答两个问题：零头为什么一定分得完；分零头的代码怎么写。</a:t>
            </a:r>
          </a:p>
          <a:p>
            <a:r>
              <a:rPr lang="zh-CN" altLang="en-US"/>
              <a:t>1. 为什么分得完：λ 是满足 give(λ) ≤ R[i] 的最小值，所以 give(λ − 1) &gt; R[i]。把水位线从 λ 降到 λ − 1，只有"正好顶在线上、还没到 K"的列会多发 1 个（线以下的列不受影响；已经发满 K 的列也不能再多），所以 give(λ − 1) − give(λ) 正好等于这种列的个数。零头 left = R[i] − give(λ) &lt; give(λ − 1) − give(λ)，即零头个数少于这种列的个数，每列给 1 个就够了，而且每列最多多 1 个，不会超过 K。</a:t>
            </a:r>
          </a:p>
          <a:p>
            <a:r>
              <a:rPr lang="zh-CN" altLang="en-US"/>
              <a:t>样例 1 第 1 行：give(3) = 8 &gt; 6，give(4) = 5，零头 1；三列都正好在线上（rem − v = 4）且都没到 K，有 3 列可选，1 &lt; 3。</a:t>
            </a:r>
          </a:p>
          <a:p>
            <a:r>
              <a:rPr lang="zh-CN" altLang="en-US"/>
              <a:t>2. 代码逐行讲（给编码不熟的同学）：left 是零头；循环里先按公式算 v（削掉线以上的部分）；然后检查三件事：还有零头吗（left &gt; 0）？这一格还没满吗（v &lt; K）？削完后这一列正好在线上吗（rem[j] − v == lam）？三个都满足就多给 1 个：v ++，left --。最后把 v 写进答案 a[i][j]，并从 rem[j] 里减掉。</a:t>
            </a:r>
          </a:p>
          <a:p>
            <a:r>
              <a:rPr lang="zh-CN" altLang="en-US"/>
              <a:t>lam &gt; 0 只是保险：λ = 0 时 give(0) ≥ R[i] 且 give(0) ≤ R[i]，零头一定是 0。完整程序里循环后还有 if (left &gt; 0) 输出 NO，按上面的证明它永远不会触发，也只是保险。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提问：如果每个格子有自己的上限 K[i][j]，Greedy 还成立吗？
答案：不一定，这时需要真正的 max-flow。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复杂度回顾（N ≤ 1000，K, R[i], C[j] ≤ 10⁹）：</a:t>
            </a:r>
          </a:p>
          <a:p>
            <a:r>
              <a:rPr lang="zh-CN" altLang="en-US"/>
              <a:t>理论上这是 max-flow 问题，但 N² 条边、容量到 10⁹，远超 AIO 的范围。</a:t>
            </a:r>
          </a:p>
          <a:p>
            <a:r>
              <a:rPr lang="zh-CN" altLang="en-US"/>
              <a:t>Greedy 规则（每次给最缺的列）是对的，但一个单位一个单位地发，总量 ΣR 可达 10¹⁵ 级别，太慢。</a:t>
            </a:r>
          </a:p>
          <a:p>
            <a:r>
              <a:rPr lang="zh-CN" altLang="en-US"/>
              <a:t>关键：一整行一次发完——水位线 λ 越低发出越多，单调，所以对每一行二分 λ（约 30 次），每次 O(N)：总共 O(N² log C) ≈ 3×10⁷。这里 C = max C[j] ≤ 10⁹：rem[j] ≤ C[j]，所以 λ 的二分范围不超过 C，约 log₂10⁹ ≈ 30 轮。</a:t>
            </a:r>
          </a:p>
          <a:p>
            <a:r>
              <a:rPr lang="zh-CN" altLang="en-US"/>
              <a:t>输出：最多 10⁶ 个数（约 10 MB）。实测普通 cout（每行一个 endl）约 0.09 秒，1 秒时限内不需要优化。但可以借机提醒学生养成习惯：输出超过约 10⁵ 个数时，在 main 开头加 ios::sync_with_stdio(false); cin.tie(0);，换行用 "\n" 而不是 endl（endl 每次都会刷新缓冲区）；加了这一行后不要再混用 cin/cout 和 scanf/printf。配套代码已经这样写。</a:t>
            </a:r>
          </a:p>
          <a:p>
            <a:r>
              <a:rPr lang="zh-CN" altLang="en-US"/>
              <a:t>提问：Greedy 和 Binary Search 各自解决了什么？答案：Greedy 决定"给谁"，Binary Search 决定"一行给到哪个水位"。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约 20 分钟。注意这里不用 Binary Search：花费关于水位线不单调，这是和 Mundane Square 最主要的区别。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所以唯一的问题是：买哪些选民？
参考：让被买的选民都改投 1 号（对手少一票、1 号多一票），一定不比改投别人差。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Exchange argument：如果买了某个对手较贵的选民，却没买他更便宜的选民，换成便宜的，票数结果相同，花费更少。</a:t>
            </a:r>
          </a:p>
          <a:p>
            <a:r>
              <a:rPr lang="zh-CN" altLang="en-US"/>
              <a:t>注意 k 的含义：k 是 1 号票数的下限（至少 k 票），不是最终的确切票数。每个对手至多 k − 1 票、1 号至少 k 票，1 号就一定赢。被迫购买之后 1 号可能已经超过 k 票（手算页 k = 1 时有 7 票），这个方案仍然合法，只是不用再补买。为什么枚举所有 k 取最小就是答案：每个 k 给出的都是合法方案；而最优方案如果最终有 F 票、对手都 ≤ F − 1，它在 k = F 这一轮满足约束，greedy 的花费不会比它高。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放映时按键（或点击）逐步显示红色答案：①–⑤ k = 1 到 5 各一行。先让学生在纸上填，再一下一下揭晓。</a:t>
            </a:r>
          </a:p>
          <a:p>
            <a:r>
              <a:rPr lang="zh-CN" altLang="en-US"/>
              <a:t>答案（自编例子，已用解答程序验证）：</a:t>
            </a:r>
          </a:p>
          <a:p>
            <a:r>
              <a:rPr lang="zh-CN" altLang="en-US"/>
              <a:t>k = 1：两个对手都削到 0：1+2+5+9 + 3+3 = 23，我方 7 票。</a:t>
            </a:r>
          </a:p>
          <a:p>
            <a:r>
              <a:rPr lang="zh-CN" altLang="en-US"/>
              <a:t>k = 2：2 号削到 1（1+2+5），3 号削到 1（3）= 11，我方 5 票。</a:t>
            </a:r>
          </a:p>
          <a:p>
            <a:r>
              <a:rPr lang="zh-CN" altLang="en-US"/>
              <a:t>k = 3：2 号削到 2（1+2）= 3，我方 3 票。最优。</a:t>
            </a:r>
          </a:p>
          <a:p>
            <a:r>
              <a:rPr lang="zh-CN" altLang="en-US"/>
              <a:t>k = 4：2 号削到 3（1），我方 2 票，再补买剩下最便宜的 2 个（2+3）= 6。</a:t>
            </a:r>
          </a:p>
          <a:p>
            <a:r>
              <a:rPr lang="zh-CN" altLang="en-US"/>
              <a:t>k = 5：不用削，补买最便宜的 4 个（1+2+3+3）= 9。</a:t>
            </a:r>
          </a:p>
          <a:p>
            <a:r>
              <a:rPr lang="zh-CN" altLang="en-US"/>
              <a:t>花费依次是 23、11、3、6、9：两头都贵，关于 k 不单调，所以不能二分，只能枚举每个 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提问：为什么 Mundane 可以二分水位线，而 Wheeling 不行？
答案：指着花费 23、11、3、6、9：Wheeling 的花费关于 k 不单调；Mundane 中"这一行发出的总量"关于 λ 单调不增。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这一页讲清楚整个算法的开销：枚举每个目标 k（最多 M 个），每个 k 有两部分工作。</a:t>
            </a:r>
          </a:p>
          <a:p>
            <a:r>
              <a:rPr lang="zh-CN" altLang="en-US"/>
              <a:t>① 强制购买（forced buys）：把每个票数 ≥ k 的对手削到 k − 1，买他最便宜的选民。如果每个 k 都从头算，一个 k 最多要买 M 个，M 个 k 一共 O(M²) ≈ 10¹⁰，太慢。改进：k 从大到小扫。k 每减 1，每个需要削的对手只多买 1 个（他下一个最便宜的），之前买的不会退回，所以所有 k 加起来最多买 M 次，O(M)。</a:t>
            </a:r>
          </a:p>
          <a:p>
            <a:r>
              <a:rPr lang="zh-CN" altLang="en-US"/>
              <a:t>② 补买（top-up）：强制购买后 1 号还不到 k 票，就从剩下的池子里买最便宜的 t 个。如果每个 k 都把池子扫一遍或排序，一个 k 是 O(M)，总共 O(M²) ≈ 10¹⁰，也太慢。改进：花费 ≤ 10 000，把池子按花费分组，每 100 个花费一块，记下每块的人数和总和；求最便宜的 t 个时先整块跳，再在一块里逐个花费拿，每个 k 约 200 步，总共 O(M · √10 000) ≈ 2 × 10⁷。</a:t>
            </a:r>
          </a:p>
          <a:p>
            <a:r>
              <a:rPr lang="zh-CN" altLang="en-US"/>
              <a:t>总复杂度：开始时排序 O(M log M)，加上两部分，M = 100 000 时 1 秒内轻松通过。后面两页分别讲这两部分代码的写法。</a:t>
            </a:r>
          </a:p>
          <a:p>
            <a:r>
              <a:rPr lang="zh-CN" altLang="en-US"/>
              <a:t>Subtask 1–2（每个花费都是 $1）只需要计数；subtask 3（N, M ≤ 100）每个 k 从头算就够了。和 Codeforces 1019A "Elections" 是同一类题。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这一页讲 sweep 的写法，不逐行看代码，按步骤讲。</a:t>
            </a:r>
          </a:p>
          <a:p>
            <a:r>
              <a:rPr lang="zh-CN" altLang="en-US"/>
              <a:t>① 选民按（候选人, 花费）排序：对手 j 的选民挨在一起、从便宜到贵，是 a[st[j]] 到 a[st[j] + votes[j] − 1]。taken[j] 记从 j 那里已经买了几个，所以他下一个最便宜的就是 a[st[j] + taken[j]]，不需要再找。</a:t>
            </a:r>
          </a:p>
          <a:p>
            <a:r>
              <a:rPr lang="zh-CN" altLang="en-US"/>
              <a:t>② 对手按票数分组：head[c] 是票数恰好为 c 的对手列表（用 nx[] 串成链表）。</a:t>
            </a:r>
          </a:p>
          <a:p>
            <a:r>
              <a:rPr lang="zh-CN" altLang="en-US"/>
              <a:t>③ k 从 M 往下扫到 max(c1, 1)。到 k 时，票数恰好为 k 的对手开始需要被削，把他们加入 act；k 再变小他们仍然要削，所以 act 只增不减。</a:t>
            </a:r>
          </a:p>
          <a:p>
            <a:r>
              <a:rPr lang="zh-CN" altLang="en-US"/>
              <a:t>④ 对 act 里每个对手 j：他要剩 k − 1 票，就要被买走 votes[j] − (k − 1) 个；已经买了 taken[j] 个，不够就继续买下一个最便宜的，累加强制花费 fc、强制票数 fn，并把这个选民从池子里删掉。</a:t>
            </a:r>
          </a:p>
          <a:p>
            <a:r>
              <a:rPr lang="zh-CN" altLang="en-US"/>
              <a:t>⑤ 1 号现在有 have = c1 + fn 票。不够 k 就用 cheapest(k − have) 从池子里补最便宜的（池子人数不够就跳过这个 k），更新最小花费。</a:t>
            </a:r>
          </a:p>
          <a:p>
            <a:r>
              <a:rPr lang="zh-CN" altLang="en-US"/>
              <a:t>右边的表是程序在手算例子上实际算出的中间值（k 从 7 到 1）：k = 7、6、5 没有对手要削，全靠补买；k = 4 时 C2 加入，买他最便宜的 1，补买时池子里只剩 2、5、9、3、3，最便宜的 2 个是 2 + 3；k = 3 花费 3，是最小值；k = 2 时 C3 也加入。答案 3。</a:t>
            </a:r>
          </a:p>
          <a:p>
            <a:r>
              <a:rPr lang="zh-CN" altLang="en-US"/>
              <a:t>为什么是 O(M)：taken[j] 只增不减，每个选民最多被强制买一次；act 的遍历总次数是各对手票数之和 ≤ 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这一页讲按花费分组（分桶）的写法。</a:t>
            </a:r>
          </a:p>
          <a:p>
            <a:r>
              <a:rPr lang="zh-CN" altLang="en-US"/>
              <a:t>① 三个数组：cnt[c] 是池子里花费为 c 的选民人数；第 b 块包含花费 100b 到 100b + 99，bcnt[b] 是这一块的人数，bsum[b] 是这一块的花费总和。</a:t>
            </a:r>
          </a:p>
          <a:p>
            <a:r>
              <a:rPr lang="zh-CN" altLang="en-US"/>
              <a:t>② 加入或删除一个花费为 c 的选民：三个数组一起改，cnt[c]、bcnt[c / 100]、bsum[c / 100]。一开始把所有不投 1 号的选民加入；强制购买时删除。</a:t>
            </a:r>
          </a:p>
          <a:p>
            <a:r>
              <a:rPr lang="zh-CN" altLang="en-US"/>
              <a:t>③ cheapest(t) 第一步：从第 0 块往后走，这一块的人数还不够 t，就整块拿走（t 减去人数，sum 加上总和）。</a:t>
            </a:r>
          </a:p>
          <a:p>
            <a:r>
              <a:rPr lang="zh-CN" altLang="en-US"/>
              <a:t>④ cheapest(t) 第二步：走到某一块人数够了，就进入这一块，从花费 100b 开始往上，每个花费拿 min(cnt[c], t) 个，直到 t = 0。</a:t>
            </a:r>
          </a:p>
          <a:p>
            <a:r>
              <a:rPr lang="zh-CN" altLang="en-US"/>
              <a:t>例子：块里的人数依次是 3、2、4、5，t = 7：拿走第 0 块（3 个）和第 1 块（2 个），还差 2 个；第 2 块有 4 个 ≥ 2，进入第 2 块拿最便宜的 2 个。</a:t>
            </a:r>
          </a:p>
          <a:p>
            <a:r>
              <a:rPr lang="zh-CN" altLang="en-US"/>
              <a:t>为什么大约 200 步：最多走 101 块，再在一块里最多走 100 个花费。可以问学生：为什么块的大小取 100？（10 000 = 100 × 100，块数和块内长度都是 100，两段加起来最少。）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复杂度回顾（N, M ≤ 100 000，P[i] ≤ 10 000）：</a:t>
            </a:r>
          </a:p>
          <a:p>
            <a:r>
              <a:rPr lang="zh-CN" altLang="en-US"/>
              <a:t>暴力：枚举买哪些选民，2^M。</a:t>
            </a:r>
          </a:p>
          <a:p>
            <a:r>
              <a:rPr lang="zh-CN" altLang="en-US"/>
              <a:t>固定目标 k（1 号至少 k 票、每个对手至多 k − 1 票）之后，Greedy 告诉我们买哪些：每个对手削到 k − 1 票（买他最便宜的），不够再补买全局最便宜的。逐个 k 从头算是 O(M²) ≈ 10¹⁰。</a:t>
            </a:r>
          </a:p>
          <a:p>
            <a:r>
              <a:rPr lang="zh-CN" altLang="en-US"/>
              <a:t>关键：k 从大到小扫，被迫购买只增不减，每个选民最多被买一次；"剩下最便宜的 t 个"按花费分桶（每 100 个花费一块），每次最多约 200 步。总共 O(M · √10 000)。</a:t>
            </a:r>
          </a:p>
          <a:p>
            <a:r>
              <a:rPr lang="zh-CN" altLang="en-US"/>
              <a:t>注意：花费关于 k 不单调，所以不能二分，只能扫描每个 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约 20 分钟，之后这道题就是现场编码题。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在黑板上写样例 1：N = 5，K = 4，A = 1 2 5 6 9。答案 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搜索范围：[A[md], A[md] + K]。
提问：为什么 A[md] + K 是安全的上界？
答案：中位数要 ≥ x，至少要让 A[md] 这个人达到 x；就算把 K 全给他，也只能到 A[md] + 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放映时按键（或点击）逐步显示红色答案：①md ②右半边 ③搜索范围 ④–⑥ x = 6、7、8 各一行 ⑦答案。先让学生在纸上填，再一下一下揭晓。</a:t>
            </a:r>
          </a:p>
          <a:p>
            <a:r>
              <a:rPr lang="zh-CN" altLang="en-US"/>
              <a:t>答案：md = 3，右半边 5 6 9，搜索范围 [5, 9]。</a:t>
            </a:r>
          </a:p>
          <a:p>
            <a:r>
              <a:rPr lang="zh-CN" altLang="en-US"/>
              <a:t>x = 6：要补 1 0 0 → 1，可以。x = 7：2 1 0 → 3，可以。x = 8：3 2 0 → 5，不行。答案 7（找最后一个可行值 → 输出 r）。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和全班一起填这张表，一次填一列。
参考答案就是表中内容：柱子分别是右半边的财富 / 每列还缺的数量 / 每个对手的票数；动作分别是填谷 / 削峰（每格 ≤ K）/ 削峰；找水位线的方法分别是二分（最后一个 x）/ 二分（第一个 λ）/ 枚举每个 k；目标分别是最优化 / 判断有没有解并构造 / 最优化。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提问：两个函数分别朝哪个方向单调？分别找第一个还是最后一个可行值？
答案：Prime Minister：x 越大 cost 越大，找最后一个可行的 x（→ r）。Mundane：λ 越小 give 越大，找第一个满足 give(λ) ≤ R[i] 的 λ（→ l）。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复杂度回顾（N ≤ 200 000，K, A[i] ≤ 10⁹）：</a:t>
            </a:r>
          </a:p>
          <a:p>
            <a:r>
              <a:rPr lang="zh-CN" altLang="en-US"/>
              <a:t>模拟：每次把 $1 给右半边最穷的人，用堆 O(K log N)，K 可达 10⁹。</a:t>
            </a:r>
          </a:p>
          <a:p>
            <a:r>
              <a:rPr lang="zh-CN" altLang="en-US"/>
              <a:t>枚举目标 x：x 最多比 A[md] 大 K，每个 x 检查 O(N)，O(K·N)。</a:t>
            </a:r>
          </a:p>
          <a:p>
            <a:r>
              <a:rPr lang="zh-CN" altLang="en-US"/>
              <a:t>关键：Greedy 说明只需要把右半边补到 x；"中位数能否达到 x"关于 x 单调，二分约 30 次，每次 O(N)：O(N log K) ≈ 6×10⁶。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常见 bug：给整个数组补钱，而不是只补右半边；int 溢出（A[md] + K 可达 2×10^9）；输出 l 而不是 r。
样例答案：7、6、2。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指出：到目前为止 9 道题中有 6 道用了 Binary Search。下次课会加一个新工具 Sparse Table，以及整个课程最难的题。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下次课：Sparse Table、Robot Writing 和 Beach Umbrellas。
第 3 题参考答案：如果每格上限 K[i][j] 不同，"优先给需求最大的列"就不一定对了（某些列在某些行的上限很小），一般需要 max-flow。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课外读物：用 Fenwick tree（树状数组，Binary Indexed Tree）实现 Wheeling and Dealing 的"补买"（top-up）。课上用的是按花费分块（每 100 个花费一块），这里介绍另一种做法，学有余力的同学看。</a:t>
            </a:r>
          </a:p>
          <a:p>
            <a:r>
              <a:rPr lang="zh-CN" altLang="en-US"/>
              <a:t>把池子看成一个按花费计数的数组：cnt[c] = 池子里花费为 c 的选民个数。"最便宜的 t 个之和"就是从花费小的往大走，把计数累加起来（prefix count），直到凑够 t 个。</a:t>
            </a:r>
          </a:p>
          <a:p>
            <a:r>
              <a:rPr lang="zh-CN" altLang="en-US"/>
              <a:t>图中例子：cnt = 2 0 1 3 0 2 1 1（花费 1 到 8），前缀计数 = 2 2 3 6 6 8 9 10。t = 5：前缀计数第一次 ≥ 5 是在花费 4，所以取花费 1 的 2 个、花费 3 的 1 个、花费 4 的 2 个，和 = 1 + 1 + 3 + 4 + 4 = 13。</a:t>
            </a:r>
          </a:p>
          <a:p>
            <a:r>
              <a:rPr lang="zh-CN" altLang="en-US"/>
              <a:t>难点在于池子一直在变：强制购买会把选民移出池子。所以需要两种操作都快：改一个 cnt[c]；沿前缀和走到第 t 个。</a:t>
            </a:r>
          </a:p>
          <a:p>
            <a:r>
              <a:rPr lang="zh-CN" altLang="en-US"/>
              <a:t>表格：普通数组改是 O(1)，但走前缀和要 O(C)；分块是 O(1) 和 O(√C)；Fenwick tree 两种操作都是 O(log C)。</a:t>
            </a:r>
          </a:p>
          <a:p>
            <a:r>
              <a:rPr lang="zh-CN" altLang="en-US"/>
              <a:t>提问：如果没有修改，只要一次查询，最简单的做法是什么？答案：先把池子排序，再求一次前缀和就行。Fenwick tree 的价值在于"边改边查"。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Fenwick tree 的结构：一个数组 tree[1..C]，每个位置存一段连续区间的和。</a:t>
            </a:r>
          </a:p>
          <a:p>
            <a:r>
              <a:rPr lang="zh-CN" altLang="en-US"/>
              <a:t>lowbit(i) = i &amp; (−i)，就是 i 的二进制里最低的那个 1 代表的数。例如 6 = 0110，lowbit = 2；12 = 1100，lowbit = 4；8 = 1000，lowbit = 8；奇数的 lowbit 都是 1。</a:t>
            </a:r>
          </a:p>
          <a:p>
            <a:r>
              <a:rPr lang="zh-CN" altLang="en-US"/>
              <a:t>tree[i] 存的是"以 i 结尾、长度为 lowbit(i) 的那一段"的和，即 cnt[i − lowbit(i) + 1] + … + cnt[i]。图中每个色块就是一个 tree[i] 管的范围：奇数位置只管自己，tree[2] 管 1..2，tree[4] 管 1..4，tree[8] 管 1..8，tree[12] 管 9..12，以此类推。</a:t>
            </a:r>
          </a:p>
          <a:p>
            <a:r>
              <a:rPr lang="zh-CN" altLang="en-US"/>
              <a:t>关键性质：任何前缀 1..x 都能拆成不超过 log C 个这样的块。例如 1..13 = tree[8]（1..8）+ tree[12]（9..12）+ tree[13]（13）。</a:t>
            </a:r>
          </a:p>
          <a:p>
            <a:r>
              <a:rPr lang="zh-CN" altLang="en-US"/>
              <a:t>为什么 i &amp; (−i) 能取出最低位的 1：在补码里 −i = ~i + 1，最低位 1 以下全变成 0、以上全部取反，与 i 按位与之后只剩那一位。</a:t>
            </a:r>
          </a:p>
          <a:p>
            <a:r>
              <a:rPr lang="zh-CN" altLang="en-US"/>
              <a:t>提问：tree[10] 管哪一段？答案：10 = 1010，lowbit = 2，管 9..10。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两个基本操作，都是沿着 lowbit 跳。</a:t>
            </a:r>
          </a:p>
          <a:p>
            <a:r>
              <a:rPr lang="zh-CN" altLang="en-US"/>
              <a:t>修改 cnt[5]（加 d）：所有"管到 5"的块都要加 d。从 i = 5 开始，每次 i += lowbit(i)：5 → 6 → 8 → 16。对照左图，橙色的块正好是包含位置 5 的所有块。</a:t>
            </a:r>
          </a:p>
          <a:p>
            <a:r>
              <a:rPr lang="zh-CN" altLang="en-US"/>
              <a:t>求前缀和 cnt[1..13]：从 i = 13 开始，每次 i −= lowbit(i)：13 → 12 → 8 → 0。对照右图，tree[13]（13）、tree[12]（9..12）、tree[8]（1..8）正好拼成 1..13。</a:t>
            </a:r>
          </a:p>
          <a:p>
            <a:r>
              <a:rPr lang="zh-CN" altLang="en-US"/>
              <a:t>为什么是 O(log C)：往下跳每次去掉最低位的 1，最多 log C 次；往上跳每次最低位的 1 往高位进，最多也是 log C 次。</a:t>
            </a:r>
          </a:p>
          <a:p>
            <a:r>
              <a:rPr lang="zh-CN" altLang="en-US"/>
              <a:t>代码只有几行，背下来即可。注意下标从 1 开始（下标 0 会让 i &amp; (−i) = 0，死循环）。</a:t>
            </a:r>
          </a:p>
          <a:p>
            <a:r>
              <a:rPr lang="zh-CN" altLang="en-US"/>
              <a:t>练习：写出修改 cnt[3] 时经过的下标（3 → 4 → 8 → 16），以及求 cnt[1..11] 时经过的下标（11 → 10 → 8）。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找"最便宜的 t 个之和"：在 Fenwick tree 上从高位往低位走（也叫 Fenwick 上的二分 / binary lifting）。</a:t>
            </a:r>
          </a:p>
          <a:p>
            <a:r>
              <a:rPr lang="zh-CN" altLang="en-US"/>
              <a:t>做法：pos 从 0 开始。依次尝试步长 2^k（k 从大到小）。如果 tree[pos + 2^k] 这一块里的选民数 &lt; t，说明这一整块都要买：pos 跳过去，t 减去这一块的个数，sum 加上这一块的花费和。否则不跳（这一块太多了，答案在这一块里面）。</a:t>
            </a:r>
          </a:p>
          <a:p>
            <a:r>
              <a:rPr lang="zh-CN" altLang="en-US"/>
              <a:t>为什么只看一个格子就够：pos 每次都是 2 的幂之和，pos + 2^k 的 lowbit 正好是 2^k，所以 tree[pos + 2^k] 管的恰好是 pos+1 .. pos+2^k 这一段，就是"接下来的 2^k 个花费"。</a:t>
            </a:r>
          </a:p>
          <a:p>
            <a:r>
              <a:rPr lang="zh-CN" altLang="en-US"/>
              <a:t>例子（cnt = 2 0 1 3 0 2 1 1，t = 5）：</a:t>
            </a:r>
          </a:p>
          <a:p>
            <a:r>
              <a:rPr lang="zh-CN" altLang="en-US"/>
              <a:t>k = 3：tree[8] 管 1..8，有 10 个 ≥ 5，不跳。</a:t>
            </a:r>
          </a:p>
          <a:p>
            <a:r>
              <a:rPr lang="zh-CN" altLang="en-US"/>
              <a:t>k = 2：tree[4] 管 1..4，有 6 个 ≥ 5，不跳。</a:t>
            </a:r>
          </a:p>
          <a:p>
            <a:r>
              <a:rPr lang="zh-CN" altLang="en-US"/>
              <a:t>k = 1：tree[2] 管 1..2，有 2 个 &lt; 5，整块买下：pos = 2，t = 3，sum = 2（两个花费 1）。</a:t>
            </a:r>
          </a:p>
          <a:p>
            <a:r>
              <a:rPr lang="zh-CN" altLang="en-US"/>
              <a:t>k = 0：tree[3] 管 3，有 1 个 &lt; 3，买下：pos = 3，t = 2，sum = 2 + 3 = 5。</a:t>
            </a:r>
          </a:p>
          <a:p>
            <a:r>
              <a:rPr lang="zh-CN" altLang="en-US"/>
              <a:t>结束时花费 1..pos 一共不到 t 个，剩下的 t = 2 个都在花费 pos + 1 = 4：总和 = 5 + 2 × 4 = 13，和第一页的答案一样。</a:t>
            </a:r>
          </a:p>
          <a:p>
            <a:r>
              <a:rPr lang="zh-CN" altLang="en-US"/>
              <a:t>要点：需要两棵 Fenwick tree，一棵存个数（决定跳不跳），一棵存花费和（跳的时候累加）。复杂度 O(log C)。如果改用"二分花费 + 每次 ask 前缀和"也可以，但是 O(log² C)。</a:t>
            </a:r>
          </a:p>
          <a:p>
            <a:r>
              <a:rPr lang="zh-CN" altLang="en-US"/>
              <a:t>注意数组大小要取 2 的幂（代码里取 2^14 = 16384 &gt; 10001），这样从最高位开始走才不会越界。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完整的 Fenwick 版补买代码，两个函数可以直接替换课上分块版的 add() 和 cheapest()，主程序（k 从大到小扫、强制购买）完全不用改。</a:t>
            </a:r>
          </a:p>
          <a:p>
            <a:r>
              <a:rPr lang="zh-CN" altLang="en-US"/>
              <a:t>fcnt 存个数、fsum 存花费和，两棵树同时更新。</a:t>
            </a:r>
          </a:p>
          <a:p>
            <a:r>
              <a:rPr lang="zh-CN" altLang="en-US"/>
              <a:t>下标 = 花费 + 1：花费可能是 0，而下标 0 在 Fenwick 里不能用（i &amp; (−i) = 0，循环不会动）。所以花费 c 放在下标 c + 1。走完之后，下标 1..pos 对应花费 0..pos − 1，剩下的 t 个都在下标 pos + 1，也就是花费 pos，所以最后加 t * pos。（上一页的例子花费从 1 开始、没有平移，所以那里写的是 pos + 1。）</a:t>
            </a:r>
          </a:p>
          <a:p>
            <a:r>
              <a:rPr lang="zh-CN" altLang="en-US"/>
              <a:t>数组大小取 2^14 = 16384，比 10001 个可能的花费大，而且是 2 的幂，从 k = LOG 开始走不会漏也不会越界。</a:t>
            </a:r>
          </a:p>
          <a:p>
            <a:r>
              <a:rPr lang="zh-CN" altLang="en-US"/>
              <a:t>调用前要保证 t ≤ 池子里的人数（主程序里已经判断 k − have &gt; pool 时跳过）。</a:t>
            </a:r>
          </a:p>
          <a:p>
            <a:r>
              <a:rPr lang="zh-CN" altLang="en-US"/>
              <a:t>完整程序在 Code 文件夹：2023_P5_Wheeling_and_Dealing_Fenwick.cpp，已经和分块版用 3000 组随机数据比对过，结果一致。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两种做法对比：分块每次补买约 200 步（O(√C)），Fenwick 约 15 步（O(log C)），但 Fenwick 每次修改也要 O(log C)。对 M = 10^5，分块总共约 2 × 10^7，Fenwick 约 3 × 10^6，都能轻松通过。</a:t>
            </a:r>
          </a:p>
          <a:p>
            <a:r>
              <a:rPr lang="zh-CN" altLang="en-US"/>
              <a:t>分块的优点：不用学新东西，不容易写错；缺点：要求值域小（这里花费 ≤ 10000）。</a:t>
            </a:r>
          </a:p>
          <a:p>
            <a:r>
              <a:rPr lang="zh-CN" altLang="en-US"/>
              <a:t>Fenwick tree 的优点：以后会反复用到。"会变的前缀和"、"动态集合里的第 k 小"、"逆序对计数"都是它的经典用法；AIIO 及以上的题目经常需要。</a:t>
            </a:r>
          </a:p>
          <a:p>
            <a:r>
              <a:rPr lang="zh-CN" altLang="en-US"/>
              <a:t>比赛建议：两种都能过时，写你最有把握一次写对的那种。</a:t>
            </a:r>
          </a:p>
          <a:p>
            <a:r>
              <a:rPr lang="zh-CN" altLang="en-US"/>
              <a:t>练习（答案）：逆序对计数。从左往右扫，对每个 A[j]，先用 ask 查已经出现的数里有多少个 ≤ A[j]，用已出现的个数 j − 1 减去它，就是以 j 结尾的逆序对数；然后 add(A[j], 1)。值域大时先离散化（排序后换成名次）。复杂度 O(N log N)。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.xml"/><Relationship Id="rId5" Type="http://schemas.openxmlformats.org/officeDocument/2006/relationships/hyperlink" Target="https://claude.ai/artifact/DZa2mivzr7GptrBmfKuanN" TargetMode="Externa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orac2.info/problem/1751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orac2.info/problem/1747/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0.png"/><Relationship Id="rId4" Type="http://schemas.openxmlformats.org/officeDocument/2006/relationships/hyperlink" Target="https://orac2.info/problem/1298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90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Relationship Id="rId9" Type="http://schemas.openxmlformats.org/officeDocument/2006/relationships/image" Target="../media/image9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2D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5968" y="1778000"/>
            <a:ext cx="4523232" cy="5959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lnSpc>
                <a:spcPts val="2340"/>
              </a:lnSpc>
              <a:buNone/>
            </a:pPr>
            <a:r>
              <a:rPr lang="en-US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 </a:t>
            </a:r>
            <a:r>
              <a:rPr lang="en-US" altLang="zh-CN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r>
              <a:rPr lang="zh-CN" altLang="en-US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ACHIEVERS</a:t>
            </a:r>
            <a:r>
              <a:rPr lang="zh-CN" altLang="en-US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</a:t>
            </a:r>
            <a:r>
              <a:rPr lang="en-US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</a:t>
            </a:r>
            <a:r>
              <a:rPr lang="en-US" altLang="zh-CN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</a:t>
            </a:r>
            <a:r>
              <a:rPr lang="zh-CN" altLang="en-US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400" b="1" kern="0" spc="15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/>
          </a:p>
        </p:txBody>
      </p:sp>
      <p:sp>
        <p:nvSpPr>
          <p:cNvPr id="4" name="Text 1"/>
          <p:cNvSpPr txBox="1"/>
          <p:nvPr/>
        </p:nvSpPr>
        <p:spPr>
          <a:xfrm>
            <a:off x="6855968" y="2514600"/>
            <a:ext cx="4523232" cy="2032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5093"/>
              </a:lnSpc>
              <a:buNone/>
            </a:pPr>
            <a:r>
              <a:rPr lang="en-US" sz="4850" b="1" kern="0" spc="10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AND THE WATER LEVEL</a:t>
            </a:r>
            <a:endParaRPr lang="en-US" sz="48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 · 2 HOURS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PLAN</a:t>
            </a:r>
            <a:endParaRPr lang="en-US" sz="390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903016"/>
          <a:ext cx="10566400" cy="4025900"/>
        </p:xfrm>
        <a:graphic>
          <a:graphicData uri="http://schemas.openxmlformats.org/drawingml/2006/table">
            <a:tbl>
              <a:tblPr/>
              <a:tblGrid>
                <a:gridCol w="21132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Technique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69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0:00–0:15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Greedy, exchange arguments, the water level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0:15–0:50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P6 Mundane Square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 + Binary Search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0:50–1:10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 P5 Wheeling and Dealing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 + try every level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37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1:10–1:30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P5 Prime Minister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search on the answer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1:30–1:55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coding: Prime Minister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program + samples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1:55–2:00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Recap and homework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700"/>
                        </a:lnSpc>
                        <a:buNone/>
                      </a:pPr>
                      <a:r>
                        <a:rPr lang="en-US" sz="22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22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CORE TECHNIQUES · GREEDY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GUESS A RULE, THEN PROVE IT IS SAFE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200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Guess the rule from small cases.</a:t>
            </a:r>
            <a:endParaRPr lang="en-US" sz="2400"/>
          </a:p>
        </p:txBody>
      </p:sp>
      <p:sp>
        <p:nvSpPr>
          <p:cNvPr id="5" name="Text 3"/>
          <p:cNvSpPr txBox="1"/>
          <p:nvPr/>
        </p:nvSpPr>
        <p:spPr>
          <a:xfrm>
            <a:off x="812800" y="2499916"/>
            <a:ext cx="11200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any best answer that breaks the rule.</a:t>
            </a:r>
            <a:endParaRPr lang="en-US" sz="2400"/>
          </a:p>
        </p:txBody>
      </p:sp>
      <p:sp>
        <p:nvSpPr>
          <p:cNvPr id="6" name="Text 4"/>
          <p:cNvSpPr txBox="1"/>
          <p:nvPr/>
        </p:nvSpPr>
        <p:spPr>
          <a:xfrm>
            <a:off x="812800" y="3096816"/>
            <a:ext cx="112003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Swap one piece so it follows the rule. If the answer is no worse, the rule is safe: an </a:t>
            </a: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 argument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400"/>
          </a:p>
        </p:txBody>
      </p:sp>
      <p:sp>
        <p:nvSpPr>
          <p:cNvPr id="7" name="Text 5"/>
          <p:cNvSpPr txBox="1"/>
          <p:nvPr/>
        </p:nvSpPr>
        <p:spPr>
          <a:xfrm>
            <a:off x="812800" y="4214416"/>
            <a:ext cx="11200384" cy="893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60"/>
              </a:lnSpc>
              <a:buNone/>
            </a:pPr>
            <a:r>
              <a:rPr lang="en-US" altLang="zh-CN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erve the tallest column first · buy each rival's cheapest voters · top up the poorest person.</a:t>
            </a:r>
            <a:endParaRPr lang="en-US" sz="210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PICTURE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COLUMNS AND A WATER LEVEL</a:t>
            </a:r>
            <a:endParaRPr lang="en-US" sz="3900"/>
          </a:p>
        </p:txBody>
      </p:sp>
      <p:pic>
        <p:nvPicPr>
          <p:cNvPr id="4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903016"/>
            <a:ext cx="10566400" cy="31922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2800" y="5298480"/>
            <a:ext cx="5292038" cy="78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the peaks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above the line</a:t>
            </a:r>
            <a:endParaRPr lang="en-US" sz="2100"/>
          </a:p>
          <a:p>
            <a:pPr marL="0" indent="0" algn="l">
              <a:lnSpc>
                <a:spcPts val="2940"/>
              </a:lnSpc>
              <a:buNone/>
            </a:pP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Wheeling and Dealing</a:t>
            </a:r>
            <a:endParaRPr lang="en-US" sz="2100"/>
          </a:p>
        </p:txBody>
      </p:sp>
      <p:sp>
        <p:nvSpPr>
          <p:cNvPr id="6" name="Text 3"/>
          <p:cNvSpPr txBox="1"/>
          <p:nvPr/>
        </p:nvSpPr>
        <p:spPr>
          <a:xfrm>
            <a:off x="7075289" y="5298480"/>
            <a:ext cx="4562146" cy="78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the valleys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up to the line</a:t>
            </a:r>
            <a:endParaRPr lang="en-US" sz="2100"/>
          </a:p>
          <a:p>
            <a:pPr marL="0" indent="0" algn="l">
              <a:lnSpc>
                <a:spcPts val="2940"/>
              </a:lnSpc>
              <a:buNone/>
            </a:pP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</a:t>
            </a:r>
            <a:endParaRPr lang="en-US" sz="2100"/>
          </a:p>
        </p:txBody>
      </p:sp>
      <p:sp>
        <p:nvSpPr>
          <p:cNvPr id="7" name="Shape 4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627783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AIO PROBLEM 6</a:t>
            </a:r>
            <a:endParaRPr lang="en-US" sz="1950"/>
          </a:p>
        </p:txBody>
      </p:sp>
      <p:sp>
        <p:nvSpPr>
          <p:cNvPr id="4" name="Text 1"/>
          <p:cNvSpPr txBox="1"/>
          <p:nvPr/>
        </p:nvSpPr>
        <p:spPr>
          <a:xfrm>
            <a:off x="812800" y="2135783"/>
            <a:ext cx="11200384" cy="976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765"/>
              </a:lnSpc>
              <a:buNone/>
            </a:pPr>
            <a:r>
              <a:rPr lang="en-US" sz="6150" b="1" kern="0" spc="1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</a:t>
            </a:r>
            <a:endParaRPr lang="en-US" sz="6150"/>
          </a:p>
        </p:txBody>
      </p:sp>
      <p:sp>
        <p:nvSpPr>
          <p:cNvPr id="5" name="Text 2"/>
          <p:cNvSpPr txBox="1"/>
          <p:nvPr/>
        </p:nvSpPr>
        <p:spPr>
          <a:xfrm>
            <a:off x="812800" y="3223518"/>
            <a:ext cx="8077200" cy="797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grid with given row and column sums, every cell between 0 and K.</a:t>
            </a:r>
            <a:endParaRPr lang="en-US" sz="2550"/>
          </a:p>
        </p:txBody>
      </p:sp>
      <p:sp>
        <p:nvSpPr>
          <p:cNvPr id="6" name="Shape 3"/>
          <p:cNvSpPr/>
          <p:nvPr/>
        </p:nvSpPr>
        <p:spPr>
          <a:xfrm>
            <a:off x="812800" y="4201418"/>
            <a:ext cx="2064445" cy="457200"/>
          </a:xfrm>
          <a:prstGeom prst="roundRect">
            <a:avLst>
              <a:gd name="adj" fmla="val 50000"/>
            </a:avLst>
          </a:prstGeom>
          <a:solidFill>
            <a:srgbClr val="DFE8EC"/>
          </a:solidFill>
          <a:ln w="12700">
            <a:solidFill>
              <a:srgbClr val="0A405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4201418"/>
            <a:ext cx="206444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/>
          </a:p>
        </p:txBody>
      </p:sp>
      <p:sp>
        <p:nvSpPr>
          <p:cNvPr id="8" name="Shape 5"/>
          <p:cNvSpPr/>
          <p:nvPr/>
        </p:nvSpPr>
        <p:spPr>
          <a:xfrm>
            <a:off x="2991545" y="4201418"/>
            <a:ext cx="3250605" cy="457200"/>
          </a:xfrm>
          <a:prstGeom prst="roundRect">
            <a:avLst>
              <a:gd name="adj" fmla="val 50000"/>
            </a:avLst>
          </a:prstGeom>
          <a:solidFill>
            <a:srgbClr val="FDF0D6"/>
          </a:solidFill>
          <a:ln w="12700">
            <a:solidFill>
              <a:srgbClr val="E0960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2991545" y="4201418"/>
            <a:ext cx="325060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support</a:t>
            </a:r>
            <a:endParaRPr lang="en-US" sz="2100"/>
          </a:p>
        </p:txBody>
      </p:sp>
      <p:sp>
        <p:nvSpPr>
          <p:cNvPr id="10" name="Shape 7"/>
          <p:cNvSpPr/>
          <p:nvPr/>
        </p:nvSpPr>
        <p:spPr>
          <a:xfrm>
            <a:off x="6356449" y="4201418"/>
            <a:ext cx="163443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6356449" y="4201418"/>
            <a:ext cx="163443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endParaRPr lang="en-US" sz="2100"/>
          </a:p>
        </p:txBody>
      </p:sp>
      <p:sp>
        <p:nvSpPr>
          <p:cNvPr id="12" name="Shape 9"/>
          <p:cNvSpPr/>
          <p:nvPr/>
        </p:nvSpPr>
        <p:spPr>
          <a:xfrm>
            <a:off x="812800" y="4772918"/>
            <a:ext cx="187186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812800" y="4772918"/>
            <a:ext cx="187186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0096500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Build an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grid of integers 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whose row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sums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and column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sums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Print YES and the grid, or NO.</a:t>
                </a:r>
                <a:endParaRPr lang="en-US" sz="240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903016"/>
                <a:ext cx="10096500" cy="990481"/>
              </a:xfrm>
              <a:prstGeom prst="rect">
                <a:avLst/>
              </a:prstGeom>
              <a:blipFill>
                <a:blip r:embed="rId3"/>
                <a:stretch>
                  <a:fillRect l="-1757" t="-2500" r="-1757" b="-625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987477"/>
                <a:ext cx="10096500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endParaRPr lang="en-US" sz="2100"/>
              </a:p>
            </p:txBody>
          </p:sp>
        </mc:Choice>
        <mc:Fallback>
          <p:sp>
            <p:nvSpPr>
              <p:cNvPr id="5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2987477"/>
                <a:ext cx="10096500" cy="344805"/>
              </a:xfrm>
              <a:prstGeom prst="rect">
                <a:avLst/>
              </a:prstGeom>
              <a:blipFill>
                <a:blip r:embed="rId4"/>
                <a:stretch>
                  <a:fillRect l="-878" t="-32143" b="-32143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812800" y="3431977"/>
                <a:ext cx="10096500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Think of it as shipping: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row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sends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units, column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units, and each (row, column) pair carries at most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/>
              </a:p>
            </p:txBody>
          </p:sp>
        </mc:Choice>
        <mc:Fallback>
          <p:sp>
            <p:nvSpPr>
              <p:cNvPr id="6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3431977"/>
                <a:ext cx="10096500" cy="990481"/>
              </a:xfrm>
              <a:prstGeom prst="rect">
                <a:avLst/>
              </a:prstGeom>
              <a:blipFill>
                <a:blip r:embed="rId5"/>
                <a:stretch>
                  <a:fillRect l="-1757" t="-5128" b="-10256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EASY NOs FIRST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NECESSARY, BUT NOT ENOUGH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4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∑</m:t>
                    </m:r>
                    <m:r>
                      <a:rPr lang="en-US" sz="24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4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24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Sample 3: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but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NO.</a:t>
                </a:r>
                <a:endParaRPr lang="en-US" sz="240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903016"/>
                <a:ext cx="11200384" cy="518100"/>
              </a:xfrm>
              <a:prstGeom prst="rect">
                <a:avLst/>
              </a:prstGeom>
              <a:blipFill>
                <a:blip r:embed="rId3"/>
                <a:stretch>
                  <a:fillRect l="-1244" t="-4762" b="-16667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51509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Every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4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Sample 4: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NO.</a:t>
                </a:r>
                <a:endParaRPr lang="en-US" sz="2400"/>
              </a:p>
            </p:txBody>
          </p:sp>
        </mc:Choice>
        <mc:Fallback>
          <p:sp>
            <p:nvSpPr>
              <p:cNvPr id="5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2515096"/>
                <a:ext cx="11200384" cy="518100"/>
              </a:xfrm>
              <a:prstGeom prst="rect">
                <a:avLst/>
              </a:prstGeom>
              <a:blipFill>
                <a:blip r:embed="rId4"/>
                <a:stretch>
                  <a:fillRect l="-1584" t="-9524" b="-1190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812800" y="3127177"/>
                <a:ext cx="11200384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In general this is a max-flow problem, but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means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edges with capacities up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Too heavy, and outside AIO.</a:t>
                </a:r>
                <a:endParaRPr lang="en-US" sz="2400"/>
              </a:p>
            </p:txBody>
          </p:sp>
        </mc:Choice>
        <mc:Fallback>
          <p:sp>
            <p:nvSpPr>
              <p:cNvPr id="6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3127177"/>
                <a:ext cx="11200384" cy="990481"/>
              </a:xfrm>
              <a:prstGeom prst="rect">
                <a:avLst/>
              </a:prstGeom>
              <a:blipFill>
                <a:blip r:embed="rId5"/>
                <a:stretch>
                  <a:fillRect l="-1584" t="-3846" b="-10256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 txBox="1"/>
          <p:nvPr/>
        </p:nvSpPr>
        <p:spPr>
          <a:xfrm>
            <a:off x="812800" y="4211638"/>
            <a:ext cx="11200384" cy="55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953"/>
              </a:lnSpc>
              <a:buNone/>
            </a:pPr>
            <a:r>
              <a:rPr lang="en-US" sz="25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need a greedy rule.</a:t>
            </a:r>
            <a:endParaRPr lang="en-US" sz="255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57C62FF-193D-9725-0981-0397D17AD7C7}"/>
                  </a:ext>
                </a:extLst>
              </p14:cNvPr>
              <p14:cNvContentPartPr/>
              <p14:nvPr/>
            </p14:nvContentPartPr>
            <p14:xfrm>
              <a:off x="2805141" y="2888310"/>
              <a:ext cx="1986840" cy="9702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57C62FF-193D-9725-0981-0397D17AD7C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794341" y="2877506"/>
                <a:ext cx="2008080" cy="9914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8867CE75-9B6B-98B5-2530-CC2EEAB75D67}"/>
                  </a:ext>
                </a:extLst>
              </p14:cNvPr>
              <p14:cNvContentPartPr/>
              <p14:nvPr/>
            </p14:nvContentPartPr>
            <p14:xfrm>
              <a:off x="2828880" y="2917080"/>
              <a:ext cx="2045880" cy="91044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8867CE75-9B6B-98B5-2530-CC2EEAB75D6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812680" y="2900880"/>
                <a:ext cx="2078280" cy="942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ANOTHER VIEW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IS A FLOW NETWORK</a:t>
            </a:r>
            <a:endParaRPr lang="en-US" sz="3900"/>
          </a:p>
        </p:txBody>
      </p:sp>
      <p:pic>
        <p:nvPicPr>
          <p:cNvPr id="4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801416"/>
            <a:ext cx="10566400" cy="379809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2"/>
              <p:cNvSpPr txBox="1"/>
              <p:nvPr/>
            </p:nvSpPr>
            <p:spPr>
              <a:xfrm>
                <a:off x="812800" y="5751909"/>
                <a:ext cx="11200384" cy="32472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310"/>
                  </a:lnSpc>
                  <a:buNone/>
                </a:pPr>
                <a:r>
                  <a:rPr lang="en-US" sz="16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grid exists </a:t>
                </a:r>
                <a14:m>
                  <m:oMath xmlns:m="http://schemas.openxmlformats.org/officeDocument/2006/math">
                    <m:r>
                      <a:rPr lang="en-US" sz="165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⇔</m:t>
                    </m:r>
                  </m:oMath>
                </a14:m>
                <a:r>
                  <a:rPr lang="en-US" sz="16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max flow from </a:t>
                </a:r>
                <a14:m>
                  <m:oMath xmlns:m="http://schemas.openxmlformats.org/officeDocument/2006/math">
                    <m:r>
                      <a:rPr lang="en-US" sz="16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16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6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6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5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16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65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16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6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(17 here): every </a:t>
                </a:r>
                <a14:m>
                  <m:oMath xmlns:m="http://schemas.openxmlformats.org/officeDocument/2006/math">
                    <m:r>
                      <a:rPr lang="en-US" sz="16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16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-edge and </a:t>
                </a:r>
                <a14:m>
                  <m:oMath xmlns:m="http://schemas.openxmlformats.org/officeDocument/2006/math">
                    <m:r>
                      <a:rPr lang="en-US" sz="16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6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-edge full.</a:t>
                </a:r>
                <a:endParaRPr lang="en-US" sz="1650"/>
              </a:p>
            </p:txBody>
          </p:sp>
        </mc:Choice>
        <mc:Fallback>
          <p:sp>
            <p:nvSpPr>
              <p:cNvPr id="5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5751909"/>
                <a:ext cx="11200384" cy="324723"/>
              </a:xfrm>
              <a:prstGeom prst="rect">
                <a:avLst/>
              </a:prstGeom>
              <a:blipFill>
                <a:blip r:embed="rId4"/>
                <a:stretch>
                  <a:fillRect l="-1131" t="-19231" b="-23077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7CCBB945-DF17-60FE-C597-78B9D4F8E23E}"/>
              </a:ext>
            </a:extLst>
          </p:cNvPr>
          <p:cNvSpPr/>
          <p:nvPr/>
        </p:nvSpPr>
        <p:spPr>
          <a:xfrm>
            <a:off x="812800" y="6076632"/>
            <a:ext cx="4173220" cy="463550"/>
          </a:xfrm>
          <a:prstGeom prst="roundRect">
            <a:avLst>
              <a:gd name="adj" fmla="val 13699"/>
            </a:avLst>
          </a:prstGeom>
          <a:solidFill>
            <a:srgbClr val="E6F1F0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03BEA70A-2A2F-1B64-4962-2154CCE53BF2}"/>
              </a:ext>
            </a:extLst>
          </p:cNvPr>
          <p:cNvSpPr txBox="1"/>
          <p:nvPr/>
        </p:nvSpPr>
        <p:spPr>
          <a:xfrm>
            <a:off x="965200" y="6178232"/>
            <a:ext cx="3868420" cy="292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u="sng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Flow Lab ↗</a:t>
            </a:r>
            <a:endParaRPr lang="en-US" sz="170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0414801-E3FE-0FFC-4DB8-CDC3005AD013}"/>
                  </a:ext>
                </a:extLst>
              </p14:cNvPr>
              <p14:cNvContentPartPr/>
              <p14:nvPr/>
            </p14:nvContentPartPr>
            <p14:xfrm>
              <a:off x="1602000" y="2339280"/>
              <a:ext cx="10083960" cy="29415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0414801-E3FE-0FFC-4DB8-CDC3005AD01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580040" y="2323080"/>
                <a:ext cx="10121760" cy="29739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KEY OBSERVATION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ROW BY ROW: TALLEST COLUMN FIRST</a:t>
            </a:r>
            <a:endParaRPr lang="en-US" sz="3500"/>
          </a:p>
        </p:txBody>
      </p:sp>
      <p:sp>
        <p:nvSpPr>
          <p:cNvPr id="4" name="Shape 2"/>
          <p:cNvSpPr/>
          <p:nvPr/>
        </p:nvSpPr>
        <p:spPr>
          <a:xfrm>
            <a:off x="812800" y="1844675"/>
            <a:ext cx="11200384" cy="1225550"/>
          </a:xfrm>
          <a:prstGeom prst="roundRect">
            <a:avLst>
              <a:gd name="adj" fmla="val 4145"/>
            </a:avLst>
          </a:prstGeom>
          <a:solidFill>
            <a:srgbClr val="EEF3F6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1016000" y="1971675"/>
                <a:ext cx="10793984" cy="10201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825"/>
                  </a:lnSpc>
                  <a:buNone/>
                </a:pPr>
                <a:r>
                  <a:rPr lang="en-US" sz="25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Give each row's units to the columns that still need the </a:t>
                </a:r>
                <a:r>
                  <a:rPr lang="en-US" sz="25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most</a:t>
                </a:r>
                <a:r>
                  <a:rPr lang="en-US" sz="25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at most </a:t>
                </a:r>
                <a14:m>
                  <m:oMath xmlns:m="http://schemas.openxmlformats.org/officeDocument/2006/math">
                    <m:r>
                      <a:rPr lang="en-US" sz="25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5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per cell.</a:t>
                </a:r>
                <a:endParaRPr lang="en-US" sz="2550"/>
              </a:p>
            </p:txBody>
          </p:sp>
        </mc:Choice>
        <mc:Fallback>
          <p:sp>
            <p:nvSpPr>
              <p:cNvPr id="5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1971675"/>
                <a:ext cx="10793984" cy="1020128"/>
              </a:xfrm>
              <a:prstGeom prst="rect">
                <a:avLst/>
              </a:prstGeom>
              <a:blipFill>
                <a:blip r:embed="rId3"/>
                <a:stretch>
                  <a:fillRect l="-1882" t="-4938" r="-2588" b="-9877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812800" y="3209925"/>
                <a:ext cx="11200384" cy="1371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Why: a column that still needs a lot is the hardest to satisfy. Every later row can give it at most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and rows are running out. Columns that need little are easy to top up later.</a:t>
                </a:r>
                <a:endParaRPr lang="en-US" sz="2250"/>
              </a:p>
            </p:txBody>
          </p:sp>
        </mc:Choice>
        <mc:Fallback>
          <p:sp>
            <p:nvSpPr>
              <p:cNvPr id="6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3209925"/>
                <a:ext cx="11200384" cy="1371600"/>
              </a:xfrm>
              <a:prstGeom prst="rect">
                <a:avLst/>
              </a:prstGeom>
              <a:blipFill>
                <a:blip r:embed="rId4"/>
                <a:stretch>
                  <a:fillRect l="-1471" t="-2752" r="-1584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WHY IT IS SAFE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EXCHANGE ARGUMENT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106150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Suppose a valid grid gives this row's unit to column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(needs less) instead of column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(needs more, not yet at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).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903016"/>
                <a:ext cx="11106150" cy="928688"/>
              </a:xfrm>
              <a:prstGeom prst="rect">
                <a:avLst/>
              </a:prstGeom>
              <a:blipFill>
                <a:blip r:embed="rId3"/>
                <a:stretch>
                  <a:fillRect l="-1484" t="-4000" b="-80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928541"/>
                <a:ext cx="11106150" cy="4857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Column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needs more, so some later row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gave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more than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</p:txBody>
          </p:sp>
        </mc:Choice>
        <mc:Fallback>
          <p:sp>
            <p:nvSpPr>
              <p:cNvPr id="5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2928541"/>
                <a:ext cx="11106150" cy="485775"/>
              </a:xfrm>
              <a:prstGeom prst="rect">
                <a:avLst/>
              </a:prstGeom>
              <a:blipFill>
                <a:blip r:embed="rId4"/>
                <a:stretch>
                  <a:fillRect l="-1484" t="-7692" b="-17949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812800" y="3511153"/>
                <a:ext cx="11106150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Swap: this row moves one unit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; row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moves one unit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All row and column sums stay the same.</a:t>
                </a:r>
                <a:endParaRPr lang="en-US" sz="2250"/>
              </a:p>
            </p:txBody>
          </p:sp>
        </mc:Choice>
        <mc:Fallback>
          <p:sp>
            <p:nvSpPr>
              <p:cNvPr id="6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3511153"/>
                <a:ext cx="11106150" cy="928688"/>
              </a:xfrm>
              <a:prstGeom prst="rect">
                <a:avLst/>
              </a:prstGeom>
              <a:blipFill>
                <a:blip r:embed="rId5"/>
                <a:stretch>
                  <a:fillRect l="-1484" t="-4054" b="-9459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 txBox="1"/>
          <p:nvPr/>
        </p:nvSpPr>
        <p:spPr>
          <a:xfrm>
            <a:off x="812800" y="4536678"/>
            <a:ext cx="11106150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if any answer exists, the greedy finds one.</a:t>
            </a:r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MAKING IT FAST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WATER-FILLING: BINARY SEARCH THE LEVEL</a:t>
            </a:r>
            <a:endParaRPr lang="en-US" sz="3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844675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One unit at a time is too slow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up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). Treat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rem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(what column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still needs) as column heights and cut everything above a level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844675"/>
                <a:ext cx="11200384" cy="928688"/>
              </a:xfrm>
              <a:prstGeom prst="rect">
                <a:avLst/>
              </a:prstGeom>
              <a:blipFill>
                <a:blip r:embed="rId3"/>
                <a:stretch>
                  <a:fillRect l="-1471" t="-4054" b="-9459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hape 3"/>
          <p:cNvSpPr/>
          <p:nvPr/>
        </p:nvSpPr>
        <p:spPr>
          <a:xfrm>
            <a:off x="812800" y="2870200"/>
            <a:ext cx="11200384" cy="577850"/>
          </a:xfrm>
          <a:prstGeom prst="roundRect">
            <a:avLst>
              <a:gd name="adj" fmla="val 8791"/>
            </a:avLst>
          </a:prstGeom>
          <a:solidFill>
            <a:srgbClr val="EEF3F6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1016000" y="2971800"/>
                <a:ext cx="10793984" cy="4232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060"/>
                  </a:lnSpc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550" i="1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50" i="1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550" i="1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550" i="0">
                          <a:solidFill>
                            <a:srgbClr val="1F23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550" i="0">
                          <a:solidFill>
                            <a:srgbClr val="1F2328"/>
                          </a:solidFill>
                          <a:latin typeface="Cambria Math" panose="02040503050406030204" pitchFamily="18" charset="0"/>
                        </a:rPr>
                        <m:t>min</m:t>
                      </m:r>
                      <m:d>
                        <m:dPr>
                          <m:ctrlPr>
                            <a:rPr lang="en-US" sz="2550" i="1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550" i="1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550" i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550" i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  <m:d>
                            <m:dPr>
                              <m:ctrlPr>
                                <a:rPr lang="en-US" sz="25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5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sz="255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55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55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rem</m:t>
                                  </m:r>
                                </m:e>
                                <m:sub>
                                  <m:r>
                                    <a:rPr lang="en-US" sz="255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55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5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550"/>
              </a:p>
            </p:txBody>
          </p:sp>
        </mc:Choice>
        <mc:Fallback>
          <p:sp>
            <p:nvSpPr>
              <p:cNvPr id="6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971800"/>
                <a:ext cx="10793984" cy="423228"/>
              </a:xfrm>
              <a:prstGeom prst="rect">
                <a:avLst/>
              </a:prstGeom>
              <a:blipFill>
                <a:blip r:embed="rId4"/>
                <a:stretch>
                  <a:fillRect t="-23529" b="-1176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812800" y="3587750"/>
                <a:ext cx="11200384" cy="1371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Lower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more units sent: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monotone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Binary search the smallest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with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Hand the few leftover units, one each, to columns sitting exactly at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that are still below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</p:txBody>
          </p:sp>
        </mc:Choice>
        <mc:Fallback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3587750"/>
                <a:ext cx="11200384" cy="1371600"/>
              </a:xfrm>
              <a:prstGeom prst="rect">
                <a:avLst/>
              </a:prstGeom>
              <a:blipFill>
                <a:blip r:embed="rId5"/>
                <a:stretch>
                  <a:fillRect l="-1471" t="-40367" r="-113" b="-6422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WATER-FILLING, PICTURED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079500"/>
                <a:ext cx="11200384" cy="5778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025"/>
                  </a:lnSpc>
                  <a:buNone/>
                </a:pPr>
                <a:r>
                  <a:rPr lang="en-US" sz="35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SAMPLE 1, ROW 1: </a:t>
                </a:r>
                <a14:m>
                  <m:oMath xmlns:m="http://schemas.openxmlformats.org/officeDocument/2006/math">
                    <m:r>
                      <a:rPr lang="en-US" sz="35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35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5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35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SEND 6</a:t>
                </a:r>
                <a:endParaRPr lang="en-US" sz="3500"/>
              </a:p>
            </p:txBody>
          </p:sp>
        </mc:Choice>
        <mc:Fallback>
          <p:sp>
            <p:nvSpPr>
              <p:cNvPr id="3" name="Text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079500"/>
                <a:ext cx="11200384" cy="577850"/>
              </a:xfrm>
              <a:prstGeom prst="rect">
                <a:avLst/>
              </a:prstGeom>
              <a:blipFill>
                <a:blip r:embed="rId3"/>
                <a:stretch>
                  <a:fillRect l="-2376" t="-25532" b="-34043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0" descr="Diagra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743075"/>
            <a:ext cx="10566400" cy="426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ALGORITHM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ROW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094720" cy="29146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71475" indent="-371475">
                  <a:lnSpc>
                    <a:spcPts val="3713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∑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≠∑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NO. Start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rem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  <a:p>
                <a:pPr marL="371475" indent="-371475">
                  <a:lnSpc>
                    <a:spcPts val="3713"/>
                  </a:lnSpc>
                  <a:buSzPct val="100000"/>
                  <a:buFont typeface="+mj-lt"/>
                  <a:buAutoNum type="arabicPeriod"/>
                </a:pP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Capacity check: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</m:nary>
                    <m:d>
                      <m:d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50" i="0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250" i="0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rem</m:t>
                            </m:r>
                          </m:e>
                          <m:sub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is the most this row can send. If it is less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NO.</a:t>
                </a:r>
                <a:endParaRPr lang="en-US" sz="2250"/>
              </a:p>
              <a:p>
                <a:pPr marL="371475" indent="-371475">
                  <a:lnSpc>
                    <a:spcPts val="3713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Binary search the smallest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  <a:p>
                <a:pPr marL="371475" indent="-371475">
                  <a:lnSpc>
                    <a:spcPts val="3713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Fill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; hand out the leftover; subtract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rem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  <a:p>
                <a:pPr marL="371475" indent="-371475">
                  <a:lnSpc>
                    <a:spcPts val="3713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At the end every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rem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must be 0, else NO.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903016"/>
                <a:ext cx="11094720" cy="2914650"/>
              </a:xfrm>
              <a:prstGeom prst="rect">
                <a:avLst/>
              </a:prstGeom>
              <a:blipFill>
                <a:blip r:embed="rId3"/>
                <a:stretch>
                  <a:fillRect l="-1371" t="-2165" r="-571" b="-433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WORK IT BY HAND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1, ROW 1 (SEND 6)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4238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70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　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6 8 3　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5 5 7　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rem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5 5 7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852216"/>
                <a:ext cx="11200384" cy="423863"/>
              </a:xfrm>
              <a:prstGeom prst="rect">
                <a:avLst/>
              </a:prstGeom>
              <a:blipFill>
                <a:blip r:embed="rId3"/>
                <a:stretch>
                  <a:fillRect l="-792" t="-20000" b="-200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3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411016"/>
              <a:ext cx="10566399" cy="1435100"/>
            </p:xfrm>
            <a:graphic>
              <a:graphicData uri="http://schemas.openxmlformats.org/drawingml/2006/table">
                <a:tbl>
                  <a:tblPr/>
                  <a:tblGrid>
                    <a:gridCol w="16905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211345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25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oMath>
                            </m:oMathPara>
                          </a14:m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 1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 2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 3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total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25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sz="225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oMath>
                          </a14:m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67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3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411016"/>
              <a:ext cx="10566399" cy="1435100"/>
            </p:xfrm>
            <a:graphic>
              <a:graphicData uri="http://schemas.openxmlformats.org/drawingml/2006/table">
                <a:tbl>
                  <a:tblPr/>
                  <a:tblGrid>
                    <a:gridCol w="16905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211345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82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752" t="-5263" r="-526316" b="-2236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 1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 2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 3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total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01807" t="-5263" r="-602" b="-22368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762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762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3"/>
              <p:cNvSpPr txBox="1"/>
              <p:nvPr/>
            </p:nvSpPr>
            <p:spPr>
              <a:xfrm>
                <a:off x="812800" y="3985816"/>
                <a:ext cx="11200384" cy="10715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05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___   leftover = ___ → goes to column ___   row 1 = ___ ___ ___</a:t>
                </a:r>
                <a:endParaRPr lang="en-US" sz="2250"/>
              </a:p>
              <a:p>
                <a:pPr marL="0" indent="0" algn="l">
                  <a:lnSpc>
                    <a:spcPts val="4050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new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rem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___ ___ ___</a:t>
                </a:r>
                <a:endParaRPr lang="en-US" sz="2250"/>
              </a:p>
            </p:txBody>
          </p:sp>
        </mc:Choice>
        <mc:Fallback>
          <p:sp>
            <p:nvSpPr>
              <p:cNvPr id="6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3985816"/>
                <a:ext cx="11200384" cy="1071563"/>
              </a:xfrm>
              <a:prstGeom prst="rect">
                <a:avLst/>
              </a:prstGeom>
              <a:blipFill>
                <a:blip r:embed="rId5"/>
                <a:stretch>
                  <a:fillRect l="-1471" b="-6977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4"/>
          <p:cNvSpPr txBox="1"/>
          <p:nvPr/>
        </p:nvSpPr>
        <p:spPr>
          <a:xfrm>
            <a:off x="2501900" y="29464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8" name="Text 5"/>
          <p:cNvSpPr txBox="1"/>
          <p:nvPr/>
        </p:nvSpPr>
        <p:spPr>
          <a:xfrm>
            <a:off x="4191000" y="29464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9" name="Text 6"/>
          <p:cNvSpPr txBox="1"/>
          <p:nvPr/>
        </p:nvSpPr>
        <p:spPr>
          <a:xfrm>
            <a:off x="5886450" y="29464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/>
          </a:p>
        </p:txBody>
      </p:sp>
      <p:sp>
        <p:nvSpPr>
          <p:cNvPr id="10" name="Text 7"/>
          <p:cNvSpPr txBox="1"/>
          <p:nvPr/>
        </p:nvSpPr>
        <p:spPr>
          <a:xfrm>
            <a:off x="7575550" y="29464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50"/>
          </a:p>
        </p:txBody>
      </p:sp>
      <p:sp>
        <p:nvSpPr>
          <p:cNvPr id="11" name="Text 8"/>
          <p:cNvSpPr txBox="1"/>
          <p:nvPr/>
        </p:nvSpPr>
        <p:spPr>
          <a:xfrm>
            <a:off x="9264650" y="294640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50"/>
          </a:p>
        </p:txBody>
      </p:sp>
      <p:sp>
        <p:nvSpPr>
          <p:cNvPr id="12" name="Text 9"/>
          <p:cNvSpPr txBox="1"/>
          <p:nvPr/>
        </p:nvSpPr>
        <p:spPr>
          <a:xfrm>
            <a:off x="2501900" y="34099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5" name="Text 10"/>
          <p:cNvSpPr txBox="1"/>
          <p:nvPr/>
        </p:nvSpPr>
        <p:spPr>
          <a:xfrm>
            <a:off x="4191000" y="34099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14" name="Text 11"/>
          <p:cNvSpPr txBox="1"/>
          <p:nvPr/>
        </p:nvSpPr>
        <p:spPr>
          <a:xfrm>
            <a:off x="5886450" y="34099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/>
          </a:p>
        </p:txBody>
      </p:sp>
      <p:sp>
        <p:nvSpPr>
          <p:cNvPr id="15" name="Text 12"/>
          <p:cNvSpPr txBox="1"/>
          <p:nvPr/>
        </p:nvSpPr>
        <p:spPr>
          <a:xfrm>
            <a:off x="7575550" y="34099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/>
          </a:p>
        </p:txBody>
      </p:sp>
      <p:sp>
        <p:nvSpPr>
          <p:cNvPr id="16" name="Text 13"/>
          <p:cNvSpPr txBox="1"/>
          <p:nvPr/>
        </p:nvSpPr>
        <p:spPr>
          <a:xfrm>
            <a:off x="9264650" y="340995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/>
          </a:p>
        </p:txBody>
      </p:sp>
      <p:sp>
        <p:nvSpPr>
          <p:cNvPr id="17" name="Text 14"/>
          <p:cNvSpPr txBox="1"/>
          <p:nvPr/>
        </p:nvSpPr>
        <p:spPr>
          <a:xfrm>
            <a:off x="113030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/>
          </a:p>
        </p:txBody>
      </p:sp>
      <p:sp>
        <p:nvSpPr>
          <p:cNvPr id="18" name="Text 15"/>
          <p:cNvSpPr txBox="1"/>
          <p:nvPr/>
        </p:nvSpPr>
        <p:spPr>
          <a:xfrm>
            <a:off x="310515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19" name="Text 16"/>
          <p:cNvSpPr txBox="1"/>
          <p:nvPr/>
        </p:nvSpPr>
        <p:spPr>
          <a:xfrm>
            <a:off x="604520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20" name="Text 17"/>
          <p:cNvSpPr txBox="1"/>
          <p:nvPr/>
        </p:nvSpPr>
        <p:spPr>
          <a:xfrm>
            <a:off x="778510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21" name="Text 18"/>
          <p:cNvSpPr txBox="1"/>
          <p:nvPr/>
        </p:nvSpPr>
        <p:spPr>
          <a:xfrm>
            <a:off x="833755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22" name="Text 19"/>
          <p:cNvSpPr txBox="1"/>
          <p:nvPr/>
        </p:nvSpPr>
        <p:spPr>
          <a:xfrm>
            <a:off x="8896350" y="394335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/>
          </a:p>
        </p:txBody>
      </p:sp>
      <p:sp>
        <p:nvSpPr>
          <p:cNvPr id="23" name="Text 20"/>
          <p:cNvSpPr txBox="1"/>
          <p:nvPr/>
        </p:nvSpPr>
        <p:spPr>
          <a:xfrm>
            <a:off x="2082800" y="445770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/>
          </a:p>
        </p:txBody>
      </p:sp>
      <p:sp>
        <p:nvSpPr>
          <p:cNvPr id="24" name="Text 21"/>
          <p:cNvSpPr txBox="1"/>
          <p:nvPr/>
        </p:nvSpPr>
        <p:spPr>
          <a:xfrm>
            <a:off x="2635250" y="445770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/>
          </a:p>
        </p:txBody>
      </p:sp>
      <p:sp>
        <p:nvSpPr>
          <p:cNvPr id="25" name="Text 22"/>
          <p:cNvSpPr txBox="1"/>
          <p:nvPr/>
        </p:nvSpPr>
        <p:spPr>
          <a:xfrm>
            <a:off x="3194050" y="445770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/>
          </a:p>
        </p:txBody>
      </p:sp>
      <p:sp>
        <p:nvSpPr>
          <p:cNvPr id="26" name="Shape 2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5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CORE CODE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9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AND THE SEARCH</a:t>
                </a:r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blipFill>
                <a:blip r:embed="rId3"/>
                <a:stretch>
                  <a:fillRect l="-1923" t="-26923" b="-3461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hape 2"/>
          <p:cNvSpPr/>
          <p:nvPr/>
        </p:nvSpPr>
        <p:spPr>
          <a:xfrm>
            <a:off x="812800" y="1903016"/>
            <a:ext cx="5676900" cy="3746500"/>
          </a:xfrm>
          <a:prstGeom prst="roundRect">
            <a:avLst>
              <a:gd name="adj" fmla="val 1356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1022350" y="2061766"/>
            <a:ext cx="5888736" cy="2028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units this row sends at level lam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give(long long lam){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sum = 0;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j = 1; j &lt;= n; j ++)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sum += min(K, max(0LL, rem[j] - lam));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sum;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500"/>
          </a:p>
        </p:txBody>
      </p:sp>
      <p:sp>
        <p:nvSpPr>
          <p:cNvPr id="6" name="Shape 4"/>
          <p:cNvSpPr/>
          <p:nvPr/>
        </p:nvSpPr>
        <p:spPr>
          <a:xfrm>
            <a:off x="6743700" y="1903016"/>
            <a:ext cx="4635500" cy="3746500"/>
          </a:xfrm>
          <a:prstGeom prst="roundRect">
            <a:avLst>
              <a:gd name="adj" fmla="val 1356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6953250" y="2061766"/>
            <a:ext cx="4722368" cy="3457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(give(0) &lt; R[i]){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cout &lt;&lt; "NO" &lt;&lt; endl;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0;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first lam with give &lt;= R[i] → l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while (l &lt;= r){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mid = (l + r) / 2;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 (give(mid) &lt;= R[i])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r = mid - 1;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else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l = mid + 1;</a:t>
            </a:r>
            <a:endParaRPr lang="en-US" sz="150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50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CORE CODE 2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HANDING OUT THE LEFTOVER</a:t>
            </a:r>
            <a:endParaRPr lang="en-US" sz="3500"/>
          </a:p>
        </p:txBody>
      </p:sp>
      <p:sp>
        <p:nvSpPr>
          <p:cNvPr id="4" name="Text 2"/>
          <p:cNvSpPr txBox="1"/>
          <p:nvPr/>
        </p:nvSpPr>
        <p:spPr>
          <a:xfrm>
            <a:off x="812800" y="1793875"/>
            <a:ext cx="47117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always fits</a:t>
            </a:r>
            <a:endParaRPr lang="en-US" sz="1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174875"/>
                <a:ext cx="4667250" cy="185850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22885" indent="-222885">
                  <a:lnSpc>
                    <a:spcPts val="1890"/>
                  </a:lnSpc>
                  <a:buSzPct val="100000"/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sz="13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is the </a:t>
                </a:r>
                <a:r>
                  <a:rPr lang="en-US" sz="13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smallest</a:t>
                </a:r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level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  <m: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so one level lower sends too much: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3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350"/>
              </a:p>
              <a:p>
                <a:pPr marL="222885" indent="-222885">
                  <a:lnSpc>
                    <a:spcPts val="1890"/>
                  </a:lnSpc>
                  <a:buSzPct val="100000"/>
                  <a:buFont typeface="+mj-lt"/>
                  <a:buAutoNum type="arabicPeriod"/>
                </a:pPr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Lowering the line from </a:t>
                </a:r>
                <a14:m>
                  <m:oMath xmlns:m="http://schemas.openxmlformats.org/officeDocument/2006/math">
                    <m:r>
                      <a:rPr lang="en-US" sz="13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3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3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adds exactly </a:t>
                </a:r>
                <a:r>
                  <a:rPr lang="en-US" sz="13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1</a:t>
                </a:r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each column that sits on the line and is below </a:t>
                </a:r>
                <a14:m>
                  <m:oMath xmlns:m="http://schemas.openxmlformats.org/officeDocument/2006/math">
                    <m:r>
                      <a:rPr lang="en-US" sz="13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So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3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</m:oMath>
                </a14:m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number of such columns.</a:t>
                </a:r>
                <a:endParaRPr lang="en-US" sz="1350"/>
              </a:p>
              <a:p>
                <a:pPr marL="222885" indent="-222885">
                  <a:lnSpc>
                    <a:spcPts val="1890"/>
                  </a:lnSpc>
                  <a:buSzPct val="100000"/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left</m:t>
                    </m:r>
                    <m: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  <m: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3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3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</m:oMath>
                </a14:m>
                <a:r>
                  <a:rPr lang="en-US" sz="13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Fewer leftover units than such columns: one each is enough.</a:t>
                </a:r>
                <a:endParaRPr lang="en-US" sz="1350"/>
              </a:p>
            </p:txBody>
          </p:sp>
        </mc:Choice>
        <mc:Fallback>
          <p:sp>
            <p:nvSpPr>
              <p:cNvPr id="5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2174875"/>
                <a:ext cx="4667250" cy="1858506"/>
              </a:xfrm>
              <a:prstGeom prst="rect">
                <a:avLst/>
              </a:prstGeom>
              <a:blipFill>
                <a:blip r:embed="rId3"/>
                <a:stretch>
                  <a:fillRect l="-1897" t="-2041" r="-813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812800" y="4096246"/>
            <a:ext cx="4711700" cy="596900"/>
          </a:xfrm>
          <a:prstGeom prst="roundRect">
            <a:avLst>
              <a:gd name="adj" fmla="val 8511"/>
            </a:avLst>
          </a:prstGeom>
          <a:solidFill>
            <a:srgbClr val="EEF3F6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939800" y="4172446"/>
                <a:ext cx="4457700" cy="4683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750"/>
                  </a:lnSpc>
                  <a:buNone/>
                </a:pP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Sample 1, row 1: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1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sz="1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1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give</m:t>
                    </m:r>
                    <m:d>
                      <m:dPr>
                        <m:ctrlPr>
                          <a:rPr lang="en-US" sz="1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US" sz="1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left</m:t>
                    </m:r>
                    <m:r>
                      <a:rPr lang="en-US" sz="1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Columns on the line below </a:t>
                </a:r>
                <a14:m>
                  <m:oMath xmlns:m="http://schemas.openxmlformats.org/officeDocument/2006/math"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3 (all of them). </a:t>
                </a:r>
                <a14:m>
                  <m:oMath xmlns:m="http://schemas.openxmlformats.org/officeDocument/2006/math"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1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✓</a:t>
                </a:r>
                <a:endParaRPr lang="en-US" sz="1250"/>
              </a:p>
            </p:txBody>
          </p:sp>
        </mc:Choice>
        <mc:Fallback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4172446"/>
                <a:ext cx="4457700" cy="468313"/>
              </a:xfrm>
              <a:prstGeom prst="rect">
                <a:avLst/>
              </a:prstGeom>
              <a:blipFill>
                <a:blip r:embed="rId4"/>
                <a:stretch>
                  <a:fillRect l="-1989" t="-5263" b="-15789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5537200" y="1793875"/>
            <a:ext cx="5842000" cy="2892822"/>
          </a:xfrm>
          <a:prstGeom prst="roundRect">
            <a:avLst>
              <a:gd name="adj" fmla="val 1756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 txBox="1"/>
          <p:nvPr/>
        </p:nvSpPr>
        <p:spPr>
          <a:xfrm>
            <a:off x="5695950" y="1914525"/>
            <a:ext cx="6187440" cy="26743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left = R[i] - give(lam);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left = leftover, fewer than one layer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 (int j = 1; j &lt;= n; j ++){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v = min(K, max(0LL, rem[j] - lam));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</a:t>
            </a:r>
            <a:r>
              <a:rPr lang="en-US" sz="12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on the line and still room? one more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if (left &gt; 0 &amp;&amp; v &lt; K &amp;&amp; rem[j] - v == lam &amp;&amp; lam &gt; 0){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v ++;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left --;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a[i][j] = v;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rem[j] -= v;</a:t>
            </a:r>
            <a:r>
              <a:rPr lang="en-US" sz="120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// column j now needs less</a:t>
            </a:r>
            <a:endParaRPr lang="en-US" sz="120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8"/>
              <p:cNvSpPr txBox="1"/>
              <p:nvPr/>
            </p:nvSpPr>
            <p:spPr>
              <a:xfrm>
                <a:off x="5537200" y="4775597"/>
                <a:ext cx="6192520" cy="4647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740"/>
                  </a:lnSpc>
                  <a:buNone/>
                </a:pPr>
                <a:r>
                  <a:rPr lang="en-US" sz="12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v &lt; K</a:t>
                </a:r>
                <a:r>
                  <a:rPr lang="en-US" sz="12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the cell still has room. </a:t>
                </a:r>
                <a:r>
                  <a:rPr lang="en-US" sz="12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rem[j] − v == lam</a:t>
                </a:r>
                <a:r>
                  <a:rPr lang="en-US" sz="12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after the cut, the column sits exactly on the line. </a:t>
                </a:r>
                <a:r>
                  <a:rPr lang="en-US" sz="12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lam &gt; 0</a:t>
                </a:r>
                <a:r>
                  <a:rPr lang="en-US" sz="12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just a guard (at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2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2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there is never a leftover).</a:t>
                </a:r>
                <a:endParaRPr lang="en-US" sz="1200"/>
              </a:p>
            </p:txBody>
          </p:sp>
        </mc:Choice>
        <mc:Fallback>
          <p:sp>
            <p:nvSpPr>
              <p:cNvPr id="10" name="Text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7200" y="4775597"/>
                <a:ext cx="6192520" cy="464780"/>
              </a:xfrm>
              <a:prstGeom prst="rect">
                <a:avLst/>
              </a:prstGeom>
              <a:blipFill>
                <a:blip r:embed="rId5"/>
                <a:stretch>
                  <a:fillRect l="-1431" t="-5263" r="-1227" b="-10526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SCORING ROUTE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SUBTASKS AND COMMON MISTAKES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53848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Subtask ladder</a:t>
            </a:r>
            <a:endParaRPr lang="en-US" sz="255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379266"/>
                <a:ext cx="5334000" cy="263985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huge: one unit per row, any column still short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huge: fill in order; </a:t>
                </a:r>
                <a14:m>
                  <m:oMath xmlns:m="http://schemas.openxmlformats.org/officeDocument/2006/math"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∑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is enough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0/1 grid, tallest columns first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Small values: greedy one unit at a time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Full: water-filling + binary search</a:t>
                </a:r>
                <a:endParaRPr lang="en-US" sz="2100"/>
              </a:p>
            </p:txBody>
          </p:sp>
        </mc:Choice>
        <mc:Fallback>
          <p:sp>
            <p:nvSpPr>
              <p:cNvPr id="5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2379266"/>
                <a:ext cx="5334000" cy="2639854"/>
              </a:xfrm>
              <a:prstGeom prst="rect">
                <a:avLst/>
              </a:prstGeom>
              <a:blipFill>
                <a:blip r:embed="rId3"/>
                <a:stretch>
                  <a:fillRect l="-2613" t="-478" b="-2871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 4"/>
          <p:cNvSpPr txBox="1"/>
          <p:nvPr/>
        </p:nvSpPr>
        <p:spPr>
          <a:xfrm>
            <a:off x="6299200" y="1903016"/>
            <a:ext cx="53848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mistakes</a:t>
            </a:r>
            <a:endParaRPr lang="en-US" sz="255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6299200" y="2379266"/>
                <a:ext cx="5334000" cy="22132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Forgetting </a:t>
                </a:r>
                <a14:m>
                  <m:oMath xmlns:m="http://schemas.openxmlformats.org/officeDocument/2006/math"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∑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Filling columns in index order when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is small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Serving the column that needs the least</a:t>
                </a:r>
                <a:endParaRPr lang="en-US" sz="2100"/>
              </a:p>
              <a:p>
                <a:pPr marL="293370" indent="-293370">
                  <a:lnSpc>
                    <a:spcPts val="3360"/>
                  </a:lnSpc>
                  <a:buSzPct val="100000"/>
                  <a:buChar char="•"/>
                </a:pPr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One unit at a time on the full data</a:t>
                </a:r>
                <a:endParaRPr lang="en-US" sz="2100"/>
              </a:p>
            </p:txBody>
          </p:sp>
        </mc:Choice>
        <mc:Fallback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9200" y="2379266"/>
                <a:ext cx="5334000" cy="2213213"/>
              </a:xfrm>
              <a:prstGeom prst="rect">
                <a:avLst/>
              </a:prstGeom>
              <a:blipFill>
                <a:blip r:embed="rId4"/>
                <a:stretch>
                  <a:fillRect l="-2613" t="-571" b="-3429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 · COMPLEXITY RECAP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38"/>
              </a:lnSpc>
              <a:buNone/>
            </a:pPr>
            <a:r>
              <a:rPr lang="en-US" sz="325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LEVEL PER ROW, NOT ONE UNIT AT A TIME</a:t>
            </a:r>
            <a:endParaRPr lang="en-US" sz="325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757363"/>
              <a:ext cx="10566400" cy="276225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461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General max-flow on the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row–column edges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far too slow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outside AIO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Greedy, one unit at a time (tallest column first)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sz="2100" b="1" i="0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100" b="1" i="0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∑</m:t>
                                        </m:r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</m:d>
                                    <m:r>
                                      <m:rPr>
                                        <m:sty m:val="p"/>
                                      </m:rP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up to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15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Greedy, whole row at once: </a:t>
                          </a: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</a:t>
                          </a: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the water level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p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m:rPr>
                                        <m:sty m:val="p"/>
                                      </m:rP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2100" i="1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757363"/>
              <a:ext cx="10566400" cy="276225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" t="-62295" r="-92379" b="-209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far too slow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outside AIO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Greedy, one unit at a time (tallest column first)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7158" t="-165000" r="-118579" b="-1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85648" t="-165000" r="-463" b="-1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" t="-260656" r="-92379" b="-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7158" t="-260656" r="-118579" b="-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85648" t="-260656" r="-463" b="-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2"/>
              <p:cNvSpPr txBox="1"/>
              <p:nvPr/>
            </p:nvSpPr>
            <p:spPr>
              <a:xfrm>
                <a:off x="812800" y="4608513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375"/>
                  </a:lnSpc>
                  <a:buNone/>
                </a:pPr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greedy rule makes the problem solvable; Binary Search on the level makes each row cost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n-US" sz="2250" b="1" i="0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instead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steps.</a:t>
                </a:r>
                <a:endParaRPr lang="en-US" sz="2250"/>
              </a:p>
            </p:txBody>
          </p:sp>
        </mc:Choice>
        <mc:Fallback>
          <p:sp>
            <p:nvSpPr>
              <p:cNvPr id="5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608513"/>
                <a:ext cx="11200384" cy="900113"/>
              </a:xfrm>
              <a:prstGeom prst="rect">
                <a:avLst/>
              </a:prstGeom>
              <a:blipFill>
                <a:blip r:embed="rId4"/>
                <a:stretch>
                  <a:fillRect l="-1471" t="-2778" b="-11111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923455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 AIO PROBLEM 5</a:t>
            </a:r>
            <a:endParaRPr lang="en-US" sz="1950"/>
          </a:p>
        </p:txBody>
      </p:sp>
      <p:sp>
        <p:nvSpPr>
          <p:cNvPr id="4" name="Text 1"/>
          <p:cNvSpPr txBox="1"/>
          <p:nvPr/>
        </p:nvSpPr>
        <p:spPr>
          <a:xfrm>
            <a:off x="812800" y="2431455"/>
            <a:ext cx="11200384" cy="730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060"/>
              </a:lnSpc>
              <a:buNone/>
            </a:pPr>
            <a:r>
              <a:rPr lang="en-US" sz="4600" b="1" kern="0" spc="1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</a:t>
            </a:r>
            <a:endParaRPr lang="en-US" sz="4600"/>
          </a:p>
        </p:txBody>
      </p:sp>
      <p:sp>
        <p:nvSpPr>
          <p:cNvPr id="5" name="Text 2"/>
          <p:cNvSpPr txBox="1"/>
          <p:nvPr/>
        </p:nvSpPr>
        <p:spPr>
          <a:xfrm>
            <a:off x="812800" y="3302595"/>
            <a:ext cx="80772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picture: cut the tallest rivals down to a level.</a:t>
            </a:r>
            <a:endParaRPr lang="en-US" sz="2550"/>
          </a:p>
        </p:txBody>
      </p:sp>
      <p:sp>
        <p:nvSpPr>
          <p:cNvPr id="6" name="Shape 3"/>
          <p:cNvSpPr/>
          <p:nvPr/>
        </p:nvSpPr>
        <p:spPr>
          <a:xfrm>
            <a:off x="812800" y="3905845"/>
            <a:ext cx="2064445" cy="457200"/>
          </a:xfrm>
          <a:prstGeom prst="roundRect">
            <a:avLst>
              <a:gd name="adj" fmla="val 50000"/>
            </a:avLst>
          </a:prstGeom>
          <a:solidFill>
            <a:srgbClr val="DFE8EC"/>
          </a:solidFill>
          <a:ln w="12700">
            <a:solidFill>
              <a:srgbClr val="0A405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3905845"/>
            <a:ext cx="206444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/>
          </a:p>
        </p:txBody>
      </p:sp>
      <p:sp>
        <p:nvSpPr>
          <p:cNvPr id="8" name="Shape 5"/>
          <p:cNvSpPr/>
          <p:nvPr/>
        </p:nvSpPr>
        <p:spPr>
          <a:xfrm>
            <a:off x="2991545" y="3905845"/>
            <a:ext cx="4613672" cy="457200"/>
          </a:xfrm>
          <a:prstGeom prst="roundRect">
            <a:avLst>
              <a:gd name="adj" fmla="val 50000"/>
            </a:avLst>
          </a:prstGeom>
          <a:solidFill>
            <a:srgbClr val="E6F3F2"/>
          </a:solidFill>
          <a:ln w="12700">
            <a:solidFill>
              <a:srgbClr val="3E9A9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2991545" y="3905845"/>
            <a:ext cx="461367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support (bucket sums)</a:t>
            </a:r>
            <a:endParaRPr lang="en-US" sz="2100"/>
          </a:p>
        </p:txBody>
      </p:sp>
      <p:sp>
        <p:nvSpPr>
          <p:cNvPr id="10" name="Shape 7"/>
          <p:cNvSpPr/>
          <p:nvPr/>
        </p:nvSpPr>
        <p:spPr>
          <a:xfrm>
            <a:off x="812800" y="4477345"/>
            <a:ext cx="200531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812800" y="4477345"/>
            <a:ext cx="200531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endParaRPr lang="en-US" sz="2100"/>
          </a:p>
        </p:txBody>
      </p:sp>
      <p:sp>
        <p:nvSpPr>
          <p:cNvPr id="12" name="Shape 9"/>
          <p:cNvSpPr/>
          <p:nvPr/>
        </p:nvSpPr>
        <p:spPr>
          <a:xfrm>
            <a:off x="2932410" y="4477345"/>
            <a:ext cx="187186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2932410" y="4477345"/>
            <a:ext cx="187186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0601325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candidates,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voters. Voter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plans to vote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; paying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makes them vote for anyone you like.</a:t>
                </a:r>
                <a:endParaRPr lang="en-US" sz="240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903016"/>
                <a:ext cx="10601325" cy="990481"/>
              </a:xfrm>
              <a:prstGeom prst="rect">
                <a:avLst/>
              </a:prstGeom>
              <a:blipFill>
                <a:blip r:embed="rId3"/>
                <a:stretch>
                  <a:fillRect l="-1675" t="-2500" b="-75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3"/>
          <p:cNvSpPr txBox="1"/>
          <p:nvPr/>
        </p:nvSpPr>
        <p:spPr>
          <a:xfrm>
            <a:off x="812800" y="2987477"/>
            <a:ext cx="10601325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minimum cost so candidate 1 gets </a:t>
            </a: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strictly more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votes than every other candidate.</a:t>
            </a:r>
            <a:endParaRPr lang="en-US" sz="2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812800" y="4071938"/>
                <a:ext cx="10601325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10000</m:t>
                    </m:r>
                  </m:oMath>
                </a14:m>
                <a:endParaRPr lang="en-US" sz="2100"/>
              </a:p>
            </p:txBody>
          </p:sp>
        </mc:Choice>
        <mc:Fallback>
          <p:sp>
            <p:nvSpPr>
              <p:cNvPr id="6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071938"/>
                <a:ext cx="10601325" cy="344805"/>
              </a:xfrm>
              <a:prstGeom prst="rect">
                <a:avLst/>
              </a:prstGeom>
              <a:blipFill>
                <a:blip r:embed="rId4"/>
                <a:stretch>
                  <a:fillRect l="-837" t="-25000" b="-39286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 txBox="1"/>
          <p:nvPr/>
        </p:nvSpPr>
        <p:spPr>
          <a:xfrm>
            <a:off x="812800" y="4516438"/>
            <a:ext cx="10601325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simplification: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bought voter should always switch to candidate 1. That takes a vote from a rival </a:t>
            </a:r>
            <a:r>
              <a:rPr lang="en-US" sz="2400" i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adds one to us.</a:t>
            </a:r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 · KEY OBSERVATION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AIM FOR AT LEAST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VOTES</a:t>
                </a:r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blipFill>
                <a:blip r:embed="rId3"/>
                <a:stretch>
                  <a:fillRect l="-2602" t="-26923" b="-3461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water level is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5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2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Every rival must end with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at most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votes; we need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at least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903016"/>
                <a:ext cx="11200384" cy="928688"/>
              </a:xfrm>
              <a:prstGeom prst="rect">
                <a:avLst/>
              </a:prstGeom>
              <a:blipFill>
                <a:blip r:embed="rId4"/>
                <a:stretch>
                  <a:fillRect l="-1471" t="-4000" b="-80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hape 3"/>
          <p:cNvSpPr/>
          <p:nvPr/>
        </p:nvSpPr>
        <p:spPr>
          <a:xfrm>
            <a:off x="812800" y="2928541"/>
            <a:ext cx="11200384" cy="552450"/>
          </a:xfrm>
          <a:prstGeom prst="roundRect">
            <a:avLst>
              <a:gd name="adj" fmla="val 9195"/>
            </a:avLst>
          </a:prstGeom>
          <a:solidFill>
            <a:srgbClr val="EEF3F6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1016000" y="3030141"/>
                <a:ext cx="10793984" cy="39497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880"/>
                  </a:lnSpc>
                  <a:buNone/>
                </a:pP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rival with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votes loses at least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buy their </a:t>
                </a:r>
                <a:r>
                  <a:rPr lang="en-US" sz="2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cheapest</a:t>
                </a:r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voters</a:t>
                </a:r>
                <a:endParaRPr lang="en-US" sz="2400"/>
              </a:p>
            </p:txBody>
          </p:sp>
        </mc:Choice>
        <mc:Fallback>
          <p:sp>
            <p:nvSpPr>
              <p:cNvPr id="6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030141"/>
                <a:ext cx="10793984" cy="394970"/>
              </a:xfrm>
              <a:prstGeom prst="rect">
                <a:avLst/>
              </a:prstGeom>
              <a:blipFill>
                <a:blip r:embed="rId5"/>
                <a:stretch>
                  <a:fillRect l="-1765" t="-28125" b="-3437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812800" y="3620691"/>
                <a:ext cx="11200384" cy="4857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Still short of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? Top up with the cheapest voters left anywhere.</a:t>
                </a:r>
                <a:endParaRPr lang="en-US" sz="2250"/>
              </a:p>
            </p:txBody>
          </p:sp>
        </mc:Choice>
        <mc:Fallback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3620691"/>
                <a:ext cx="11200384" cy="485775"/>
              </a:xfrm>
              <a:prstGeom prst="rect">
                <a:avLst/>
              </a:prstGeom>
              <a:blipFill>
                <a:blip r:embed="rId6"/>
                <a:stretch>
                  <a:fillRect l="-1471" t="-7692" b="-1538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 txBox="1"/>
              <p:nvPr/>
            </p:nvSpPr>
            <p:spPr>
              <a:xfrm>
                <a:off x="812800" y="4203303"/>
                <a:ext cx="11200384" cy="37719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700"/>
                  </a:lnSpc>
                  <a:buNone/>
                </a:pPr>
                <a:r>
                  <a:rPr lang="en-US" sz="180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Forced buys may already give us more than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80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votes. That is fine: we still win, and no top-up is needed.</a:t>
                </a:r>
                <a:endParaRPr lang="en-US" sz="1800"/>
              </a:p>
            </p:txBody>
          </p:sp>
        </mc:Choice>
        <mc:Fallback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203303"/>
                <a:ext cx="11200384" cy="377190"/>
              </a:xfrm>
              <a:prstGeom prst="rect">
                <a:avLst/>
              </a:prstGeom>
              <a:blipFill>
                <a:blip r:embed="rId7"/>
                <a:stretch>
                  <a:fillRect l="-1244" t="-13333" b="-200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7"/>
              <p:cNvSpPr txBox="1"/>
              <p:nvPr/>
            </p:nvSpPr>
            <p:spPr>
              <a:xfrm>
                <a:off x="812800" y="4685903"/>
                <a:ext cx="11200384" cy="4857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Try every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and keep the cheapest total.</a:t>
                </a:r>
                <a:endParaRPr lang="en-US" sz="2250"/>
              </a:p>
            </p:txBody>
          </p:sp>
        </mc:Choice>
        <mc:Fallback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685903"/>
                <a:ext cx="11200384" cy="485775"/>
              </a:xfrm>
              <a:prstGeom prst="rect">
                <a:avLst/>
              </a:prstGeom>
              <a:blipFill>
                <a:blip r:embed="rId8"/>
                <a:stretch>
                  <a:fillRect l="-1471" t="-10256" b="-1538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 · WORK IT BY HAND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EXAMPLE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801416"/>
            <a:ext cx="11200384" cy="700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1: 1 vote　Candidate 2: 4 votes, costs 1 2 5 9　Candidate 3: 2 votes, costs 3 3</a:t>
            </a:r>
            <a:endParaRPr lang="en-US" sz="21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614216"/>
              <a:ext cx="10566400" cy="2711450"/>
            </p:xfrm>
            <a:graphic>
              <a:graphicData uri="http://schemas.openxmlformats.org/drawingml/2006/table">
                <a:tbl>
                  <a:tblPr/>
                  <a:tblGrid>
                    <a:gridCol w="105658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16984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958505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690886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oMath>
                            </m:oMathPara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Forced buys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Our votes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Top-up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Total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413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614216"/>
              <a:ext cx="10566400" cy="2711450"/>
            </p:xfrm>
            <a:graphic>
              <a:graphicData uri="http://schemas.openxmlformats.org/drawingml/2006/table">
                <a:tbl>
                  <a:tblPr/>
                  <a:tblGrid>
                    <a:gridCol w="105658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16984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958505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690886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05" t="-2778" r="-903614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Forced buys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Our votes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Top-up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Total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 3"/>
          <p:cNvSpPr txBox="1"/>
          <p:nvPr/>
        </p:nvSpPr>
        <p:spPr>
          <a:xfrm>
            <a:off x="941614" y="3124200"/>
            <a:ext cx="316865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100"/>
          </a:p>
        </p:txBody>
      </p:sp>
      <p:sp>
        <p:nvSpPr>
          <p:cNvPr id="7" name="Text 4"/>
          <p:cNvSpPr txBox="1"/>
          <p:nvPr/>
        </p:nvSpPr>
        <p:spPr>
          <a:xfrm>
            <a:off x="4889500" y="312420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100"/>
          </a:p>
        </p:txBody>
      </p:sp>
      <p:sp>
        <p:nvSpPr>
          <p:cNvPr id="8" name="Text 5"/>
          <p:cNvSpPr txBox="1"/>
          <p:nvPr/>
        </p:nvSpPr>
        <p:spPr>
          <a:xfrm>
            <a:off x="5805714" y="3124200"/>
            <a:ext cx="295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/>
          </a:p>
        </p:txBody>
      </p:sp>
      <p:sp>
        <p:nvSpPr>
          <p:cNvPr id="9" name="Text 6"/>
          <p:cNvSpPr txBox="1"/>
          <p:nvPr/>
        </p:nvSpPr>
        <p:spPr>
          <a:xfrm>
            <a:off x="9690100" y="312420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100"/>
          </a:p>
        </p:txBody>
      </p:sp>
      <p:sp>
        <p:nvSpPr>
          <p:cNvPr id="10" name="Text 7"/>
          <p:cNvSpPr txBox="1"/>
          <p:nvPr/>
        </p:nvSpPr>
        <p:spPr>
          <a:xfrm>
            <a:off x="941614" y="3562350"/>
            <a:ext cx="316865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100"/>
          </a:p>
        </p:txBody>
      </p:sp>
      <p:sp>
        <p:nvSpPr>
          <p:cNvPr id="11" name="Text 8"/>
          <p:cNvSpPr txBox="1"/>
          <p:nvPr/>
        </p:nvSpPr>
        <p:spPr>
          <a:xfrm>
            <a:off x="4889500" y="356235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/>
          </a:p>
        </p:txBody>
      </p:sp>
      <p:sp>
        <p:nvSpPr>
          <p:cNvPr id="12" name="Text 9"/>
          <p:cNvSpPr txBox="1"/>
          <p:nvPr/>
        </p:nvSpPr>
        <p:spPr>
          <a:xfrm>
            <a:off x="5805714" y="3562350"/>
            <a:ext cx="295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/>
          </a:p>
        </p:txBody>
      </p:sp>
      <p:sp>
        <p:nvSpPr>
          <p:cNvPr id="13" name="Text 10"/>
          <p:cNvSpPr txBox="1"/>
          <p:nvPr/>
        </p:nvSpPr>
        <p:spPr>
          <a:xfrm>
            <a:off x="9690100" y="356235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100"/>
          </a:p>
        </p:txBody>
      </p:sp>
      <p:sp>
        <p:nvSpPr>
          <p:cNvPr id="14" name="Text 11"/>
          <p:cNvSpPr txBox="1"/>
          <p:nvPr/>
        </p:nvSpPr>
        <p:spPr>
          <a:xfrm>
            <a:off x="941614" y="4000500"/>
            <a:ext cx="316865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/>
          </a:p>
        </p:txBody>
      </p:sp>
      <p:sp>
        <p:nvSpPr>
          <p:cNvPr id="15" name="Text 12"/>
          <p:cNvSpPr txBox="1"/>
          <p:nvPr/>
        </p:nvSpPr>
        <p:spPr>
          <a:xfrm>
            <a:off x="4889500" y="400050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/>
          </a:p>
        </p:txBody>
      </p:sp>
      <p:sp>
        <p:nvSpPr>
          <p:cNvPr id="16" name="Text 13"/>
          <p:cNvSpPr txBox="1"/>
          <p:nvPr/>
        </p:nvSpPr>
        <p:spPr>
          <a:xfrm>
            <a:off x="5805714" y="4000500"/>
            <a:ext cx="295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/>
          </a:p>
        </p:txBody>
      </p:sp>
      <p:sp>
        <p:nvSpPr>
          <p:cNvPr id="17" name="Text 14"/>
          <p:cNvSpPr txBox="1"/>
          <p:nvPr/>
        </p:nvSpPr>
        <p:spPr>
          <a:xfrm>
            <a:off x="9690100" y="400050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/>
          </a:p>
        </p:txBody>
      </p:sp>
      <p:sp>
        <p:nvSpPr>
          <p:cNvPr id="18" name="Text 15"/>
          <p:cNvSpPr txBox="1"/>
          <p:nvPr/>
        </p:nvSpPr>
        <p:spPr>
          <a:xfrm>
            <a:off x="941614" y="4438650"/>
            <a:ext cx="316865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100"/>
          </a:p>
        </p:txBody>
      </p:sp>
      <p:sp>
        <p:nvSpPr>
          <p:cNvPr id="19" name="Text 16"/>
          <p:cNvSpPr txBox="1"/>
          <p:nvPr/>
        </p:nvSpPr>
        <p:spPr>
          <a:xfrm>
            <a:off x="4889500" y="443865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/>
          </a:p>
        </p:txBody>
      </p:sp>
      <p:sp>
        <p:nvSpPr>
          <p:cNvPr id="5" name="Text 17"/>
          <p:cNvSpPr txBox="1"/>
          <p:nvPr/>
        </p:nvSpPr>
        <p:spPr>
          <a:xfrm>
            <a:off x="5805714" y="4438650"/>
            <a:ext cx="295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/>
          </a:p>
        </p:txBody>
      </p:sp>
      <p:sp>
        <p:nvSpPr>
          <p:cNvPr id="21" name="Text 18"/>
          <p:cNvSpPr txBox="1"/>
          <p:nvPr/>
        </p:nvSpPr>
        <p:spPr>
          <a:xfrm>
            <a:off x="9690100" y="443865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100"/>
          </a:p>
        </p:txBody>
      </p:sp>
      <p:sp>
        <p:nvSpPr>
          <p:cNvPr id="22" name="Text 19"/>
          <p:cNvSpPr txBox="1"/>
          <p:nvPr/>
        </p:nvSpPr>
        <p:spPr>
          <a:xfrm>
            <a:off x="941614" y="4876800"/>
            <a:ext cx="316865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/>
          </a:p>
        </p:txBody>
      </p:sp>
      <p:sp>
        <p:nvSpPr>
          <p:cNvPr id="23" name="Text 20"/>
          <p:cNvSpPr txBox="1"/>
          <p:nvPr/>
        </p:nvSpPr>
        <p:spPr>
          <a:xfrm>
            <a:off x="4889500" y="487680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100"/>
          </a:p>
        </p:txBody>
      </p:sp>
      <p:sp>
        <p:nvSpPr>
          <p:cNvPr id="24" name="Text 21"/>
          <p:cNvSpPr txBox="1"/>
          <p:nvPr/>
        </p:nvSpPr>
        <p:spPr>
          <a:xfrm>
            <a:off x="5805714" y="4876800"/>
            <a:ext cx="295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100"/>
          </a:p>
        </p:txBody>
      </p:sp>
      <p:sp>
        <p:nvSpPr>
          <p:cNvPr id="25" name="Text 22"/>
          <p:cNvSpPr txBox="1"/>
          <p:nvPr/>
        </p:nvSpPr>
        <p:spPr>
          <a:xfrm>
            <a:off x="9690100" y="4876800"/>
            <a:ext cx="1689100" cy="338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210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100"/>
          </a:p>
        </p:txBody>
      </p:sp>
      <p:sp>
        <p:nvSpPr>
          <p:cNvPr id="26" name="Shape 2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5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THE PAIR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PICTURE, DIFFERENT SEARCH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903016"/>
              <a:ext cx="10566400" cy="3028950"/>
            </p:xfrm>
            <a:graphic>
              <a:graphicData uri="http://schemas.openxmlformats.org/drawingml/2006/table">
                <a:tbl>
                  <a:tblPr/>
                  <a:tblGrid>
                    <a:gridCol w="253593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015184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01528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Wheeling and Dealing (P5)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Mundane Square (P6)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413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Goal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Minimum cost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Does a grid exist? Build it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Columns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Each rival's votes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What each column still needs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The level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cost is not monotone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total is monotone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 choice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Each rival's cheapest voters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Columns that need the most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Tools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Sorting, cost buckets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search, a scan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903016"/>
              <a:ext cx="10566400" cy="3028950"/>
            </p:xfrm>
            <a:graphic>
              <a:graphicData uri="http://schemas.openxmlformats.org/drawingml/2006/table">
                <a:tbl>
                  <a:tblPr/>
                  <a:tblGrid>
                    <a:gridCol w="253593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015184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01528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Wheeling and Dealing (P5)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Mundane Square (P6)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Goal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Minimum cost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Does a grid exist? Build it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Columns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Each rival's votes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What each column still needs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The level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608" t="-178689" r="-100316" b="-1278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608" t="-178689" r="-316" b="-1278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 choice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Each rival's cheapest voters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Columns that need the most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Tools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Sorting, cost buckets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search, a scan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 · MAKING IT FAST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PARTS, TWO SPEED-UPS</a:t>
            </a:r>
            <a:endParaRPr lang="en-US" sz="3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743075"/>
                <a:ext cx="11200384" cy="32472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310"/>
                  </a:lnSpc>
                  <a:buNone/>
                </a:pPr>
                <a:r>
                  <a:rPr lang="en-US" sz="16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Try every target </a:t>
                </a:r>
                <a14:m>
                  <m:oMath xmlns:m="http://schemas.openxmlformats.org/officeDocument/2006/math">
                    <m:r>
                      <a:rPr lang="en-US" sz="16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6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6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of them). Each </a:t>
                </a:r>
                <a14:m>
                  <m:oMath xmlns:m="http://schemas.openxmlformats.org/officeDocument/2006/math">
                    <m:r>
                      <a:rPr lang="en-US" sz="16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has two parts:</a:t>
                </a:r>
                <a:endParaRPr lang="en-US" sz="16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743075"/>
                <a:ext cx="11200384" cy="324723"/>
              </a:xfrm>
              <a:prstGeom prst="rect">
                <a:avLst/>
              </a:prstGeom>
              <a:blipFill>
                <a:blip r:embed="rId3"/>
                <a:stretch>
                  <a:fillRect l="-1131" t="-19231" b="-23077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hape 3"/>
          <p:cNvSpPr/>
          <p:nvPr/>
        </p:nvSpPr>
        <p:spPr>
          <a:xfrm>
            <a:off x="812800" y="2188766"/>
            <a:ext cx="5181600" cy="2941042"/>
          </a:xfrm>
          <a:prstGeom prst="roundRect">
            <a:avLst>
              <a:gd name="adj" fmla="val 2591"/>
            </a:avLst>
          </a:prstGeom>
          <a:noFill/>
          <a:ln w="1270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 txBox="1"/>
          <p:nvPr/>
        </p:nvSpPr>
        <p:spPr>
          <a:xfrm>
            <a:off x="990600" y="2328466"/>
            <a:ext cx="511556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90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Forced buys</a:t>
            </a:r>
            <a:endParaRPr lang="en-US" sz="1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990600" y="2703116"/>
                <a:ext cx="5115560" cy="5431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030"/>
                  </a:lnSpc>
                  <a:buNone/>
                </a:pP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Cut every rival with </a:t>
                </a:r>
                <a14:m>
                  <m:oMath xmlns:m="http://schemas.openxmlformats.org/officeDocument/2006/math"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votes down to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by buying his cheapest voters.</a:t>
                </a:r>
                <a:endParaRPr lang="en-US" sz="1450"/>
              </a:p>
            </p:txBody>
          </p:sp>
        </mc:Choice>
        <mc:Fallback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2703116"/>
                <a:ext cx="5115560" cy="543163"/>
              </a:xfrm>
              <a:prstGeom prst="rect">
                <a:avLst/>
              </a:prstGeom>
              <a:blipFill>
                <a:blip r:embed="rId4"/>
                <a:stretch>
                  <a:fillRect l="-2233" t="-6818" b="-9091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990600" y="3307556"/>
            <a:ext cx="5115560" cy="667941"/>
          </a:xfrm>
          <a:prstGeom prst="roundRect">
            <a:avLst>
              <a:gd name="adj" fmla="val 7605"/>
            </a:avLst>
          </a:prstGeom>
          <a:solidFill>
            <a:srgbClr val="FBEDEC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7"/>
              <p:cNvSpPr txBox="1"/>
              <p:nvPr/>
            </p:nvSpPr>
            <p:spPr>
              <a:xfrm>
                <a:off x="1104900" y="3383756"/>
                <a:ext cx="4886960" cy="5431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030"/>
                  </a:lnSpc>
                  <a:buNone/>
                </a:pPr>
                <a:r>
                  <a:rPr lang="en-US" sz="1450" b="1">
                    <a:solidFill>
                      <a:srgbClr val="B4322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Every </a:t>
                </a:r>
                <a14:m>
                  <m:oMath xmlns:m="http://schemas.openxmlformats.org/officeDocument/2006/math">
                    <m:r>
                      <a:rPr lang="en-US" sz="1450" b="1" i="1">
                        <a:solidFill>
                          <a:srgbClr val="B4322F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 b="1">
                    <a:solidFill>
                      <a:srgbClr val="B4322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from scratch:</a:t>
                </a: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up to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buys for one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and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values of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4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p>
                            <m:r>
                              <a:rPr lang="en-US" sz="14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✗</a:t>
                </a:r>
                <a:endParaRPr lang="en-US" sz="1450"/>
              </a:p>
            </p:txBody>
          </p:sp>
        </mc:Choice>
        <mc:Fallback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900" y="3383756"/>
                <a:ext cx="4886960" cy="543163"/>
              </a:xfrm>
              <a:prstGeom prst="rect">
                <a:avLst/>
              </a:prstGeom>
              <a:blipFill>
                <a:blip r:embed="rId5"/>
                <a:stretch>
                  <a:fillRect l="-2073" t="-6818" b="-6818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990600" y="4064397"/>
            <a:ext cx="5115560" cy="925711"/>
          </a:xfrm>
          <a:prstGeom prst="roundRect">
            <a:avLst>
              <a:gd name="adj" fmla="val 5488"/>
            </a:avLst>
          </a:prstGeom>
          <a:solidFill>
            <a:srgbClr val="E3F1EC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9"/>
              <p:cNvSpPr txBox="1"/>
              <p:nvPr/>
            </p:nvSpPr>
            <p:spPr>
              <a:xfrm>
                <a:off x="1104900" y="4140597"/>
                <a:ext cx="4886960" cy="80093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030"/>
                  </a:lnSpc>
                  <a:buNone/>
                </a:pPr>
                <a:r>
                  <a:rPr lang="en-US" sz="1450" b="1">
                    <a:solidFill>
                      <a:srgbClr val="1E7F4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Better:</a:t>
                </a: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:r>
                  <a:rPr lang="en-US" sz="14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sweep </a:t>
                </a:r>
                <a14:m>
                  <m:oMath xmlns:m="http://schemas.openxmlformats.org/officeDocument/2006/math">
                    <m:r>
                      <a:rPr lang="en-US" sz="14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from high to low.</a:t>
                </a: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When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drops by 1, each rival needs just one more buy, and buys are never undone. All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together: at most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buys → </a:t>
                </a:r>
                <a14:m>
                  <m:oMath xmlns:m="http://schemas.openxmlformats.org/officeDocument/2006/math">
                    <m:r>
                      <a:rPr lang="en-US" sz="14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5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5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✓</a:t>
                </a:r>
                <a:endParaRPr lang="en-US" sz="1450"/>
              </a:p>
            </p:txBody>
          </p:sp>
        </mc:Choice>
        <mc:Fallback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900" y="4140597"/>
                <a:ext cx="4886960" cy="800933"/>
              </a:xfrm>
              <a:prstGeom prst="rect">
                <a:avLst/>
              </a:prstGeom>
              <a:blipFill>
                <a:blip r:embed="rId6"/>
                <a:stretch>
                  <a:fillRect l="-2073" t="-4615" b="-461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10"/>
          <p:cNvSpPr/>
          <p:nvPr/>
        </p:nvSpPr>
        <p:spPr>
          <a:xfrm>
            <a:off x="6197600" y="2188766"/>
            <a:ext cx="5181600" cy="2941042"/>
          </a:xfrm>
          <a:prstGeom prst="roundRect">
            <a:avLst>
              <a:gd name="adj" fmla="val 2591"/>
            </a:avLst>
          </a:prstGeom>
          <a:noFill/>
          <a:ln w="1270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 txBox="1"/>
          <p:nvPr/>
        </p:nvSpPr>
        <p:spPr>
          <a:xfrm>
            <a:off x="6375400" y="2328466"/>
            <a:ext cx="511556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90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Top-up</a:t>
            </a:r>
            <a:endParaRPr lang="en-US" sz="1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 12"/>
              <p:cNvSpPr txBox="1"/>
              <p:nvPr/>
            </p:nvSpPr>
            <p:spPr>
              <a:xfrm>
                <a:off x="6375400" y="2703116"/>
                <a:ext cx="5115560" cy="28539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030"/>
                  </a:lnSpc>
                  <a:buNone/>
                </a:pP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Still short of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? Buy the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cheapest voters left in the pool.</a:t>
                </a:r>
                <a:endParaRPr lang="en-US" sz="1450"/>
              </a:p>
            </p:txBody>
          </p:sp>
        </mc:Choice>
        <mc:Fallback>
          <p:sp>
            <p:nvSpPr>
              <p:cNvPr id="14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400" y="2703116"/>
                <a:ext cx="5115560" cy="285393"/>
              </a:xfrm>
              <a:prstGeom prst="rect">
                <a:avLst/>
              </a:prstGeom>
              <a:blipFill>
                <a:blip r:embed="rId7"/>
                <a:stretch>
                  <a:fillRect l="-2233" t="-12500" b="-16667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Shape 13"/>
          <p:cNvSpPr/>
          <p:nvPr/>
        </p:nvSpPr>
        <p:spPr>
          <a:xfrm>
            <a:off x="6375400" y="3049786"/>
            <a:ext cx="5115560" cy="667941"/>
          </a:xfrm>
          <a:prstGeom prst="roundRect">
            <a:avLst>
              <a:gd name="adj" fmla="val 7605"/>
            </a:avLst>
          </a:prstGeom>
          <a:solidFill>
            <a:srgbClr val="FBEDEC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 14"/>
              <p:cNvSpPr txBox="1"/>
              <p:nvPr/>
            </p:nvSpPr>
            <p:spPr>
              <a:xfrm>
                <a:off x="6489700" y="3125986"/>
                <a:ext cx="4886960" cy="5431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030"/>
                  </a:lnSpc>
                  <a:buNone/>
                </a:pPr>
                <a:r>
                  <a:rPr lang="en-US" sz="1450" b="1">
                    <a:solidFill>
                      <a:srgbClr val="B4322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Every </a:t>
                </a:r>
                <a14:m>
                  <m:oMath xmlns:m="http://schemas.openxmlformats.org/officeDocument/2006/math">
                    <m:r>
                      <a:rPr lang="en-US" sz="1450" b="1" i="1">
                        <a:solidFill>
                          <a:srgbClr val="B4322F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 b="1">
                    <a:solidFill>
                      <a:srgbClr val="B4322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from scratch:</a:t>
                </a: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scan or sort the whole pool,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for one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4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p>
                            <m:r>
                              <a:rPr lang="en-US" sz="14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✗</a:t>
                </a:r>
                <a:endParaRPr lang="en-US" sz="1450"/>
              </a:p>
            </p:txBody>
          </p:sp>
        </mc:Choice>
        <mc:Fallback>
          <p:sp>
            <p:nvSpPr>
              <p:cNvPr id="16" name="Text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700" y="3125986"/>
                <a:ext cx="4886960" cy="543163"/>
              </a:xfrm>
              <a:prstGeom prst="rect">
                <a:avLst/>
              </a:prstGeom>
              <a:blipFill>
                <a:blip r:embed="rId8"/>
                <a:stretch>
                  <a:fillRect l="-2338" t="-9302" b="-9302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hape 15"/>
          <p:cNvSpPr/>
          <p:nvPr/>
        </p:nvSpPr>
        <p:spPr>
          <a:xfrm>
            <a:off x="6375400" y="3806627"/>
            <a:ext cx="5115560" cy="925711"/>
          </a:xfrm>
          <a:prstGeom prst="roundRect">
            <a:avLst>
              <a:gd name="adj" fmla="val 5488"/>
            </a:avLst>
          </a:prstGeom>
          <a:solidFill>
            <a:srgbClr val="E3F1EC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 16"/>
              <p:cNvSpPr txBox="1"/>
              <p:nvPr/>
            </p:nvSpPr>
            <p:spPr>
              <a:xfrm>
                <a:off x="6489700" y="3882827"/>
                <a:ext cx="4886960" cy="80093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030"/>
                  </a:lnSpc>
                  <a:buNone/>
                </a:pPr>
                <a:r>
                  <a:rPr lang="en-US" sz="1450" b="1">
                    <a:solidFill>
                      <a:srgbClr val="1E7F4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Better:</a:t>
                </a: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:r>
                  <a:rPr lang="en-US" sz="14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group the pool by cost</a:t>
                </a: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(costs </a:t>
                </a:r>
                <a14:m>
                  <m:oMath xmlns:m="http://schemas.openxmlformats.org/officeDocument/2006/math"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10000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 in blocks of 100. Skip whole blocks, then finish inside one block: </a:t>
                </a:r>
                <a14:m>
                  <m:oMath xmlns:m="http://schemas.openxmlformats.org/officeDocument/2006/math"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200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steps per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</a:t>
                </a:r>
                <a14:m>
                  <m:oMath xmlns:m="http://schemas.openxmlformats.org/officeDocument/2006/math">
                    <m:r>
                      <a:rPr lang="en-US" sz="14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5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5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ad>
                          <m:radPr>
                            <m:degHide m:val="on"/>
                            <m:ctrlPr>
                              <a:rPr lang="en-US" sz="145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45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10000</m:t>
                            </m:r>
                          </m:e>
                        </m:rad>
                      </m:e>
                    </m:d>
                    <m:r>
                      <a:rPr lang="en-US" sz="145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4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45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145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5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45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p>
                    </m:sSup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✓</a:t>
                </a:r>
                <a:endParaRPr lang="en-US" sz="1450"/>
              </a:p>
            </p:txBody>
          </p:sp>
        </mc:Choice>
        <mc:Fallback>
          <p:sp>
            <p:nvSpPr>
              <p:cNvPr id="18" name="Text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700" y="3882827"/>
                <a:ext cx="4886960" cy="800933"/>
              </a:xfrm>
              <a:prstGeom prst="rect">
                <a:avLst/>
              </a:prstGeom>
              <a:blipFill>
                <a:blip r:embed="rId9"/>
                <a:stretch>
                  <a:fillRect l="-2338" t="-4688" r="-779" b="-625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 17"/>
              <p:cNvSpPr txBox="1"/>
              <p:nvPr/>
            </p:nvSpPr>
            <p:spPr>
              <a:xfrm>
                <a:off x="812800" y="5282208"/>
                <a:ext cx="11200384" cy="3149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240"/>
                  </a:lnSpc>
                  <a:buNone/>
                </a:pPr>
                <a:r>
                  <a:rPr lang="en-US" sz="160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Total: sort once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m:rPr>
                            <m:sty m:val="p"/>
                          </m:rPr>
                          <a:rPr lang="en-US" sz="1600" b="1" i="0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160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160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ad>
                          <m:radPr>
                            <m:degHide m:val="on"/>
                            <m:ctrlPr>
                              <a:rPr lang="en-US" sz="1600" b="1" i="1">
                                <a:solidFill>
                                  <a:srgbClr val="0A405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600" b="1" i="1">
                                <a:solidFill>
                                  <a:srgbClr val="0A4054"/>
                                </a:solidFill>
                                <a:latin typeface="Cambria Math" panose="02040503050406030204" pitchFamily="18" charset="0"/>
                              </a:rPr>
                              <m:t>10000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160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Fast enough for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60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60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sz="160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600"/>
              </a:p>
            </p:txBody>
          </p:sp>
        </mc:Choice>
        <mc:Fallback>
          <p:sp>
            <p:nvSpPr>
              <p:cNvPr id="19" name="Text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5282208"/>
                <a:ext cx="11200384" cy="314940"/>
              </a:xfrm>
              <a:prstGeom prst="rect">
                <a:avLst/>
              </a:prstGeom>
              <a:blipFill>
                <a:blip r:embed="rId10"/>
                <a:stretch>
                  <a:fillRect l="-1018" t="-20000" b="-240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Shape 1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 · CORE CODE 1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THE SWEEP</a:t>
            </a:r>
            <a:endParaRPr lang="en-US" sz="3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743075"/>
                <a:ext cx="5283200" cy="2832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06375" indent="-206375">
                  <a:lnSpc>
                    <a:spcPts val="1775"/>
                  </a:lnSpc>
                  <a:buSzPct val="100000"/>
                  <a:buFont typeface="+mj-lt"/>
                  <a:buAutoNum type="arabicPeriod"/>
                </a:pPr>
                <a:r>
                  <a:rPr lang="en-US" sz="1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Sort voters by (candidate, cost).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Rival </a:t>
                </a:r>
                <a14:m>
                  <m:oMath xmlns:m="http://schemas.openxmlformats.org/officeDocument/2006/math"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's voters sit together, cheapest first: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a[st[j]]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…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a[st[j] + votes[j] - 1]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taken[j]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counts how many we have bought from him, so his next cheapest is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a[st[j] + taken[j]]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250"/>
              </a:p>
              <a:p>
                <a:pPr marL="206375" indent="-206375">
                  <a:lnSpc>
                    <a:spcPts val="1775"/>
                  </a:lnSpc>
                  <a:buSzPct val="100000"/>
                  <a:buFont typeface="+mj-lt"/>
                  <a:buAutoNum type="arabicPeriod"/>
                </a:pPr>
                <a:r>
                  <a:rPr lang="en-US" sz="1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Group rivals by vote count: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list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head[c]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holds the rivals with exactly </a:t>
                </a:r>
                <a14:m>
                  <m:oMath xmlns:m="http://schemas.openxmlformats.org/officeDocument/2006/math"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votes.</a:t>
                </a:r>
                <a:endParaRPr lang="en-US" sz="1250"/>
              </a:p>
              <a:p>
                <a:pPr marL="206375" indent="-206375">
                  <a:lnSpc>
                    <a:spcPts val="1775"/>
                  </a:lnSpc>
                  <a:buSzPct val="100000"/>
                  <a:buFont typeface="+mj-lt"/>
                  <a:buAutoNum type="arabicPeriod"/>
                </a:pPr>
                <a:r>
                  <a:rPr lang="en-US" sz="1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Loop </a:t>
                </a:r>
                <a14:m>
                  <m:oMath xmlns:m="http://schemas.openxmlformats.org/officeDocument/2006/math">
                    <m:r>
                      <a:rPr lang="en-US" sz="12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from </a:t>
                </a:r>
                <a14:m>
                  <m:oMath xmlns:m="http://schemas.openxmlformats.org/officeDocument/2006/math">
                    <m:r>
                      <a:rPr lang="en-US" sz="12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down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5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max</m:t>
                    </m:r>
                    <m:d>
                      <m:dPr>
                        <m:ctrlPr>
                          <a:rPr lang="en-US" sz="125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5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5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25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250" b="1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5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1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Rivals in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head[k]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join the active list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act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and stay there for all smaller </a:t>
                </a:r>
                <a14:m>
                  <m:oMath xmlns:m="http://schemas.openxmlformats.org/officeDocument/2006/math"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250"/>
              </a:p>
              <a:p>
                <a:pPr marL="206375" indent="-206375">
                  <a:lnSpc>
                    <a:spcPts val="1775"/>
                  </a:lnSpc>
                  <a:buSzPct val="100000"/>
                  <a:buFont typeface="+mj-lt"/>
                  <a:buAutoNum type="arabicPeriod"/>
                </a:pPr>
                <a:r>
                  <a:rPr lang="en-US" sz="1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For each active rival </a:t>
                </a:r>
                <a14:m>
                  <m:oMath xmlns:m="http://schemas.openxmlformats.org/officeDocument/2006/math">
                    <m:r>
                      <a:rPr lang="en-US" sz="12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buy while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taken[j] &lt; votes[j] - (k - 1)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add the cost to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fc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fn ++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remove that voter from the pool.</a:t>
                </a:r>
                <a:endParaRPr lang="en-US" sz="1250"/>
              </a:p>
              <a:p>
                <a:pPr marL="206375" indent="-206375">
                  <a:lnSpc>
                    <a:spcPts val="1775"/>
                  </a:lnSpc>
                  <a:buSzPct val="100000"/>
                  <a:buFont typeface="+mj-lt"/>
                  <a:buAutoNum type="arabicPeriod"/>
                </a:pPr>
                <a:r>
                  <a:rPr lang="en-US" sz="1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We now have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have = c1 + fn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votes. If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have &lt; k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add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cheapest(k - have)</a:t>
                </a:r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(skip </a:t>
                </a:r>
                <a14:m>
                  <m:oMath xmlns:m="http://schemas.openxmlformats.org/officeDocument/2006/math">
                    <m:r>
                      <a:rPr lang="en-US" sz="1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if the pool is too small). Keep the smallest cost.</a:t>
                </a:r>
                <a:endParaRPr lang="en-US" sz="1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743075"/>
                <a:ext cx="5283200" cy="2832100"/>
              </a:xfrm>
              <a:prstGeom prst="rect">
                <a:avLst/>
              </a:prstGeom>
              <a:blipFill>
                <a:blip r:embed="rId3"/>
                <a:stretch>
                  <a:fillRect l="-1675" t="-893" r="-2632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3"/>
          <p:cNvSpPr txBox="1"/>
          <p:nvPr/>
        </p:nvSpPr>
        <p:spPr>
          <a:xfrm>
            <a:off x="6781800" y="1743075"/>
            <a:ext cx="4873244" cy="23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</a:t>
            </a:r>
            <a:r>
              <a:rPr lang="en-US" sz="12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the hand example (C1: 1 vote, C2: 1 2 5 9, C3: 3 3):</a:t>
            </a:r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6781800" y="2045295"/>
              <a:ext cx="4597399" cy="2620836"/>
            </p:xfrm>
            <a:graphic>
              <a:graphicData uri="http://schemas.openxmlformats.org/drawingml/2006/table">
                <a:tbl>
                  <a:tblPr/>
                  <a:tblGrid>
                    <a:gridCol w="28446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67401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6572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3617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33388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503634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7625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15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oMath>
                            </m:oMathPara>
                          </a14:m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new forced buys (costs)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fc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have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top-up (</a:t>
                          </a:r>
                          <a14:m>
                            <m:oMath xmlns:m="http://schemas.openxmlformats.org/officeDocument/2006/math">
                              <m:r>
                                <a:rPr lang="en-US" sz="115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15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</m:oMath>
                          </a14:m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cost)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cost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7975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 → 23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 → 14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14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 → 9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9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C2: 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 → 5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C2: 2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C2: 5, C3: 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C2: 9, C3: 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6781800" y="2045295"/>
              <a:ext cx="4597399" cy="2620836"/>
            </p:xfrm>
            <a:graphic>
              <a:graphicData uri="http://schemas.openxmlformats.org/drawingml/2006/table">
                <a:tbl>
                  <a:tblPr/>
                  <a:tblGrid>
                    <a:gridCol w="28446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67401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6572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3617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33388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503634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8406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545" t="-2632" r="-1550000" b="-45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new forced buys (costs)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fc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have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2990" t="-2632" r="-42268" b="-45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cost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7975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 → 23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 → 14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14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 → 9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9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C2: 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 → 5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C2: 2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3F1E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C2: 5, C3: 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C2: 9, C3: 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380"/>
                            </a:lnSpc>
                            <a:buNone/>
                          </a:pPr>
                          <a:r>
                            <a:rPr lang="en-US" sz="11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23</a:t>
                          </a:r>
                          <a:endParaRPr lang="en-US" sz="11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 4"/>
          <p:cNvSpPr txBox="1"/>
          <p:nvPr/>
        </p:nvSpPr>
        <p:spPr>
          <a:xfrm>
            <a:off x="6781800" y="4750395"/>
            <a:ext cx="4873244" cy="449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O(M):</a:t>
            </a:r>
            <a:r>
              <a:rPr lang="en-US" sz="12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act and taken[j] only grow, so each voter is bought at most once.</a:t>
            </a:r>
            <a:endParaRPr lang="en-US" sz="1200"/>
          </a:p>
        </p:txBody>
      </p:sp>
      <p:sp>
        <p:nvSpPr>
          <p:cNvPr id="8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 · CORE CODE 2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THE COST BUCKETS</a:t>
            </a:r>
            <a:endParaRPr lang="en-US" sz="3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743075"/>
                <a:ext cx="5283200" cy="242542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14630" indent="-214630">
                  <a:lnSpc>
                    <a:spcPts val="1846"/>
                  </a:lnSpc>
                  <a:buSzPct val="100000"/>
                  <a:buFont typeface="+mj-lt"/>
                  <a:buAutoNum type="arabicPeriod"/>
                </a:pPr>
                <a:r>
                  <a:rPr lang="en-US" sz="13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Three arrays.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cnt[c]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voters in the pool with cost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Block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holds costs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3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3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99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bcnt[b]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how many voters,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bsum[b]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their total cost.</a:t>
                </a:r>
                <a:endParaRPr lang="en-US" sz="1300"/>
              </a:p>
              <a:p>
                <a:pPr marL="214630" indent="-214630">
                  <a:lnSpc>
                    <a:spcPts val="1846"/>
                  </a:lnSpc>
                  <a:buSzPct val="100000"/>
                  <a:buFont typeface="+mj-lt"/>
                  <a:buAutoNum type="arabicPeriod"/>
                </a:pPr>
                <a:r>
                  <a:rPr lang="en-US" sz="13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Add or remove a voter of cost </a:t>
                </a:r>
                <a14:m>
                  <m:oMath xmlns:m="http://schemas.openxmlformats.org/officeDocument/2006/math">
                    <m:r>
                      <a:rPr lang="en-US" sz="13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13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change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cnt[c]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bcnt[c / 100]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and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bsum[c / 100]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together. Forced buys remove; at the start every voter not voting for 1 is added.</a:t>
                </a:r>
                <a:endParaRPr lang="en-US" sz="1300"/>
              </a:p>
              <a:p>
                <a:pPr marL="214630" indent="-214630">
                  <a:lnSpc>
                    <a:spcPts val="1846"/>
                  </a:lnSpc>
                  <a:buSzPct val="100000"/>
                  <a:buFont typeface="+mj-lt"/>
                  <a:buAutoNum type="arabicPeriod"/>
                </a:pPr>
                <a:r>
                  <a:rPr lang="en-US" sz="13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cheapest(t), part 1: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walk the blocks from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3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While block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has fewer than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voters, take it whole: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t -= bcnt[b]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sum += bsum[b]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300"/>
              </a:p>
              <a:p>
                <a:pPr marL="214630" indent="-214630">
                  <a:lnSpc>
                    <a:spcPts val="1846"/>
                  </a:lnSpc>
                  <a:buSzPct val="100000"/>
                  <a:buFont typeface="+mj-lt"/>
                  <a:buAutoNum type="arabicPeriod"/>
                </a:pPr>
                <a:r>
                  <a:rPr lang="en-US" sz="13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cheapest(t), part 2: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block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has enough. Walk its costs from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upwards; at each cost take </a:t>
                </a:r>
                <a:r>
                  <a:rPr lang="en-US" sz="1150">
                    <a:solidFill>
                      <a:srgbClr val="1F2328"/>
                    </a:solidFill>
                    <a:latin typeface="JetBrains Mono" pitchFamily="34" charset="0"/>
                    <a:ea typeface="JetBrains Mono" pitchFamily="34" charset="-122"/>
                    <a:cs typeface="JetBrains Mono" pitchFamily="34" charset="-120"/>
                  </a:rPr>
                  <a:t>min(cnt[c], t)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voters until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3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30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743075"/>
                <a:ext cx="5283200" cy="2425422"/>
              </a:xfrm>
              <a:prstGeom prst="rect">
                <a:avLst/>
              </a:prstGeom>
              <a:blipFill>
                <a:blip r:embed="rId3"/>
                <a:stretch>
                  <a:fillRect l="-1675" t="-2083" r="-1914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6934200" y="1743075"/>
                <a:ext cx="4711700" cy="74271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885"/>
                  </a:lnSpc>
                  <a:buNone/>
                </a:pPr>
                <a:r>
                  <a:rPr lang="en-US" sz="13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Example, </a:t>
                </a:r>
                <a14:m>
                  <m:oMath xmlns:m="http://schemas.openxmlformats.org/officeDocument/2006/math">
                    <m:r>
                      <a:rPr lang="en-US" sz="13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3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lang="en-US" sz="13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block 0 has 3, block 1 has 2 → take both (5 so far). Block 2 has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3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→ go inside it and take its 2 cheapest.</a:t>
                </a:r>
                <a:endParaRPr lang="en-US" sz="1300"/>
              </a:p>
            </p:txBody>
          </p:sp>
        </mc:Choice>
        <mc:Fallback>
          <p:sp>
            <p:nvSpPr>
              <p:cNvPr id="5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4200" y="1743075"/>
                <a:ext cx="4711700" cy="742712"/>
              </a:xfrm>
              <a:prstGeom prst="rect">
                <a:avLst/>
              </a:prstGeom>
              <a:blipFill>
                <a:blip r:embed="rId4"/>
                <a:stretch>
                  <a:fillRect l="-2426" t="-6780" r="-1887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 0" descr="Diagram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4200" y="2588022"/>
            <a:ext cx="4216400" cy="117475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4"/>
              <p:cNvSpPr txBox="1"/>
              <p:nvPr/>
            </p:nvSpPr>
            <p:spPr>
              <a:xfrm>
                <a:off x="6934200" y="3889772"/>
                <a:ext cx="4711700" cy="74271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885"/>
                  </a:lnSpc>
                  <a:buNone/>
                </a:pPr>
                <a:r>
                  <a:rPr lang="en-US" sz="13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Why </a:t>
                </a:r>
                <a14:m>
                  <m:oMath xmlns:m="http://schemas.openxmlformats.org/officeDocument/2006/math">
                    <m:r>
                      <a:rPr lang="en-US" sz="13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3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200</m:t>
                    </m:r>
                  </m:oMath>
                </a14:m>
                <a:r>
                  <a:rPr lang="en-US" sz="13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steps:</a:t>
                </a:r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at most 101 blocks, then at most 100 costs inside one block.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10000</m:t>
                    </m:r>
                    <m:r>
                      <a:rPr lang="en-US" sz="13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sz="13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3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sz="13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so blocks of 100 balance the two walks.</a:t>
                </a:r>
                <a:endParaRPr lang="en-US" sz="1300"/>
              </a:p>
            </p:txBody>
          </p:sp>
        </mc:Choice>
        <mc:Fallback>
          <p:sp>
            <p:nvSpPr>
              <p:cNvPr id="7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4200" y="3889772"/>
                <a:ext cx="4711700" cy="742712"/>
              </a:xfrm>
              <a:prstGeom prst="rect">
                <a:avLst/>
              </a:prstGeom>
              <a:blipFill>
                <a:blip r:embed="rId6"/>
                <a:stretch>
                  <a:fillRect l="-2426" t="-6780" b="-847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WHEELING AND DEALING · COMPLEXITY RECAP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FROM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ad>
                          <m:radPr>
                            <m:degHide m:val="on"/>
                            <m:ctrlP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10000</m:t>
                            </m:r>
                          </m:e>
                        </m:rad>
                      </m:e>
                    </m:d>
                  </m:oMath>
                </a14:m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blipFill>
                <a:blip r:embed="rId3"/>
                <a:stretch>
                  <a:fillRect l="-2602" t="-28846" b="-30769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3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244475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4767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set of voters to buy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  <m:sup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sup>
                                    </m:sSup>
                                  </m:e>
                                </m:d>
                              </m:oMath>
                            </m:oMathPara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, recompute forced buys and the top-up from scratch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p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oMath>
                            </m:oMathPara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, </a:t>
                          </a: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sweep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downwards</a:t>
                          </a: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+ cost buckets for the cheapest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  <m:rad>
                                      <m:radPr>
                                        <m:degHide m:val="on"/>
                                        <m:ctrlP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10000</m:t>
                                        </m:r>
                                      </m:e>
                                    </m:rad>
                                  </m:e>
                                </m:d>
                              </m:oMath>
                            </m:oMathPara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2100" i="1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3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244475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set of voters to buy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7158" t="-102778" r="-118579" b="-35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1" t="-119672" r="-92379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7158" t="-119672" r="-118579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85648" t="-119672" r="-463" b="-1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1" t="-219672" r="-92379" b="-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7158" t="-219672" r="-118579" b="-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85648" t="-219672" r="-463" b="-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2"/>
              <p:cNvSpPr txBox="1"/>
              <p:nvPr/>
            </p:nvSpPr>
            <p:spPr>
              <a:xfrm>
                <a:off x="812800" y="4404916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375"/>
                  </a:lnSpc>
                  <a:buNone/>
                </a:pPr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Greedy fixes what to buy for each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; sweeping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downwards means each voter is bought at most once.</a:t>
                </a:r>
                <a:endParaRPr lang="en-US" sz="2250"/>
              </a:p>
            </p:txBody>
          </p:sp>
        </mc:Choice>
        <mc:Fallback>
          <p:sp>
            <p:nvSpPr>
              <p:cNvPr id="5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404916"/>
                <a:ext cx="11200384" cy="900113"/>
              </a:xfrm>
              <a:prstGeom prst="rect">
                <a:avLst/>
              </a:prstGeom>
              <a:blipFill>
                <a:blip r:embed="rId5"/>
                <a:stretch>
                  <a:fillRect l="-1471" t="-5634" r="-339" b="-11268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783755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AIO PROBLEM 5</a:t>
            </a:r>
            <a:endParaRPr lang="en-US" sz="1950"/>
          </a:p>
        </p:txBody>
      </p:sp>
      <p:sp>
        <p:nvSpPr>
          <p:cNvPr id="4" name="Text 1"/>
          <p:cNvSpPr txBox="1"/>
          <p:nvPr/>
        </p:nvSpPr>
        <p:spPr>
          <a:xfrm>
            <a:off x="812800" y="2291755"/>
            <a:ext cx="11200384" cy="1047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260"/>
              </a:lnSpc>
              <a:buNone/>
            </a:pPr>
            <a:r>
              <a:rPr lang="en-US" sz="6600" b="1" kern="0" spc="1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</a:t>
            </a:r>
            <a:endParaRPr lang="en-US" sz="6600"/>
          </a:p>
        </p:txBody>
      </p:sp>
      <p:sp>
        <p:nvSpPr>
          <p:cNvPr id="5" name="Text 2"/>
          <p:cNvSpPr txBox="1"/>
          <p:nvPr/>
        </p:nvSpPr>
        <p:spPr>
          <a:xfrm>
            <a:off x="812800" y="3442295"/>
            <a:ext cx="8077200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 the picture: fill the valleys up to a level.</a:t>
            </a:r>
            <a:endParaRPr lang="en-US" sz="2550"/>
          </a:p>
        </p:txBody>
      </p:sp>
      <p:sp>
        <p:nvSpPr>
          <p:cNvPr id="6" name="Shape 3"/>
          <p:cNvSpPr/>
          <p:nvPr/>
        </p:nvSpPr>
        <p:spPr>
          <a:xfrm>
            <a:off x="812800" y="4045545"/>
            <a:ext cx="2939058" cy="457200"/>
          </a:xfrm>
          <a:prstGeom prst="roundRect">
            <a:avLst>
              <a:gd name="adj" fmla="val 50000"/>
            </a:avLst>
          </a:prstGeom>
          <a:solidFill>
            <a:srgbClr val="FDF0D6"/>
          </a:solidFill>
          <a:ln w="12700">
            <a:solidFill>
              <a:srgbClr val="E0960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4045545"/>
            <a:ext cx="293905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/>
          </a:p>
        </p:txBody>
      </p:sp>
      <p:sp>
        <p:nvSpPr>
          <p:cNvPr id="8" name="Shape 5"/>
          <p:cNvSpPr/>
          <p:nvPr/>
        </p:nvSpPr>
        <p:spPr>
          <a:xfrm>
            <a:off x="3866158" y="4045545"/>
            <a:ext cx="2375991" cy="457200"/>
          </a:xfrm>
          <a:prstGeom prst="roundRect">
            <a:avLst>
              <a:gd name="adj" fmla="val 50000"/>
            </a:avLst>
          </a:prstGeom>
          <a:solidFill>
            <a:srgbClr val="DFE8EC"/>
          </a:solidFill>
          <a:ln w="12700">
            <a:solidFill>
              <a:srgbClr val="0A405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3866158" y="4045545"/>
            <a:ext cx="237599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r>
              <a:rPr lang="en-US" sz="2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support</a:t>
            </a:r>
            <a:endParaRPr lang="en-US" sz="2100"/>
          </a:p>
        </p:txBody>
      </p:sp>
      <p:sp>
        <p:nvSpPr>
          <p:cNvPr id="10" name="Shape 7"/>
          <p:cNvSpPr/>
          <p:nvPr/>
        </p:nvSpPr>
        <p:spPr>
          <a:xfrm>
            <a:off x="6356449" y="4045545"/>
            <a:ext cx="163443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6356449" y="4045545"/>
            <a:ext cx="163443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endParaRPr lang="en-US" sz="2100"/>
          </a:p>
        </p:txBody>
      </p:sp>
      <p:sp>
        <p:nvSpPr>
          <p:cNvPr id="12" name="Shape 9"/>
          <p:cNvSpPr/>
          <p:nvPr/>
        </p:nvSpPr>
        <p:spPr>
          <a:xfrm>
            <a:off x="812800" y="4617045"/>
            <a:ext cx="187186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812800" y="4617045"/>
            <a:ext cx="187186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0096500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people (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odd) have wealth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≤…≤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Hand out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dollars (non-negative whole amounts each).</a:t>
                </a:r>
                <a:endParaRPr lang="en-US" sz="240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903016"/>
                <a:ext cx="10096500" cy="990481"/>
              </a:xfrm>
              <a:prstGeom prst="rect">
                <a:avLst/>
              </a:prstGeom>
              <a:blipFill>
                <a:blip r:embed="rId3"/>
                <a:stretch>
                  <a:fillRect l="-1757" t="-2500" b="-75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3"/>
          <p:cNvSpPr txBox="1"/>
          <p:nvPr/>
        </p:nvSpPr>
        <p:spPr>
          <a:xfrm>
            <a:off x="812800" y="2987477"/>
            <a:ext cx="10096500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</a:t>
            </a:r>
            <a:r>
              <a:rPr lang="en-US" sz="2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</a:t>
            </a:r>
            <a:r>
              <a:rPr lang="en-US" sz="2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wealth as large as possible.</a:t>
            </a:r>
            <a:endParaRPr lang="en-US" sz="2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 txBox="1"/>
              <p:nvPr/>
            </p:nvSpPr>
            <p:spPr>
              <a:xfrm>
                <a:off x="812800" y="3599557"/>
                <a:ext cx="10096500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sz="210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endParaRPr lang="en-US" sz="2100"/>
              </a:p>
            </p:txBody>
          </p:sp>
        </mc:Choice>
        <mc:Fallback>
          <p:sp>
            <p:nvSpPr>
              <p:cNvPr id="6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3599557"/>
                <a:ext cx="10096500" cy="344805"/>
              </a:xfrm>
              <a:prstGeom prst="rect">
                <a:avLst/>
              </a:prstGeom>
              <a:blipFill>
                <a:blip r:embed="rId4"/>
                <a:stretch>
                  <a:fillRect l="-878" t="-25000" b="-39286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 · KEY OBSERVATION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CAN THE MEDIAN REACH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?</a:t>
                </a:r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blipFill>
                <a:blip r:embed="rId3"/>
                <a:stretch>
                  <a:fillRect l="-2602" t="-26923" b="-3461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4857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1.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Median </a:t>
                </a:r>
                <a14:m>
                  <m:oMath xmlns:m="http://schemas.openxmlformats.org/officeDocument/2006/math"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⇔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at least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people have </a:t>
                </a:r>
                <a14:m>
                  <m:oMath xmlns:m="http://schemas.openxmlformats.org/officeDocument/2006/math"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852216"/>
                <a:ext cx="11200384" cy="485775"/>
              </a:xfrm>
              <a:prstGeom prst="rect">
                <a:avLst/>
              </a:prstGeom>
              <a:blipFill>
                <a:blip r:embed="rId4"/>
                <a:stretch>
                  <a:fillRect l="-1471" t="-5000" b="-150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3"/>
              <p:cNvSpPr txBox="1"/>
              <p:nvPr/>
            </p:nvSpPr>
            <p:spPr>
              <a:xfrm>
                <a:off x="812800" y="2422128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2.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Cheapest way (Greedy): raise the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richest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people,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𝑚𝑑</m:t>
                        </m:r>
                      </m:sub>
                    </m:sSub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𝑚𝑑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Money for the left half never helps.</a:t>
                </a:r>
                <a:endParaRPr lang="en-US" sz="2250"/>
              </a:p>
            </p:txBody>
          </p:sp>
        </mc:Choice>
        <mc:Fallback>
          <p:sp>
            <p:nvSpPr>
              <p:cNvPr id="5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2422128"/>
                <a:ext cx="11200384" cy="928688"/>
              </a:xfrm>
              <a:prstGeom prst="rect">
                <a:avLst/>
              </a:prstGeom>
              <a:blipFill>
                <a:blip r:embed="rId5"/>
                <a:stretch>
                  <a:fillRect l="-1471" t="-4054" b="-9459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812800" y="3434953"/>
            <a:ext cx="11200384" cy="1322578"/>
          </a:xfrm>
          <a:prstGeom prst="roundRect">
            <a:avLst>
              <a:gd name="adj" fmla="val 9195"/>
            </a:avLst>
          </a:prstGeom>
          <a:solidFill>
            <a:srgbClr val="FFFAF0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1016000" y="3434953"/>
                <a:ext cx="10793984" cy="132257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ts val="288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dirty="0" smtClean="0">
                          <a:solidFill>
                            <a:srgbClr val="1F2328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m:rPr>
                          <m:sty m:val="p"/>
                        </m:rPr>
                        <a:rPr lang="en-US" sz="2400" i="0" dirty="0">
                          <a:solidFill>
                            <a:srgbClr val="1F2328"/>
                          </a:solidFill>
                          <a:latin typeface="Cambria Math" panose="02040503050406030204" pitchFamily="18" charset="0"/>
                        </a:rPr>
                        <m:t>ost</m:t>
                      </m:r>
                      <m:d>
                        <m:dPr>
                          <m:ctrlPr>
                            <a:rPr lang="en-US" sz="2400" i="1" dirty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i="0" dirty="0">
                          <a:solidFill>
                            <a:srgbClr val="1F23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 dirty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 dirty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0" dirty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 dirty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𝑚𝑑</m:t>
                          </m:r>
                        </m:sub>
                        <m:sup>
                          <m:r>
                            <a:rPr lang="en-US" sz="2400" i="1" dirty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2400" i="0" dirty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i="0" dirty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0" dirty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0" dirty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0, </m:t>
                                  </m:r>
                                  <m:r>
                                    <a:rPr lang="en-US" sz="2400" i="1" dirty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400" i="0" dirty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 dirty="0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sz="2400" i="0" dirty="0">
                          <a:solidFill>
                            <a:srgbClr val="1F2328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i="1" dirty="0">
                          <a:solidFill>
                            <a:srgbClr val="1F2328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2400"/>
              </a:p>
            </p:txBody>
          </p:sp>
        </mc:Choice>
        <mc:Fallback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434953"/>
                <a:ext cx="10793984" cy="1322578"/>
              </a:xfrm>
              <a:prstGeom prst="rect">
                <a:avLst/>
              </a:prstGeom>
              <a:blipFill>
                <a:blip r:embed="rId6"/>
                <a:stretch>
                  <a:fillRect t="-92381" b="-11619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 txBox="1"/>
              <p:nvPr/>
            </p:nvSpPr>
            <p:spPr>
              <a:xfrm>
                <a:off x="812800" y="4763757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3.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Bigger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costs more: monotone → </a:t>
                </a:r>
                <a:r>
                  <a:rPr lang="en-US" sz="22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binary search on the answer</a:t>
                </a: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last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that passes.</a:t>
                </a:r>
                <a:endParaRPr lang="en-US" sz="2250"/>
              </a:p>
            </p:txBody>
          </p:sp>
        </mc:Choice>
        <mc:Fallback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763757"/>
                <a:ext cx="11200384" cy="928688"/>
              </a:xfrm>
              <a:prstGeom prst="rect">
                <a:avLst/>
              </a:prstGeom>
              <a:blipFill>
                <a:blip r:embed="rId7"/>
                <a:stretch>
                  <a:fillRect l="-1471" t="-2667" r="-226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D0441D-E619-602D-9BFC-28D6DA9B4C66}"/>
              </a:ext>
            </a:extLst>
          </p:cNvPr>
          <p:cNvSpPr txBox="1"/>
          <p:nvPr/>
        </p:nvSpPr>
        <p:spPr>
          <a:xfrm>
            <a:off x="5638800" y="2975113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AU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 · WORK IT BY HAND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SAMPLE 1: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39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1 2 5 6 9</a:t>
                </a:r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blipFill>
                <a:blip r:embed="rId3"/>
                <a:stretch>
                  <a:fillRect l="-2602" t="-26923" b="-3461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3730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70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𝑚𝑑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___   right half = ___ ___ ___   search range = [___, ___]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852216"/>
                <a:ext cx="11200384" cy="373063"/>
              </a:xfrm>
              <a:prstGeom prst="rect">
                <a:avLst/>
              </a:prstGeom>
              <a:blipFill>
                <a:blip r:embed="rId4"/>
                <a:stretch>
                  <a:fillRect l="-905" t="-22581" b="-35484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7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360216"/>
              <a:ext cx="10566399" cy="1911350"/>
            </p:xfrm>
            <a:graphic>
              <a:graphicData uri="http://schemas.openxmlformats.org/drawingml/2006/table">
                <a:tbl>
                  <a:tblPr/>
                  <a:tblGrid>
                    <a:gridCol w="147925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90192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211345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25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 up 5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 up 6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 up 9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cost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25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sz="225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oMath>
                          </a14:m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?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67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8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7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360216"/>
              <a:ext cx="10566399" cy="1911350"/>
            </p:xfrm>
            <a:graphic>
              <a:graphicData uri="http://schemas.openxmlformats.org/drawingml/2006/table">
                <a:tbl>
                  <a:tblPr/>
                  <a:tblGrid>
                    <a:gridCol w="147925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90192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211345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82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862" t="-5263" r="-618103" b="-3210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 up 5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 up 6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 up 9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cost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401807" t="-5263" r="-602" b="-3210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762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762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762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8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 3"/>
          <p:cNvSpPr txBox="1"/>
          <p:nvPr/>
        </p:nvSpPr>
        <p:spPr>
          <a:xfrm>
            <a:off x="812800" y="4398566"/>
            <a:ext cx="11200384" cy="37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= ___</a:t>
            </a:r>
            <a:endParaRPr lang="en-US" sz="2250"/>
          </a:p>
        </p:txBody>
      </p:sp>
      <p:sp>
        <p:nvSpPr>
          <p:cNvPr id="7" name="Text 4"/>
          <p:cNvSpPr txBox="1"/>
          <p:nvPr/>
        </p:nvSpPr>
        <p:spPr>
          <a:xfrm>
            <a:off x="2292350" y="28956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8" name="Text 5"/>
          <p:cNvSpPr txBox="1"/>
          <p:nvPr/>
        </p:nvSpPr>
        <p:spPr>
          <a:xfrm>
            <a:off x="3981450" y="28956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/>
          </a:p>
        </p:txBody>
      </p:sp>
      <p:sp>
        <p:nvSpPr>
          <p:cNvPr id="9" name="Text 6"/>
          <p:cNvSpPr txBox="1"/>
          <p:nvPr/>
        </p:nvSpPr>
        <p:spPr>
          <a:xfrm>
            <a:off x="5670550" y="28956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/>
          </a:p>
        </p:txBody>
      </p:sp>
      <p:sp>
        <p:nvSpPr>
          <p:cNvPr id="10" name="Text 7"/>
          <p:cNvSpPr txBox="1"/>
          <p:nvPr/>
        </p:nvSpPr>
        <p:spPr>
          <a:xfrm>
            <a:off x="7366000" y="2895600"/>
            <a:ext cx="1905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11" name="Text 8"/>
          <p:cNvSpPr txBox="1"/>
          <p:nvPr/>
        </p:nvSpPr>
        <p:spPr>
          <a:xfrm>
            <a:off x="9264650" y="289560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/>
          </a:p>
        </p:txBody>
      </p:sp>
      <p:sp>
        <p:nvSpPr>
          <p:cNvPr id="12" name="Text 9"/>
          <p:cNvSpPr txBox="1"/>
          <p:nvPr/>
        </p:nvSpPr>
        <p:spPr>
          <a:xfrm>
            <a:off x="2292350" y="33591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13" name="Text 10"/>
          <p:cNvSpPr txBox="1"/>
          <p:nvPr/>
        </p:nvSpPr>
        <p:spPr>
          <a:xfrm>
            <a:off x="3981450" y="33591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/>
          </a:p>
        </p:txBody>
      </p:sp>
      <p:sp>
        <p:nvSpPr>
          <p:cNvPr id="14" name="Text 11"/>
          <p:cNvSpPr txBox="1"/>
          <p:nvPr/>
        </p:nvSpPr>
        <p:spPr>
          <a:xfrm>
            <a:off x="5670550" y="33591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/>
          </a:p>
        </p:txBody>
      </p:sp>
      <p:sp>
        <p:nvSpPr>
          <p:cNvPr id="15" name="Text 12"/>
          <p:cNvSpPr txBox="1"/>
          <p:nvPr/>
        </p:nvSpPr>
        <p:spPr>
          <a:xfrm>
            <a:off x="7366000" y="3359150"/>
            <a:ext cx="1905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/>
          </a:p>
        </p:txBody>
      </p:sp>
      <p:sp>
        <p:nvSpPr>
          <p:cNvPr id="16" name="Text 13"/>
          <p:cNvSpPr txBox="1"/>
          <p:nvPr/>
        </p:nvSpPr>
        <p:spPr>
          <a:xfrm>
            <a:off x="9264650" y="335915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/>
          </a:p>
        </p:txBody>
      </p:sp>
      <p:sp>
        <p:nvSpPr>
          <p:cNvPr id="17" name="Text 14"/>
          <p:cNvSpPr txBox="1"/>
          <p:nvPr/>
        </p:nvSpPr>
        <p:spPr>
          <a:xfrm>
            <a:off x="2292350" y="38227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/>
          </a:p>
        </p:txBody>
      </p:sp>
      <p:sp>
        <p:nvSpPr>
          <p:cNvPr id="18" name="Text 15"/>
          <p:cNvSpPr txBox="1"/>
          <p:nvPr/>
        </p:nvSpPr>
        <p:spPr>
          <a:xfrm>
            <a:off x="3981450" y="38227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/>
          </a:p>
        </p:txBody>
      </p:sp>
      <p:sp>
        <p:nvSpPr>
          <p:cNvPr id="19" name="Text 16"/>
          <p:cNvSpPr txBox="1"/>
          <p:nvPr/>
        </p:nvSpPr>
        <p:spPr>
          <a:xfrm>
            <a:off x="5670550" y="38227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/>
          </a:p>
        </p:txBody>
      </p:sp>
      <p:sp>
        <p:nvSpPr>
          <p:cNvPr id="20" name="Text 17"/>
          <p:cNvSpPr txBox="1"/>
          <p:nvPr/>
        </p:nvSpPr>
        <p:spPr>
          <a:xfrm>
            <a:off x="7366000" y="3822700"/>
            <a:ext cx="1905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/>
          </a:p>
        </p:txBody>
      </p:sp>
      <p:sp>
        <p:nvSpPr>
          <p:cNvPr id="21" name="Text 18"/>
          <p:cNvSpPr txBox="1"/>
          <p:nvPr/>
        </p:nvSpPr>
        <p:spPr>
          <a:xfrm>
            <a:off x="9264650" y="382270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50"/>
          </a:p>
        </p:txBody>
      </p:sp>
      <p:sp>
        <p:nvSpPr>
          <p:cNvPr id="22" name="Text 19"/>
          <p:cNvSpPr txBox="1"/>
          <p:nvPr/>
        </p:nvSpPr>
        <p:spPr>
          <a:xfrm>
            <a:off x="1384300" y="17716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/>
          </a:p>
        </p:txBody>
      </p:sp>
      <p:sp>
        <p:nvSpPr>
          <p:cNvPr id="23" name="Text 20"/>
          <p:cNvSpPr txBox="1"/>
          <p:nvPr/>
        </p:nvSpPr>
        <p:spPr>
          <a:xfrm>
            <a:off x="3517900" y="17716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/>
          </a:p>
        </p:txBody>
      </p:sp>
      <p:sp>
        <p:nvSpPr>
          <p:cNvPr id="24" name="Text 21"/>
          <p:cNvSpPr txBox="1"/>
          <p:nvPr/>
        </p:nvSpPr>
        <p:spPr>
          <a:xfrm>
            <a:off x="4076700" y="17716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/>
          </a:p>
        </p:txBody>
      </p:sp>
      <p:sp>
        <p:nvSpPr>
          <p:cNvPr id="25" name="Text 22"/>
          <p:cNvSpPr txBox="1"/>
          <p:nvPr/>
        </p:nvSpPr>
        <p:spPr>
          <a:xfrm>
            <a:off x="4629150" y="17716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50"/>
          </a:p>
        </p:txBody>
      </p:sp>
      <p:sp>
        <p:nvSpPr>
          <p:cNvPr id="26" name="Text 23"/>
          <p:cNvSpPr txBox="1"/>
          <p:nvPr/>
        </p:nvSpPr>
        <p:spPr>
          <a:xfrm>
            <a:off x="7416800" y="17716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/>
          </a:p>
        </p:txBody>
      </p:sp>
      <p:sp>
        <p:nvSpPr>
          <p:cNvPr id="5" name="Text 24"/>
          <p:cNvSpPr txBox="1"/>
          <p:nvPr/>
        </p:nvSpPr>
        <p:spPr>
          <a:xfrm>
            <a:off x="8058150" y="177165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50"/>
          </a:p>
        </p:txBody>
      </p:sp>
      <p:sp>
        <p:nvSpPr>
          <p:cNvPr id="28" name="Text 25"/>
          <p:cNvSpPr txBox="1"/>
          <p:nvPr/>
        </p:nvSpPr>
        <p:spPr>
          <a:xfrm>
            <a:off x="1936750" y="4318000"/>
            <a:ext cx="781050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50"/>
          </a:p>
        </p:txBody>
      </p:sp>
      <p:sp>
        <p:nvSpPr>
          <p:cNvPr id="29" name="Shape 2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5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ALL THREE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USES OF THE WATER LEVEL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903016"/>
              <a:ext cx="10566400" cy="3009900"/>
            </p:xfrm>
            <a:graphic>
              <a:graphicData uri="http://schemas.openxmlformats.org/drawingml/2006/table">
                <a:tbl>
                  <a:tblPr/>
                  <a:tblGrid>
                    <a:gridCol w="200759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85283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852837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85313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Prime Minister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Mundane Square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Wheeling and Dealing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53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Columns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Right half's wealth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What each column needs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Each rival's votes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2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Action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Fill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below </a:t>
                          </a: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Cut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above </a:t>
                          </a: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oMath>
                          </a14:m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195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per cell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Cut</a:t>
                          </a: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above </a:t>
                          </a: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95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Find the level by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 (last </a:t>
                          </a: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)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 (first </a:t>
                          </a: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oMath>
                          </a14:m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)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Trying every </a:t>
                          </a: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Goal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Optimise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Exists? Build it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Optimise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903016"/>
              <a:ext cx="10566400" cy="3009900"/>
            </p:xfrm>
            <a:graphic>
              <a:graphicData uri="http://schemas.openxmlformats.org/drawingml/2006/table">
                <a:tbl>
                  <a:tblPr/>
                  <a:tblGrid>
                    <a:gridCol w="200759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85283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852837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85313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4318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Prime Minister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Mundane Square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Wheeling and Dealing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17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Columns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Right half's wealth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What each column needs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Each rival's votes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17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Action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0667" t="-161404" r="-200000" b="-1701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71429" t="-161404" r="-100893" b="-1701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70222" t="-161404" r="-444" b="-1701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17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Find the level by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0667" t="-266071" r="-200000" b="-732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71429" t="-266071" r="-100893" b="-732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70222" t="-266071" r="-444" b="-732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Goal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Optimise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Exists? Build it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Optimise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VS CUT IN CODE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MIN, ONE MAX APART</a:t>
            </a:r>
            <a:endParaRPr lang="en-US" sz="390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5371338" cy="37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Minister: fill</a:t>
            </a:r>
            <a:endParaRPr lang="en-US" sz="2250"/>
          </a:p>
        </p:txBody>
      </p:sp>
      <p:sp>
        <p:nvSpPr>
          <p:cNvPr id="5" name="Shape 3"/>
          <p:cNvSpPr/>
          <p:nvPr/>
        </p:nvSpPr>
        <p:spPr>
          <a:xfrm>
            <a:off x="812800" y="2309416"/>
            <a:ext cx="5067300" cy="2698750"/>
          </a:xfrm>
          <a:prstGeom prst="roundRect">
            <a:avLst>
              <a:gd name="adj" fmla="val 1882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 txBox="1"/>
          <p:nvPr/>
        </p:nvSpPr>
        <p:spPr>
          <a:xfrm>
            <a:off x="1022350" y="2468166"/>
            <a:ext cx="5205984" cy="2405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bool check(long long x){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cost = 0;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i = md; i &lt;= n; i ++)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if (a[i] &lt; x){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cost += x - a[i];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if (cost &gt; K)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    return false;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}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true;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50"/>
          </a:p>
        </p:txBody>
      </p:sp>
      <p:sp>
        <p:nvSpPr>
          <p:cNvPr id="7" name="Text 5"/>
          <p:cNvSpPr txBox="1"/>
          <p:nvPr/>
        </p:nvSpPr>
        <p:spPr>
          <a:xfrm>
            <a:off x="6134100" y="1903016"/>
            <a:ext cx="5371338" cy="37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Mundane Square: cut</a:t>
            </a:r>
            <a:endParaRPr lang="en-US" sz="2250"/>
          </a:p>
        </p:txBody>
      </p:sp>
      <p:sp>
        <p:nvSpPr>
          <p:cNvPr id="8" name="Shape 6"/>
          <p:cNvSpPr/>
          <p:nvPr/>
        </p:nvSpPr>
        <p:spPr>
          <a:xfrm>
            <a:off x="6134100" y="2309416"/>
            <a:ext cx="5067300" cy="1984375"/>
          </a:xfrm>
          <a:prstGeom prst="roundRect">
            <a:avLst>
              <a:gd name="adj" fmla="val 2560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 txBox="1"/>
          <p:nvPr/>
        </p:nvSpPr>
        <p:spPr>
          <a:xfrm>
            <a:off x="6343650" y="2468166"/>
            <a:ext cx="5205984" cy="16906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give(long long lam){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sum = 0;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j = 1; j &lt;= n; j ++)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sum += min(K,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max(0LL, rem[j] - lam));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sum;</a:t>
            </a:r>
            <a:endParaRPr lang="en-US" sz="1250"/>
          </a:p>
          <a:p>
            <a:pPr marL="0" indent="0" algn="l">
              <a:lnSpc>
                <a:spcPts val="1875"/>
              </a:lnSpc>
              <a:buNone/>
            </a:pPr>
            <a:r>
              <a:rPr lang="en-US" sz="12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50"/>
          </a:p>
        </p:txBody>
      </p:sp>
      <p:sp>
        <p:nvSpPr>
          <p:cNvPr id="10" name="Shape 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 MINISTER · COMPLEXITY RECAP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FROM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m:rPr>
                            <m:sty m:val="p"/>
                          </m:rPr>
                          <a:rPr lang="en-US" sz="3900" b="1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sz="39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n-US" sz="3900" b="1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en-US" sz="3900"/>
              </a:p>
            </p:txBody>
          </p:sp>
        </mc:Choice>
        <mc:Fallback>
          <p:sp>
            <p:nvSpPr>
              <p:cNvPr id="3" name="Text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blipFill>
                <a:blip r:embed="rId3"/>
                <a:stretch>
                  <a:fillRect l="-2602" t="-26923" b="-3461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212725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461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Give $1 at a time to the poorest of the right half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0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2100" i="1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1.8</m:t>
                              </m:r>
                              <m:r>
                                <a:rPr lang="en-US" sz="2100" i="0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target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from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𝑚𝑑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upwards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100" i="0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14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✗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44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</a:t>
                          </a: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on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with an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check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2100" i="1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212725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Give $1 at a time to the poorest of the right half</a:t>
                          </a:r>
                          <a:endParaRPr lang="en-US" sz="21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7158" t="-60656" r="-118579" b="-1295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85648" t="-60656" r="-463" b="-1295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1" t="-272222" r="-92379" b="-1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7158" t="-272222" r="-118579" b="-1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85648" t="-272222" r="-463" b="-119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1" t="-372222" r="-92379" b="-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7158" t="-372222" r="-118579" b="-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85648" t="-372222" r="-463" b="-19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2"/>
              <p:cNvSpPr txBox="1"/>
              <p:nvPr/>
            </p:nvSpPr>
            <p:spPr>
              <a:xfrm>
                <a:off x="812800" y="4106466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375"/>
                  </a:lnSpc>
                  <a:buNone/>
                </a:pPr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Only the right half matters (Greedy); "can the median reach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?" is monotone, so about 30 checks replace up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en-US" sz="225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tries.</a:t>
                </a:r>
                <a:endParaRPr lang="en-US" sz="2250"/>
              </a:p>
            </p:txBody>
          </p:sp>
        </mc:Choice>
        <mc:Fallback>
          <p:sp>
            <p:nvSpPr>
              <p:cNvPr id="5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106466"/>
                <a:ext cx="11200384" cy="900113"/>
              </a:xfrm>
              <a:prstGeom prst="rect">
                <a:avLst/>
              </a:prstGeom>
              <a:blipFill>
                <a:blip r:embed="rId5"/>
                <a:stretch>
                  <a:fillRect l="-1471" t="-4167" b="-11111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EF3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8A5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CODING · 25 MINUTES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PRIME MINISTER FROM SCRATCH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094720" cy="2514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Read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(long long);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𝑚𝑑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Write check(x): top up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𝑚𝑑</m:t>
                        </m:r>
                      </m:sub>
                    </m:sSub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stop early once cost </a:t>
                </a:r>
                <a14:m>
                  <m:oMath xmlns:m="http://schemas.openxmlformats.org/officeDocument/2006/math"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Binary search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𝑚𝑑</m:t>
                            </m:r>
                          </m:sub>
                        </m:sSub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𝑚𝑑</m:t>
                            </m:r>
                          </m:sub>
                        </m:sSub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for the last value that passes</a:t>
                </a:r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Print r</a:t>
                </a:r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Test the samples: expect 7, 6, 2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903016"/>
                <a:ext cx="11094720" cy="2514600"/>
              </a:xfrm>
              <a:prstGeom prst="rect">
                <a:avLst/>
              </a:prstGeom>
              <a:blipFill>
                <a:blip r:embed="rId3"/>
                <a:stretch>
                  <a:fillRect l="-1371" b="-1005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3"/>
          <p:cNvSpPr txBox="1"/>
          <p:nvPr/>
        </p:nvSpPr>
        <p:spPr>
          <a:xfrm>
            <a:off x="812800" y="4535091"/>
            <a:ext cx="11200384" cy="649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early? Write the slow version for subtask 3: give $1 at a time to the poorest of the right half. Compare answers.</a:t>
            </a:r>
            <a:endParaRPr lang="en-US" sz="2100"/>
          </a:p>
        </p:txBody>
      </p:sp>
      <p:sp>
        <p:nvSpPr>
          <p:cNvPr id="6" name="Text 4"/>
          <p:cNvSpPr txBox="1"/>
          <p:nvPr/>
        </p:nvSpPr>
        <p:spPr>
          <a:xfrm>
            <a:off x="812800" y="5347891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Submit: </a:t>
            </a:r>
            <a:r>
              <a:rPr lang="en-US" sz="1950" u="sng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orac2.info/problem/1751</a:t>
            </a:r>
            <a:endParaRPr lang="en-US" sz="195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TECHNIQUES USED SO FAR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9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4260850"/>
            </p:xfrm>
            <a:graphic>
              <a:graphicData uri="http://schemas.openxmlformats.org/drawingml/2006/table">
                <a:tbl>
                  <a:tblPr/>
                  <a:tblGrid>
                    <a:gridCol w="2958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901924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90192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90192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902123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Problem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Prefix Sum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Two Pointers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159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Spaceship Shuffle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median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Tennis Robot II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Twin Rivers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bridges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Laser Cutter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optional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Space Mission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prefix min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Lollipops II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counting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Mundane Square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level </a:t>
                          </a:r>
                          <a14:m>
                            <m:oMath xmlns:m="http://schemas.openxmlformats.org/officeDocument/2006/math">
                              <m:r>
                                <a:rPr lang="en-US" sz="19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oMath>
                          </a14:m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Wheeling and Dealing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buckets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412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Prime Minister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right half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9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4260850"/>
            </p:xfrm>
            <a:graphic>
              <a:graphicData uri="http://schemas.openxmlformats.org/drawingml/2006/table">
                <a:tbl>
                  <a:tblPr/>
                  <a:tblGrid>
                    <a:gridCol w="2958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901924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90192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90192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902123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4318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Problem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Prefix Sum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Two Pointers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Spaceship Shuffle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median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Tennis Robot II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Twin Rivers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bridges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Laser Cutter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optional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Space Mission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prefix min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Lollipops II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counting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Mundane Square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57718" t="-697059" r="-202013" b="-2147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Wheeling and Dealing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buckets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4254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Prime Minister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340"/>
                            </a:lnSpc>
                            <a:buNone/>
                          </a:pPr>
                          <a:r>
                            <a:rPr lang="en-US" sz="19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right half</a:t>
                          </a:r>
                          <a:endParaRPr lang="en-US" sz="19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LESSON 4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HOMEWORK</a:t>
            </a:r>
            <a:endParaRPr lang="en-US" sz="3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094720" cy="20288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Mundane Square: full program · </a:t>
                </a:r>
                <a:r>
                  <a:rPr lang="en-US" sz="2250" u="sng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orac2.info/problem/1747</a:t>
                </a:r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Wheeling and Dealing: subtasks 1–3, then full marks with cost buckets · </a:t>
                </a:r>
                <a:r>
                  <a:rPr lang="en-US" sz="2250" u="sng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orac2.info/problem/1298</a:t>
                </a:r>
                <a:endParaRPr lang="en-US" sz="225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Think: in Mundane Square, what goes wrong if each cell has its own cap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?</a:t>
                </a:r>
                <a:endParaRPr lang="en-US" sz="2250"/>
              </a:p>
            </p:txBody>
          </p:sp>
        </mc:Choice>
        <mc:Fallback>
          <p:sp>
            <p:nvSpPr>
              <p:cNvPr id="4" name="Tex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903016"/>
                <a:ext cx="11094720" cy="2028825"/>
              </a:xfrm>
              <a:prstGeom prst="rect">
                <a:avLst/>
              </a:prstGeom>
              <a:blipFill>
                <a:blip r:embed="rId5"/>
                <a:stretch>
                  <a:fillRect l="-1371" b="-621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READING · FENWICK TREE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TOP-UP IS A PREFIX-SUM QUESTION</a:t>
            </a:r>
            <a:endParaRPr lang="en-US" sz="3500"/>
          </a:p>
        </p:txBody>
      </p:sp>
      <p:pic>
        <p:nvPicPr>
          <p:cNvPr id="4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743075"/>
            <a:ext cx="4826000" cy="29845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0" y="1743075"/>
            <a:ext cx="5761736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the pool as a count array over cost: cnt[c] = voters left with cost c.</a:t>
            </a:r>
            <a:endParaRPr lang="en-US" sz="1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3"/>
              <p:cNvSpPr txBox="1"/>
              <p:nvPr/>
            </p:nvSpPr>
            <p:spPr>
              <a:xfrm>
                <a:off x="5943600" y="2403475"/>
                <a:ext cx="5761736" cy="2952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100"/>
                  </a:lnSpc>
                  <a:buNone/>
                </a:pPr>
                <a:r>
                  <a:rPr lang="en-US" sz="15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</a:t>
                </a:r>
                <a14:m>
                  <m:oMath xmlns:m="http://schemas.openxmlformats.org/officeDocument/2006/math">
                    <m:r>
                      <a:rPr lang="en-US" sz="15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5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cheapest = walk the </a:t>
                </a:r>
                <a:r>
                  <a:rPr lang="en-US" sz="15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prefix counts</a:t>
                </a:r>
                <a:r>
                  <a:rPr lang="en-US" sz="15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until they reach </a:t>
                </a:r>
                <a14:m>
                  <m:oMath xmlns:m="http://schemas.openxmlformats.org/officeDocument/2006/math">
                    <m:r>
                      <a:rPr lang="en-US" sz="15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5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500"/>
              </a:p>
            </p:txBody>
          </p:sp>
        </mc:Choice>
        <mc:Fallback>
          <p:sp>
            <p:nvSpPr>
              <p:cNvPr id="6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0" y="2403475"/>
                <a:ext cx="5761736" cy="295275"/>
              </a:xfrm>
              <a:prstGeom prst="rect">
                <a:avLst/>
              </a:prstGeom>
              <a:blipFill>
                <a:blip r:embed="rId4"/>
                <a:stretch>
                  <a:fillRect l="-2203" t="-16667" b="-20833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4"/>
          <p:cNvSpPr txBox="1"/>
          <p:nvPr/>
        </p:nvSpPr>
        <p:spPr>
          <a:xfrm>
            <a:off x="5943600" y="2797175"/>
            <a:ext cx="5761736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pool keeps changing (forced buys remove voters), so we need two fast operations: </a:t>
            </a:r>
            <a:r>
              <a:rPr lang="en-US" sz="15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one cnt[c]</a:t>
            </a:r>
            <a:r>
              <a:rPr lang="en-US" sz="15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</a:t>
            </a:r>
            <a:r>
              <a:rPr lang="en-US" sz="15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the prefix sums</a:t>
            </a:r>
            <a:r>
              <a:rPr lang="en-US" sz="15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9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5943600" y="3724275"/>
              <a:ext cx="5435600" cy="1352550"/>
            </p:xfrm>
            <a:graphic>
              <a:graphicData uri="http://schemas.openxmlformats.org/drawingml/2006/table">
                <a:tbl>
                  <a:tblPr/>
                  <a:tblGrid>
                    <a:gridCol w="239593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70676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33290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30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Pool stored as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Change cnt[c]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35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r>
                            <a:rPr lang="en-US" sz="13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cheapest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3337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Plain array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35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135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35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35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135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35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30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Blocks of 100 (lesson)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35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135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35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35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135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n-US" sz="1350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1350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</m:rad>
                                  </m:e>
                                </m:d>
                              </m:oMath>
                            </m:oMathPara>
                          </a14:m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0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Fenwick tree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35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135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35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  <m:r>
                                      <a:rPr lang="en-US" sz="135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35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135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35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  <m:r>
                                      <a:rPr lang="en-US" sz="135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9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5943600" y="3724275"/>
              <a:ext cx="5435600" cy="1352550"/>
            </p:xfrm>
            <a:graphic>
              <a:graphicData uri="http://schemas.openxmlformats.org/drawingml/2006/table">
                <a:tbl>
                  <a:tblPr/>
                  <a:tblGrid>
                    <a:gridCol w="239593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70676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33290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429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Pool stored as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Change cnt[c]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07619" t="-3704" r="-952" b="-30740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36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Plain array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41045" t="-103704" r="-79104" b="-2074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07619" t="-103704" r="-952" b="-20740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36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Blocks of 100 (lesson)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41045" t="-211538" r="-79104" b="-1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07619" t="-211538" r="-952" b="-1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6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620"/>
                            </a:lnSpc>
                            <a:buNone/>
                          </a:pPr>
                          <a:r>
                            <a:rPr lang="en-US" sz="135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Fenwick tree</a:t>
                          </a:r>
                          <a:endParaRPr lang="en-US" sz="135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41045" t="-300000" r="-79104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07619" t="-300000" r="-952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5"/>
              <p:cNvSpPr txBox="1"/>
              <p:nvPr/>
            </p:nvSpPr>
            <p:spPr>
              <a:xfrm>
                <a:off x="5943600" y="5178425"/>
                <a:ext cx="5761736" cy="2006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44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20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number of different costs (10 001 here).</a:t>
                </a:r>
                <a:endParaRPr lang="en-US" sz="1200"/>
              </a:p>
            </p:txBody>
          </p:sp>
        </mc:Choice>
        <mc:Fallback>
          <p:sp>
            <p:nvSpPr>
              <p:cNvPr id="9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0" y="5178425"/>
                <a:ext cx="5761736" cy="200660"/>
              </a:xfrm>
              <a:prstGeom prst="rect">
                <a:avLst/>
              </a:prstGeom>
              <a:blipFill>
                <a:blip r:embed="rId6"/>
                <a:stretch>
                  <a:fillRect l="-1101" t="-23529" b="-35294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READING · FENWICK TREE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CELL STORES ONE BLOCK</a:t>
            </a:r>
            <a:endParaRPr lang="en-US" sz="3500"/>
          </a:p>
        </p:txBody>
      </p:sp>
      <p:pic>
        <p:nvPicPr>
          <p:cNvPr id="4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743075"/>
            <a:ext cx="10541000" cy="2032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2800" y="3927475"/>
            <a:ext cx="60579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lowbit(i) = i &amp; (−i)</a:t>
            </a:r>
            <a:r>
              <a:rPr lang="en-US" sz="15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lowest set bit of i.</a:t>
            </a:r>
            <a:endParaRPr lang="en-US" sz="1500"/>
          </a:p>
        </p:txBody>
      </p:sp>
      <p:sp>
        <p:nvSpPr>
          <p:cNvPr id="6" name="Text 3"/>
          <p:cNvSpPr txBox="1"/>
          <p:nvPr/>
        </p:nvSpPr>
        <p:spPr>
          <a:xfrm>
            <a:off x="812800" y="4283075"/>
            <a:ext cx="605790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tree[i] stores the sum of cnt over the </a:t>
            </a:r>
            <a:r>
              <a:rPr lang="en-US" sz="15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lowbit(i) positions ending at i</a:t>
            </a:r>
            <a:r>
              <a:rPr lang="en-US" sz="15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cnt[i − lowbit(i) + 1] + … + cnt[i].</a:t>
            </a:r>
            <a:endParaRPr lang="en-US" sz="1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4"/>
              <p:cNvSpPr txBox="1"/>
              <p:nvPr/>
            </p:nvSpPr>
            <p:spPr>
              <a:xfrm>
                <a:off x="812800" y="4905375"/>
                <a:ext cx="6057900" cy="2952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100"/>
                  </a:lnSpc>
                  <a:buNone/>
                </a:pPr>
                <a:r>
                  <a:rPr lang="en-US" sz="15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Every prefix 1..</a:t>
                </a:r>
                <a14:m>
                  <m:oMath xmlns:m="http://schemas.openxmlformats.org/officeDocument/2006/math">
                    <m:r>
                      <a:rPr lang="en-US" sz="15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5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splits into at most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5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5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of these blocks.</a:t>
                </a:r>
                <a:endParaRPr lang="en-US" sz="1500"/>
              </a:p>
            </p:txBody>
          </p:sp>
        </mc:Choice>
        <mc:Fallback>
          <p:sp>
            <p:nvSpPr>
              <p:cNvPr id="7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905375"/>
                <a:ext cx="6057900" cy="295275"/>
              </a:xfrm>
              <a:prstGeom prst="rect">
                <a:avLst/>
              </a:prstGeom>
              <a:blipFill>
                <a:blip r:embed="rId4"/>
                <a:stretch>
                  <a:fillRect l="-1883" t="-16667" b="-20833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34200" y="3927475"/>
          <a:ext cx="4445000" cy="1689100"/>
        </p:xfrm>
        <a:graphic>
          <a:graphicData uri="http://schemas.openxmlformats.org/drawingml/2006/table">
            <a:tbl>
              <a:tblPr/>
              <a:tblGrid>
                <a:gridCol w="566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23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44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1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lowbit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 b="1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tree[i] covers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0110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5..6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0111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1000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1..8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1100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20"/>
                        </a:lnSpc>
                        <a:buNone/>
                      </a:pPr>
                      <a:r>
                        <a:rPr lang="en-US" sz="135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9..12</a:t>
                      </a:r>
                      <a:endParaRPr lang="en-US" sz="13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READING · FENWICK TREE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AND PREFIX SUM: JUMP BY LOWBIT</a:t>
            </a:r>
            <a:endParaRPr lang="en-US" sz="3500"/>
          </a:p>
        </p:txBody>
      </p:sp>
      <p:sp>
        <p:nvSpPr>
          <p:cNvPr id="4" name="Text 2"/>
          <p:cNvSpPr txBox="1"/>
          <p:nvPr/>
        </p:nvSpPr>
        <p:spPr>
          <a:xfrm>
            <a:off x="812800" y="1743075"/>
            <a:ext cx="5465572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>
                <a:solidFill>
                  <a:srgbClr val="E09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cnt[5]: go up, i += lowbit(i)</a:t>
            </a:r>
            <a:endParaRPr lang="en-US" sz="1600"/>
          </a:p>
        </p:txBody>
      </p:sp>
      <p:pic>
        <p:nvPicPr>
          <p:cNvPr id="5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2054225"/>
            <a:ext cx="5080000" cy="21272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2800" y="4257675"/>
            <a:ext cx="5465572" cy="275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→ 6 → 8 → 16: every block that contains 5.</a:t>
            </a:r>
            <a:endParaRPr lang="en-US" sz="1400"/>
          </a:p>
        </p:txBody>
      </p:sp>
      <p:sp>
        <p:nvSpPr>
          <p:cNvPr id="7" name="Shape 4"/>
          <p:cNvSpPr/>
          <p:nvPr/>
        </p:nvSpPr>
        <p:spPr>
          <a:xfrm>
            <a:off x="812800" y="4582716"/>
            <a:ext cx="5156200" cy="1488877"/>
          </a:xfrm>
          <a:prstGeom prst="roundRect">
            <a:avLst>
              <a:gd name="adj" fmla="val 3412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5"/>
          <p:cNvSpPr txBox="1"/>
          <p:nvPr/>
        </p:nvSpPr>
        <p:spPr>
          <a:xfrm>
            <a:off x="958850" y="4677966"/>
            <a:ext cx="5447792" cy="888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void add(int i, long long d){</a:t>
            </a:r>
            <a:endParaRPr lang="en-US" sz="1200"/>
          </a:p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(; i &lt;= SZ; i += i &amp; (-i))</a:t>
            </a:r>
            <a:endParaRPr lang="en-US" sz="1200"/>
          </a:p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tree[i] += d;</a:t>
            </a:r>
            <a:endParaRPr lang="en-US" sz="1200"/>
          </a:p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/>
          </a:p>
        </p:txBody>
      </p:sp>
      <p:sp>
        <p:nvSpPr>
          <p:cNvPr id="9" name="Text 6"/>
          <p:cNvSpPr txBox="1"/>
          <p:nvPr/>
        </p:nvSpPr>
        <p:spPr>
          <a:xfrm>
            <a:off x="6223000" y="1743075"/>
            <a:ext cx="5465572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 of cnt[1..13]: go down, i −= lowbit(i)</a:t>
            </a:r>
            <a:endParaRPr lang="en-US" sz="1600"/>
          </a:p>
        </p:txBody>
      </p:sp>
      <p:pic>
        <p:nvPicPr>
          <p:cNvPr id="10" name="Image 1" descr="Diagra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2054225"/>
            <a:ext cx="5080000" cy="21272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223000" y="4257675"/>
            <a:ext cx="5465572" cy="275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→ 12 → 8: blocks 13, 9..12, 1..8 tile 1..13.</a:t>
            </a:r>
            <a:endParaRPr lang="en-US" sz="1400"/>
          </a:p>
        </p:txBody>
      </p:sp>
      <p:sp>
        <p:nvSpPr>
          <p:cNvPr id="12" name="Shape 8"/>
          <p:cNvSpPr/>
          <p:nvPr/>
        </p:nvSpPr>
        <p:spPr>
          <a:xfrm>
            <a:off x="6223000" y="4582716"/>
            <a:ext cx="5156200" cy="1488877"/>
          </a:xfrm>
          <a:prstGeom prst="roundRect">
            <a:avLst>
              <a:gd name="adj" fmla="val 3412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9"/>
          <p:cNvSpPr txBox="1"/>
          <p:nvPr/>
        </p:nvSpPr>
        <p:spPr>
          <a:xfrm>
            <a:off x="6369050" y="4677966"/>
            <a:ext cx="5447792" cy="13212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ask(int i){</a:t>
            </a:r>
            <a:endParaRPr lang="en-US" sz="1200"/>
          </a:p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s = 0;</a:t>
            </a:r>
            <a:endParaRPr lang="en-US" sz="1200"/>
          </a:p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(; i &gt; 0; i -= i &amp; (-i))</a:t>
            </a:r>
            <a:endParaRPr lang="en-US" sz="1200"/>
          </a:p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s += tree[i];</a:t>
            </a:r>
            <a:endParaRPr lang="en-US" sz="1200"/>
          </a:p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s;</a:t>
            </a:r>
            <a:endParaRPr lang="en-US" sz="1200"/>
          </a:p>
          <a:p>
            <a:pPr marL="0" indent="0" algn="l">
              <a:lnSpc>
                <a:spcPts val="1704"/>
              </a:lnSpc>
              <a:buNone/>
            </a:pPr>
            <a:r>
              <a:rPr lang="en-US" sz="12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 10"/>
              <p:cNvSpPr txBox="1"/>
              <p:nvPr/>
            </p:nvSpPr>
            <p:spPr>
              <a:xfrm>
                <a:off x="812800" y="6223992"/>
                <a:ext cx="11200384" cy="2444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800"/>
                  </a:lnSpc>
                  <a:buNone/>
                </a:pPr>
                <a:r>
                  <a:rPr lang="en-US" sz="150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Each jump clears or carries one bit, so both loops take at most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 b="1" i="0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50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500" b="1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steps.</a:t>
                </a:r>
                <a:endParaRPr lang="en-US" sz="1500"/>
              </a:p>
            </p:txBody>
          </p:sp>
        </mc:Choice>
        <mc:Fallback>
          <p:sp>
            <p:nvSpPr>
              <p:cNvPr id="14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6223992"/>
                <a:ext cx="11200384" cy="244475"/>
              </a:xfrm>
              <a:prstGeom prst="rect">
                <a:avLst/>
              </a:prstGeom>
              <a:blipFill>
                <a:blip r:embed="rId5"/>
                <a:stretch>
                  <a:fillRect l="-1018" t="-25000" b="-4000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Shape 11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READING · FENWICK TREE</a:t>
            </a:r>
            <a:endParaRPr lang="en-US" sz="1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 txBox="1"/>
              <p:nvPr/>
            </p:nvSpPr>
            <p:spPr>
              <a:xfrm>
                <a:off x="812800" y="1079500"/>
                <a:ext cx="11200384" cy="5778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025"/>
                  </a:lnSpc>
                  <a:buNone/>
                </a:pPr>
                <a:r>
                  <a:rPr lang="en-US" sz="35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FIND THE </a:t>
                </a:r>
                <a14:m>
                  <m:oMath xmlns:m="http://schemas.openxmlformats.org/officeDocument/2006/math">
                    <m:r>
                      <a:rPr lang="en-US" sz="35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3500" b="1" kern="0" spc="1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CHEAPEST: WALK DOWN</a:t>
                </a:r>
                <a:endParaRPr lang="en-US" sz="3500"/>
              </a:p>
            </p:txBody>
          </p:sp>
        </mc:Choice>
        <mc:Fallback>
          <p:sp>
            <p:nvSpPr>
              <p:cNvPr id="3" name="Text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1079500"/>
                <a:ext cx="11200384" cy="577850"/>
              </a:xfrm>
              <a:prstGeom prst="rect">
                <a:avLst/>
              </a:prstGeom>
              <a:blipFill>
                <a:blip r:embed="rId3"/>
                <a:stretch>
                  <a:fillRect l="-2376" t="-25532" b="-34043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0" descr="Diagra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1743075"/>
            <a:ext cx="4826000" cy="20955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2800" y="3902075"/>
            <a:ext cx="5115560" cy="48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>
                <a:solidFill>
                  <a:srgbClr val="E09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</a:t>
            </a:r>
            <a:r>
              <a:rPr lang="en-US" sz="13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tried, too many. </a:t>
            </a:r>
            <a:r>
              <a:rPr lang="en-US" sz="1300" b="1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Teal</a:t>
            </a:r>
            <a:r>
              <a:rPr lang="en-US" sz="13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taken whole. Small cells show tree[1], tree[3], tree[5], tree[7].</a:t>
            </a:r>
            <a:endParaRPr lang="en-US" sz="13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3"/>
              <p:cNvSpPr txBox="1"/>
              <p:nvPr/>
            </p:nvSpPr>
            <p:spPr>
              <a:xfrm>
                <a:off x="812800" y="4427736"/>
                <a:ext cx="5115560" cy="25584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820"/>
                  </a:lnSpc>
                  <a:buNone/>
                </a:pPr>
                <a:r>
                  <a:rPr lang="en-US" sz="130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cnt = 2 0 1 3 0 2 1 1 (costs 1..8),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300" i="0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0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sz="1300"/>
              </a:p>
            </p:txBody>
          </p:sp>
        </mc:Choice>
        <mc:Fallback>
          <p:sp>
            <p:nvSpPr>
              <p:cNvPr id="6" name="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427736"/>
                <a:ext cx="5115560" cy="255845"/>
              </a:xfrm>
              <a:prstGeom prst="rect">
                <a:avLst/>
              </a:prstGeom>
              <a:blipFill>
                <a:blip r:embed="rId5"/>
                <a:stretch>
                  <a:fillRect l="-1975" t="-14286" b="-23810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4"/>
              <p:cNvSpPr txBox="1"/>
              <p:nvPr/>
            </p:nvSpPr>
            <p:spPr>
              <a:xfrm>
                <a:off x="5892800" y="1743075"/>
                <a:ext cx="5815584" cy="5431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030"/>
                  </a:lnSpc>
                  <a:buNone/>
                </a:pP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Start 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pos</m:t>
                    </m:r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Try jumps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largest first. If the block tree[pos +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4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] holds </a:t>
                </a:r>
                <a:r>
                  <a:rPr lang="en-US" sz="14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fewer than </a:t>
                </a:r>
                <a14:m>
                  <m:oMath xmlns:m="http://schemas.openxmlformats.org/officeDocument/2006/math">
                    <m:r>
                      <a:rPr lang="en-US" sz="14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voters, take it whole.</a:t>
                </a:r>
                <a:endParaRPr lang="en-US" sz="1450"/>
              </a:p>
            </p:txBody>
          </p:sp>
        </mc:Choice>
        <mc:Fallback>
          <p:sp>
            <p:nvSpPr>
              <p:cNvPr id="7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0" y="1743075"/>
                <a:ext cx="5815584" cy="543163"/>
              </a:xfrm>
              <a:prstGeom prst="rect">
                <a:avLst/>
              </a:prstGeom>
              <a:blipFill>
                <a:blip r:embed="rId6"/>
                <a:stretch>
                  <a:fillRect l="-1961" t="-9302" r="-2179" b="-9302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2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5892800" y="2360216"/>
              <a:ext cx="5486400" cy="1565275"/>
            </p:xfrm>
            <a:graphic>
              <a:graphicData uri="http://schemas.openxmlformats.org/drawingml/2006/table">
                <a:tbl>
                  <a:tblPr/>
                  <a:tblGrid>
                    <a:gridCol w="63857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5426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2470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733822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12156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799703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613767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</a:tblGrid>
                  <a:tr h="311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cell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covers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count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decision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pos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sum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43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200" i="0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2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tree[8]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1..8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10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200" b="1" i="1">
                                  <a:solidFill>
                                    <a:srgbClr val="B4322F"/>
                                  </a:solidFill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  <m:r>
                                <a:rPr lang="en-US" sz="1200" b="1" i="0">
                                  <a:solidFill>
                                    <a:srgbClr val="B4322F"/>
                                  </a:solidFill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en-US" sz="1200" b="1" i="1">
                                  <a:solidFill>
                                    <a:srgbClr val="B4322F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oMath>
                          </a14:m>
                          <a:r>
                            <a:rPr lang="en-US" sz="1200" b="1">
                              <a:solidFill>
                                <a:srgbClr val="B4322F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no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11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200" i="0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2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tree[4]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1..4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200" b="1" i="1">
                                  <a:solidFill>
                                    <a:srgbClr val="B4322F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sz="1200" b="1" i="0">
                                  <a:solidFill>
                                    <a:srgbClr val="B4322F"/>
                                  </a:solidFill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en-US" sz="1200" b="1" i="1">
                                  <a:solidFill>
                                    <a:srgbClr val="B4322F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oMath>
                          </a14:m>
                          <a:r>
                            <a:rPr lang="en-US" sz="1200" b="1">
                              <a:solidFill>
                                <a:srgbClr val="B4322F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no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11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200" i="0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2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tree[2]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1..2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200" b="1" i="1">
                                  <a:solidFill>
                                    <a:srgbClr val="1E7F4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200" b="1" i="0">
                                  <a:solidFill>
                                    <a:srgbClr val="1E7F4F"/>
                                  </a:solidFill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sz="1200" b="1" i="1">
                                  <a:solidFill>
                                    <a:srgbClr val="1E7F4F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oMath>
                          </a14:m>
                          <a:r>
                            <a:rPr lang="en-US" sz="1200" b="1">
                              <a:solidFill>
                                <a:srgbClr val="1E7F4F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take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2,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2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oMath>
                          </a14:m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11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200" i="0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2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tree[3]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200" b="1" i="1">
                                  <a:solidFill>
                                    <a:srgbClr val="1E7F4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1200" b="1" i="0">
                                  <a:solidFill>
                                    <a:srgbClr val="1E7F4F"/>
                                  </a:solidFill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sz="1200" b="1" i="1">
                                  <a:solidFill>
                                    <a:srgbClr val="1E7F4F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oMath>
                          </a14:m>
                          <a:r>
                            <a:rPr lang="en-US" sz="1200" b="1">
                              <a:solidFill>
                                <a:srgbClr val="1E7F4F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take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3,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2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oMath>
                          </a14:m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2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5892800" y="2360216"/>
              <a:ext cx="5486400" cy="1565275"/>
            </p:xfrm>
            <a:graphic>
              <a:graphicData uri="http://schemas.openxmlformats.org/drawingml/2006/table">
                <a:tbl>
                  <a:tblPr/>
                  <a:tblGrid>
                    <a:gridCol w="63857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5426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2470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733822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12156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799703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613767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</a:tblGrid>
                  <a:tr h="3175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cell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covers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count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decision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pos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sum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43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0" t="-100000" r="-766000" b="-3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tree[8]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1..8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10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61798" t="-100000" r="-125843" b="-3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11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0" t="-200000" r="-766000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tree[4]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1..4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61798" t="-200000" r="-125843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11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0" t="-300000" r="-766000" b="-1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tree[2]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1..2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61798" t="-300000" r="-125843" b="-1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511111" t="-300000" r="-77778" b="-1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11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0" t="-400000" r="-766000" b="-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tree[3]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61798" t="-400000" r="-125843" b="-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511111" t="-400000" r="-77778" b="-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440"/>
                            </a:lnSpc>
                            <a:buNone/>
                          </a:pPr>
                          <a:r>
                            <a:rPr lang="en-US" sz="12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12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Shape 5"/>
          <p:cNvSpPr/>
          <p:nvPr/>
        </p:nvSpPr>
        <p:spPr>
          <a:xfrm>
            <a:off x="5892800" y="4023916"/>
            <a:ext cx="5815584" cy="667941"/>
          </a:xfrm>
          <a:prstGeom prst="roundRect">
            <a:avLst>
              <a:gd name="adj" fmla="val 7605"/>
            </a:avLst>
          </a:prstGeom>
          <a:solidFill>
            <a:srgbClr val="E3F1EC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6"/>
              <p:cNvSpPr txBox="1"/>
              <p:nvPr/>
            </p:nvSpPr>
            <p:spPr>
              <a:xfrm>
                <a:off x="6007100" y="4100116"/>
                <a:ext cx="5586984" cy="5431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030"/>
                  </a:lnSpc>
                  <a:buNone/>
                </a:pP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Costs 1..3 hold fewer than 5, so the last </a:t>
                </a:r>
                <a14:m>
                  <m:oMath xmlns:m="http://schemas.openxmlformats.org/officeDocument/2006/math">
                    <m:r>
                      <a:rPr lang="en-US" sz="14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5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5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all cost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5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pos</m:t>
                    </m:r>
                    <m:r>
                      <a:rPr lang="en-US" sz="145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+1=4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total = </a:t>
                </a:r>
                <a14:m>
                  <m:oMath xmlns:m="http://schemas.openxmlformats.org/officeDocument/2006/math"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4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4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:r>
                  <a:rPr lang="en-US" sz="145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13</a:t>
                </a:r>
                <a:r>
                  <a:rPr lang="en-US" sz="145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✓</a:t>
                </a:r>
                <a:endParaRPr lang="en-US" sz="1450"/>
              </a:p>
            </p:txBody>
          </p:sp>
        </mc:Choice>
        <mc:Fallback>
          <p:sp>
            <p:nvSpPr>
              <p:cNvPr id="10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7100" y="4100116"/>
                <a:ext cx="5586984" cy="543163"/>
              </a:xfrm>
              <a:prstGeom prst="rect">
                <a:avLst/>
              </a:prstGeom>
              <a:blipFill>
                <a:blip r:embed="rId8"/>
                <a:stretch>
                  <a:fillRect l="-1814" t="-9302" b="-9302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7"/>
              <p:cNvSpPr txBox="1"/>
              <p:nvPr/>
            </p:nvSpPr>
            <p:spPr>
              <a:xfrm>
                <a:off x="5892800" y="4793456"/>
                <a:ext cx="5815584" cy="48692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820"/>
                  </a:lnSpc>
                  <a:buNone/>
                </a:pPr>
                <a:r>
                  <a:rPr lang="en-US" sz="130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Like binary search on the answer, but each probe reads one cell: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300" i="0">
                            <a:solidFill>
                              <a:srgbClr val="5E6A7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300" i="0">
                            <a:solidFill>
                              <a:srgbClr val="5E6A7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300" i="1">
                            <a:solidFill>
                              <a:srgbClr val="5E6A7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r>
                  <a:rPr lang="en-US" sz="130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no extra log.</a:t>
                </a:r>
                <a:endParaRPr lang="en-US" sz="1300"/>
              </a:p>
            </p:txBody>
          </p:sp>
        </mc:Choice>
        <mc:Fallback>
          <p:sp>
            <p:nvSpPr>
              <p:cNvPr id="11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0" y="4793456"/>
                <a:ext cx="5815584" cy="486926"/>
              </a:xfrm>
              <a:prstGeom prst="rect">
                <a:avLst/>
              </a:prstGeom>
              <a:blipFill>
                <a:blip r:embed="rId9"/>
                <a:stretch>
                  <a:fillRect l="-1743" t="-7692" b="-12821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READING · FENWICK TREE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TOP-UP IN C++</a:t>
            </a:r>
            <a:endParaRPr lang="en-US" sz="3500"/>
          </a:p>
        </p:txBody>
      </p:sp>
      <p:sp>
        <p:nvSpPr>
          <p:cNvPr id="4" name="Shape 2"/>
          <p:cNvSpPr/>
          <p:nvPr/>
        </p:nvSpPr>
        <p:spPr>
          <a:xfrm>
            <a:off x="812800" y="1743075"/>
            <a:ext cx="5715000" cy="4573505"/>
          </a:xfrm>
          <a:prstGeom prst="roundRect">
            <a:avLst>
              <a:gd name="adj" fmla="val 1032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958850" y="1838326"/>
            <a:ext cx="6073648" cy="447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 int LOG = 14, SZ = 1 &lt;&lt; LOG;  </a:t>
            </a:r>
            <a:r>
              <a:rPr lang="en-US" sz="10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16384 &gt; 10001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fcnt[SZ + 1], fsum[SZ + 1];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add (d = 1) or remove (d = -1) a voter of cost c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void add(int c, int d){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i = c + 1; i &lt;= SZ; i += i &amp; (-i)){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fcnt[i] += d;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fsum[i] += d * c;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sum of the t cheapest voters (t &lt;= pool)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 long cheapest(long long t){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int pos = 0;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long long sum = 0;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k = LOG; k &gt;= 0; k --){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int nxt = pos + (1 &lt;&lt; k);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if (nxt &lt;= SZ &amp;&amp; fcnt[nxt] &lt; t){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pos = nxt;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t -= fcnt[nxt];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sum += fsum[nxt];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}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sum + t * pos;  </a:t>
            </a:r>
            <a:r>
              <a:rPr lang="en-US" sz="105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the rest cost pos</a:t>
            </a:r>
            <a:endParaRPr lang="en-US" sz="1050"/>
          </a:p>
          <a:p>
            <a:pPr marL="0" indent="0" algn="l">
              <a:lnSpc>
                <a:spcPts val="1491"/>
              </a:lnSpc>
              <a:buNone/>
            </a:pPr>
            <a:r>
              <a:rPr lang="en-US" sz="105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050"/>
          </a:p>
        </p:txBody>
      </p:sp>
      <p:sp>
        <p:nvSpPr>
          <p:cNvPr id="6" name="Text 4"/>
          <p:cNvSpPr txBox="1"/>
          <p:nvPr/>
        </p:nvSpPr>
        <p:spPr>
          <a:xfrm>
            <a:off x="6781800" y="1743075"/>
            <a:ext cx="4873244" cy="524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trees.</a:t>
            </a:r>
            <a:r>
              <a:rPr lang="en-US" sz="1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fcnt counts voters, fsum adds up their costs. Both change together.</a:t>
            </a:r>
            <a:endParaRPr lang="en-US" sz="1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6781800" y="2355056"/>
                <a:ext cx="4873244" cy="52435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960"/>
                  </a:lnSpc>
                  <a:buNone/>
                </a:pPr>
                <a:r>
                  <a:rPr lang="en-US" sz="1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Index = cost + 1.</a:t>
                </a:r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 cost can be 0, and index 0 would loop forever. So after the walk, index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pos</m:t>
                    </m:r>
                    <m:r>
                      <a:rPr lang="en-US" sz="1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means cost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1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pos</m:t>
                    </m:r>
                  </m:oMath>
                </a14:m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400"/>
              </a:p>
            </p:txBody>
          </p:sp>
        </mc:Choice>
        <mc:Fallback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1800" y="2355056"/>
                <a:ext cx="4873244" cy="524351"/>
              </a:xfrm>
              <a:prstGeom prst="rect">
                <a:avLst/>
              </a:prstGeom>
              <a:blipFill>
                <a:blip r:embed="rId3"/>
                <a:stretch>
                  <a:fillRect l="-2344" t="-9524" b="-14286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 txBox="1"/>
              <p:nvPr/>
            </p:nvSpPr>
            <p:spPr>
              <a:xfrm>
                <a:off x="6781800" y="2967038"/>
                <a:ext cx="4873244" cy="52435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960"/>
                  </a:lnSpc>
                  <a:buNone/>
                </a:pPr>
                <a:r>
                  <a:rPr lang="en-US" sz="1400" b="1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Drop-in swap.</a:t>
                </a:r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add() and cheapest() replace the bucket version; the sweep over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stays the same.</a:t>
                </a:r>
                <a:endParaRPr lang="en-US" sz="1400"/>
              </a:p>
            </p:txBody>
          </p:sp>
        </mc:Choice>
        <mc:Fallback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1800" y="2967038"/>
                <a:ext cx="4873244" cy="524351"/>
              </a:xfrm>
              <a:prstGeom prst="rect">
                <a:avLst/>
              </a:prstGeom>
              <a:blipFill>
                <a:blip r:embed="rId4"/>
                <a:stretch>
                  <a:fillRect l="-2344" t="-9302" b="-11628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6781800" y="3579019"/>
            <a:ext cx="4873244" cy="898922"/>
          </a:xfrm>
          <a:prstGeom prst="roundRect">
            <a:avLst>
              <a:gd name="adj" fmla="val 5651"/>
            </a:avLst>
          </a:prstGeom>
          <a:solidFill>
            <a:srgbClr val="EEF3F6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 txBox="1"/>
          <p:nvPr/>
        </p:nvSpPr>
        <p:spPr>
          <a:xfrm>
            <a:off x="6896100" y="3655219"/>
            <a:ext cx="4644644" cy="77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program: </a:t>
            </a:r>
            <a:r>
              <a:rPr lang="en-US" sz="110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Code/2023_P5_Wheeling_and_Dealing_Fenwick.cpp</a:t>
            </a:r>
            <a:r>
              <a:rPr lang="en-US" sz="14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(checked against the bucket version on 3000 random tests).</a:t>
            </a:r>
            <a:endParaRPr lang="en-US" sz="1400"/>
          </a:p>
        </p:txBody>
      </p:sp>
      <p:sp>
        <p:nvSpPr>
          <p:cNvPr id="11" name="Shape 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READING · FENWICK TREE</a:t>
            </a:r>
            <a:endParaRPr lang="en-US" sz="1800"/>
          </a:p>
        </p:txBody>
      </p:sp>
      <p:sp>
        <p:nvSpPr>
          <p:cNvPr id="3" name="Text 1"/>
          <p:cNvSpPr txBox="1"/>
          <p:nvPr/>
        </p:nvSpPr>
        <p:spPr>
          <a:xfrm>
            <a:off x="812800" y="10795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OR FENWICK?</a:t>
            </a:r>
            <a:endParaRPr lang="en-US" sz="350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4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743075"/>
              <a:ext cx="10566400" cy="1095693"/>
            </p:xfrm>
            <a:graphic>
              <a:graphicData uri="http://schemas.openxmlformats.org/drawingml/2006/table">
                <a:tbl>
                  <a:tblPr/>
                  <a:tblGrid>
                    <a:gridCol w="223688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86434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05484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410321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492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Top-up with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Change one cost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5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cheapest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All </a:t>
                          </a:r>
                          <a14:m>
                            <m:oMath xmlns:m="http://schemas.openxmlformats.org/officeDocument/2006/math">
                              <m:r>
                                <a:rPr lang="en-US" sz="15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(</a:t>
                          </a:r>
                          <a14:m>
                            <m:oMath xmlns:m="http://schemas.openxmlformats.org/officeDocument/2006/math">
                              <m:r>
                                <a:rPr lang="en-US" sz="150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sz="1500" b="1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sz="15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5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1500" b="1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)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651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:r>
                            <a:rPr lang="en-US" sz="15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Blocks of 100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5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150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50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5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15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ad>
                                    <m:radPr>
                                      <m:degHide m:val="on"/>
                                      <m:ctrlPr>
                                        <a:rPr lang="en-US" sz="1500" i="1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500" i="1">
                                          <a:solidFill>
                                            <a:srgbClr val="1F2328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</m:rad>
                                </m:e>
                              </m:d>
                              <m:r>
                                <a:rPr lang="en-US" sz="15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15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200</m:t>
                              </m:r>
                            </m:oMath>
                          </a14:m>
                          <a:r>
                            <a:rPr lang="en-US" sz="15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steps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5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15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5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15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5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15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5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61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Fenwick tree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5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1500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500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  <m:r>
                                      <a:rPr lang="en-US" sz="150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d>
                                <m:r>
                                  <a:rPr lang="en-US" sz="1500" i="0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en-US" sz="15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14</m:t>
                                </m:r>
                              </m:oMath>
                            </m:oMathPara>
                          </a14:m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5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150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50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  <m:r>
                                    <a:rPr lang="en-US" sz="15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  <m:r>
                                <a:rPr lang="en-US" sz="15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15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15</m:t>
                              </m:r>
                            </m:oMath>
                          </a14:m>
                          <a:r>
                            <a:rPr lang="en-US" sz="15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steps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15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15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5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15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5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15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5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4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743075"/>
              <a:ext cx="10566400" cy="1095693"/>
            </p:xfrm>
            <a:graphic>
              <a:graphicData uri="http://schemas.openxmlformats.org/drawingml/2006/table">
                <a:tbl>
                  <a:tblPr/>
                  <a:tblGrid>
                    <a:gridCol w="223688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86434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05484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410321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683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Top-up with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Change one cost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7917" t="-3448" r="-79583" b="-2137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8421" t="-3448" r="-526" b="-21379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65443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:r>
                            <a:rPr lang="en-US" sz="150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Blocks of 100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8319" t="-103448" r="-190708" b="-1137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7917" t="-103448" r="-79583" b="-1137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8421" t="-103448" r="-526" b="-11379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61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800"/>
                            </a:lnSpc>
                            <a:buNone/>
                          </a:pPr>
                          <a:r>
                            <a:rPr lang="en-US" sz="1500" b="1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Fenwick tree</a:t>
                          </a:r>
                          <a:endParaRPr lang="en-US" sz="150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8319" t="-203448" r="-190708" b="-137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7917" t="-203448" r="-79583" b="-137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8421" t="-203448" r="-526" b="-1379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hape 2"/>
          <p:cNvSpPr/>
          <p:nvPr/>
        </p:nvSpPr>
        <p:spPr>
          <a:xfrm>
            <a:off x="812800" y="2974975"/>
            <a:ext cx="5181600" cy="1100931"/>
          </a:xfrm>
          <a:prstGeom prst="roundRect">
            <a:avLst>
              <a:gd name="adj" fmla="val 6921"/>
            </a:avLst>
          </a:prstGeom>
          <a:noFill/>
          <a:ln w="1270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3"/>
          <p:cNvSpPr txBox="1"/>
          <p:nvPr/>
        </p:nvSpPr>
        <p:spPr>
          <a:xfrm>
            <a:off x="990600" y="3114675"/>
            <a:ext cx="5115560" cy="280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</a:t>
            </a:r>
            <a:endParaRPr lang="en-US" sz="1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4"/>
              <p:cNvSpPr txBox="1"/>
              <p:nvPr/>
            </p:nvSpPr>
            <p:spPr>
              <a:xfrm>
                <a:off x="990600" y="3438525"/>
                <a:ext cx="5115560" cy="52435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960"/>
                  </a:lnSpc>
                  <a:buNone/>
                </a:pPr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No new idea, easy to get right. Needs a small value range (here costs </a:t>
                </a:r>
                <a14:m>
                  <m:oMath xmlns:m="http://schemas.openxmlformats.org/officeDocument/2006/math">
                    <m:r>
                      <a:rPr lang="en-US" sz="1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10000</m:t>
                    </m:r>
                  </m:oMath>
                </a14:m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).</a:t>
                </a:r>
                <a:endParaRPr lang="en-US" sz="1400"/>
              </a:p>
            </p:txBody>
          </p:sp>
        </mc:Choice>
        <mc:Fallback>
          <p:sp>
            <p:nvSpPr>
              <p:cNvPr id="7" name="Tex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3438525"/>
                <a:ext cx="5115560" cy="524351"/>
              </a:xfrm>
              <a:prstGeom prst="rect">
                <a:avLst/>
              </a:prstGeom>
              <a:blipFill>
                <a:blip r:embed="rId4"/>
                <a:stretch>
                  <a:fillRect l="-2233" t="-7143" r="-993" b="-14286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5"/>
          <p:cNvSpPr/>
          <p:nvPr/>
        </p:nvSpPr>
        <p:spPr>
          <a:xfrm>
            <a:off x="6197600" y="2974975"/>
            <a:ext cx="5181600" cy="1100931"/>
          </a:xfrm>
          <a:prstGeom prst="roundRect">
            <a:avLst>
              <a:gd name="adj" fmla="val 6921"/>
            </a:avLst>
          </a:prstGeom>
          <a:noFill/>
          <a:ln w="1270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6375400" y="3114675"/>
            <a:ext cx="5115560" cy="280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Fenwick tree</a:t>
            </a:r>
            <a:endParaRPr lang="en-US" sz="1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 7"/>
              <p:cNvSpPr txBox="1"/>
              <p:nvPr/>
            </p:nvSpPr>
            <p:spPr>
              <a:xfrm>
                <a:off x="6375400" y="3438525"/>
                <a:ext cx="5115560" cy="52435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960"/>
                  </a:lnSpc>
                  <a:buNone/>
                </a:pPr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tool you will reuse: prefix sums that change, the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40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-th smallest in a changing set, counting inversions.</a:t>
                </a:r>
                <a:endParaRPr lang="en-US" sz="1400"/>
              </a:p>
            </p:txBody>
          </p:sp>
        </mc:Choice>
        <mc:Fallback>
          <p:sp>
            <p:nvSpPr>
              <p:cNvPr id="10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400" y="3438525"/>
                <a:ext cx="5115560" cy="524351"/>
              </a:xfrm>
              <a:prstGeom prst="rect">
                <a:avLst/>
              </a:prstGeom>
              <a:blipFill>
                <a:blip r:embed="rId5"/>
                <a:stretch>
                  <a:fillRect l="-2233" t="-7143" b="-14286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 8"/>
          <p:cNvSpPr txBox="1"/>
          <p:nvPr/>
        </p:nvSpPr>
        <p:spPr>
          <a:xfrm>
            <a:off x="812800" y="4228306"/>
            <a:ext cx="112003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pass here. In a contest, write the one you can write without bugs.</a:t>
            </a:r>
            <a:endParaRPr lang="en-US" sz="15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 9"/>
              <p:cNvSpPr txBox="1"/>
              <p:nvPr/>
            </p:nvSpPr>
            <p:spPr>
              <a:xfrm>
                <a:off x="812800" y="4647406"/>
                <a:ext cx="11200384" cy="2657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1890"/>
                  </a:lnSpc>
                  <a:buNone/>
                </a:pPr>
                <a:r>
                  <a:rPr lang="en-US" sz="135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Try it: count the pairs </a:t>
                </a:r>
                <a14:m>
                  <m:oMath xmlns:m="http://schemas.openxmlformats.org/officeDocument/2006/math">
                    <m:r>
                      <a:rPr lang="en-US" sz="135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350" i="0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350" i="1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35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5E6A7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5E6A7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350" i="1">
                            <a:solidFill>
                              <a:srgbClr val="5E6A7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0">
                        <a:solidFill>
                          <a:srgbClr val="5E6A7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5E6A7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5E6A7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350" i="1">
                            <a:solidFill>
                              <a:srgbClr val="5E6A7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350">
                    <a:solidFill>
                      <a:srgbClr val="5E6A7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(inversions) using add() and ask().</a:t>
                </a:r>
                <a:endParaRPr lang="en-US" sz="1350"/>
              </a:p>
            </p:txBody>
          </p:sp>
        </mc:Choice>
        <mc:Fallback>
          <p:sp>
            <p:nvSpPr>
              <p:cNvPr id="12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800" y="4647406"/>
                <a:ext cx="11200384" cy="265728"/>
              </a:xfrm>
              <a:prstGeom prst="rect">
                <a:avLst/>
              </a:prstGeom>
              <a:blipFill>
                <a:blip r:embed="rId6"/>
                <a:stretch>
                  <a:fillRect l="-905" t="-13636" b="-22727"/>
                </a:stretch>
              </a:blipFill>
              <a:ln/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0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O Lessons">
  <a:themeElements>
    <a:clrScheme name="AIO Lessons">
      <a:dk1>
        <a:srgbClr val="1F2328"/>
      </a:dk1>
      <a:lt1>
        <a:srgbClr val="FFFFFF"/>
      </a:lt1>
      <a:dk2>
        <a:srgbClr val="0A4054"/>
      </a:dk2>
      <a:lt2>
        <a:srgbClr val="F6F7F7"/>
      </a:lt2>
      <a:accent1>
        <a:srgbClr val="66B2B0"/>
      </a:accent1>
      <a:accent2>
        <a:srgbClr val="F2494C"/>
      </a:accent2>
      <a:accent3>
        <a:srgbClr val="F9AA19"/>
      </a:accent3>
      <a:accent4>
        <a:srgbClr val="F9C996"/>
      </a:accent4>
      <a:accent5>
        <a:srgbClr val="3E9A97"/>
      </a:accent5>
      <a:accent6>
        <a:srgbClr val="9FD1D0"/>
      </a:accent6>
      <a:hlink>
        <a:srgbClr val="287673"/>
      </a:hlink>
      <a:folHlink>
        <a:srgbClr val="0A4054"/>
      </a:folHlink>
    </a:clrScheme>
    <a:fontScheme name="AIO Lesson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10624</Words>
  <Application>Microsoft Macintosh PowerPoint</Application>
  <PresentationFormat>Widescreen</PresentationFormat>
  <Paragraphs>897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7" baseType="lpstr">
      <vt:lpstr>Arial</vt:lpstr>
      <vt:lpstr>Cambria Math</vt:lpstr>
      <vt:lpstr>JetBrains Mono</vt:lpstr>
      <vt:lpstr>AIO Lessons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AIO Lesson 3: Greedy and the Water Level</dc:title>
  <dc:subject>PptxGenJS Presentation</dc:subject>
  <dc:creator>Bryan</dc:creator>
  <cp:lastModifiedBy>Bryan Sun</cp:lastModifiedBy>
  <cp:revision>1</cp:revision>
  <dcterms:created xsi:type="dcterms:W3CDTF">2026-10-02T13:29:14Z</dcterms:created>
  <dcterms:modified xsi:type="dcterms:W3CDTF">2026-10-10T01:05:36Z</dcterms:modified>
</cp:coreProperties>
</file>