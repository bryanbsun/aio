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87" r:id="rId5"/>
    <p:sldId id="286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90" r:id="rId16"/>
    <p:sldId id="268" r:id="rId17"/>
    <p:sldId id="269" r:id="rId18"/>
    <p:sldId id="270" r:id="rId19"/>
    <p:sldId id="271" r:id="rId20"/>
    <p:sldId id="272" r:id="rId21"/>
    <p:sldId id="273" r:id="rId22"/>
    <p:sldId id="289" r:id="rId23"/>
    <p:sldId id="274" r:id="rId24"/>
    <p:sldId id="275" r:id="rId25"/>
    <p:sldId id="276" r:id="rId26"/>
    <p:sldId id="277" r:id="rId27"/>
    <p:sldId id="278" r:id="rId28"/>
    <p:sldId id="279" r:id="rId29"/>
    <p:sldId id="295" r:id="rId30"/>
    <p:sldId id="294" r:id="rId31"/>
    <p:sldId id="293" r:id="rId32"/>
    <p:sldId id="292" r:id="rId33"/>
    <p:sldId id="291" r:id="rId34"/>
    <p:sldId id="280" r:id="rId35"/>
    <p:sldId id="281" r:id="rId36"/>
    <p:sldId id="288" r:id="rId37"/>
    <p:sldId id="282" r:id="rId38"/>
    <p:sldId id="283" r:id="rId39"/>
    <p:sldId id="284" r:id="rId40"/>
    <p:sldId id="285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the binary search template" id="{CCB859BC-A6BD-2ECD-DAC9-0BE4929069A7}">
          <p14:sldIdLst>
            <p14:sldId id="256"/>
            <p14:sldId id="257"/>
            <p14:sldId id="258"/>
            <p14:sldId id="287"/>
            <p14:sldId id="286"/>
            <p14:sldId id="259"/>
          </p14:sldIdLst>
        </p14:section>
        <p14:section name="2021 P6 Laser Cutter: binary search on the answer" id="{2BA587EA-6398-66CB-0454-198935A24BB1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90"/>
          </p14:sldIdLst>
        </p14:section>
        <p14:section name="2021 P5 Space Mission: build monotonicity with a prefix minimum" id="{80D78653-E9B9-548C-3C2F-21A0339399BC}">
          <p14:sldIdLst>
            <p14:sldId id="268"/>
            <p14:sldId id="269"/>
            <p14:sldId id="270"/>
            <p14:sldId id="271"/>
            <p14:sldId id="272"/>
            <p14:sldId id="273"/>
            <p14:sldId id="289"/>
          </p14:sldIdLst>
        </p14:section>
        <p14:section name="2019 P6 Lollipops II: a monotone sum plus two pointers" id="{CB3204A7-A7E6-EDAC-31F6-B8CC1390A458}">
          <p14:sldIdLst>
            <p14:sldId id="274"/>
            <p14:sldId id="275"/>
            <p14:sldId id="276"/>
            <p14:sldId id="277"/>
            <p14:sldId id="278"/>
            <p14:sldId id="279"/>
            <p14:sldId id="295"/>
            <p14:sldId id="294"/>
            <p14:sldId id="293"/>
            <p14:sldId id="292"/>
            <p14:sldId id="291"/>
            <p14:sldId id="280"/>
            <p14:sldId id="281"/>
            <p14:sldId id="288"/>
          </p14:sldIdLst>
        </p14:section>
        <p14:section name="Where monotonicity comes from, live coding, recap and homework" id="{B3E5A533-C7E4-F04E-592F-6FB3C49ACD83}">
          <p14:sldIdLst>
            <p14:sldId id="282"/>
            <p14:sldId id="283"/>
            <p14:sldId id="284"/>
            <p14:sldId id="28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049591-C385-054A-9A41-3DAD44AF9460}" v="1" dt="2026-10-04T00:15:03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9CD94D5E-0A18-4CEF-A655-0E4C15651F93}"/>
    <pc:docChg chg="custSel modSld">
      <pc:chgData name="Bryan Sun" userId="851caa7714272873" providerId="LiveId" clId="{9CD94D5E-0A18-4CEF-A655-0E4C15651F93}" dt="2026-10-04T00:15:03.419" v="0" actId="7634"/>
      <pc:docMkLst>
        <pc:docMk/>
      </pc:docMkLst>
      <pc:sldChg chg="addSp mod">
        <pc:chgData name="Bryan Sun" userId="851caa7714272873" providerId="LiveId" clId="{9CD94D5E-0A18-4CEF-A655-0E4C15651F93}" dt="2026-10-04T00:15:03.419" v="0" actId="7634"/>
        <pc:sldMkLst>
          <pc:docMk/>
          <pc:sldMk cId="0" sldId="259"/>
        </pc:sldMkLst>
        <pc:inkChg chg="add">
          <ac:chgData name="Bryan Sun" userId="851caa7714272873" providerId="LiveId" clId="{9CD94D5E-0A18-4CEF-A655-0E4C15651F93}" dt="2026-10-04T00:15:03.419" v="0" actId="7634"/>
          <ac:inkMkLst>
            <pc:docMk/>
            <pc:sldMk cId="0" sldId="259"/>
            <ac:inkMk id="13" creationId="{73D3253C-2662-1DE0-E9CD-A3D3ED599EBE}"/>
          </ac:inkMkLst>
        </pc:inkChg>
      </pc:sldChg>
      <pc:sldChg chg="addSp mod">
        <pc:chgData name="Bryan Sun" userId="851caa7714272873" providerId="LiveId" clId="{9CD94D5E-0A18-4CEF-A655-0E4C15651F93}" dt="2026-10-04T00:15:03.419" v="0" actId="7634"/>
        <pc:sldMkLst>
          <pc:docMk/>
          <pc:sldMk cId="0" sldId="263"/>
        </pc:sldMkLst>
        <pc:inkChg chg="add">
          <ac:chgData name="Bryan Sun" userId="851caa7714272873" providerId="LiveId" clId="{9CD94D5E-0A18-4CEF-A655-0E4C15651F93}" dt="2026-10-04T00:15:03.419" v="0" actId="7634"/>
          <ac:inkMkLst>
            <pc:docMk/>
            <pc:sldMk cId="0" sldId="263"/>
            <ac:inkMk id="12" creationId="{B593D789-7F60-C02B-DCF2-19312ABD9314}"/>
          </ac:inkMkLst>
        </pc:inkChg>
      </pc:sldChg>
    </pc:docChg>
  </pc:docChgLst>
  <pc:docChgLst>
    <pc:chgData name="Bryan Sun" userId="851caa7714272873" providerId="LiveId" clId="{1DF0C224-3A3E-55A6-A8D1-F8F2208D385B}"/>
    <pc:docChg chg="modSld">
      <pc:chgData name="Bryan Sun" userId="851caa7714272873" providerId="LiveId" clId="{1DF0C224-3A3E-55A6-A8D1-F8F2208D385B}" dt="2026-10-03T13:49:55.136" v="82" actId="1038"/>
      <pc:docMkLst>
        <pc:docMk/>
      </pc:docMkLst>
      <pc:sldChg chg="modSp mod">
        <pc:chgData name="Bryan Sun" userId="851caa7714272873" providerId="LiveId" clId="{1DF0C224-3A3E-55A6-A8D1-F8F2208D385B}" dt="2026-10-02T13:41:03.978" v="4" actId="242"/>
        <pc:sldMkLst>
          <pc:docMk/>
          <pc:sldMk cId="0" sldId="256"/>
        </pc:sldMkLst>
        <pc:spChg chg="mod">
          <ac:chgData name="Bryan Sun" userId="851caa7714272873" providerId="LiveId" clId="{1DF0C224-3A3E-55A6-A8D1-F8F2208D385B}" dt="2026-10-02T13:41:03.978" v="4" actId="242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3T07:02:59.135" v="19" actId="20577"/>
        <pc:sldMkLst>
          <pc:docMk/>
          <pc:sldMk cId="0" sldId="258"/>
        </pc:sldMkLst>
        <pc:spChg chg="mod">
          <ac:chgData name="Bryan Sun" userId="851caa7714272873" providerId="LiveId" clId="{1DF0C224-3A3E-55A6-A8D1-F8F2208D385B}" dt="2026-10-03T07:02:55.288" v="12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10-03T07:02:59.135" v="19" actId="20577"/>
          <ac:spMkLst>
            <pc:docMk/>
            <pc:sldMk cId="0" sldId="258"/>
            <ac:spMk id="19" creationId="{00000000-0000-0000-0000-000000000000}"/>
          </ac:spMkLst>
        </pc:spChg>
      </pc:sldChg>
      <pc:sldChg chg="modAnim">
        <pc:chgData name="Bryan Sun" userId="851caa7714272873" providerId="LiveId" clId="{1DF0C224-3A3E-55A6-A8D1-F8F2208D385B}" dt="2026-10-03T13:47:10.613" v="41"/>
        <pc:sldMkLst>
          <pc:docMk/>
          <pc:sldMk cId="0" sldId="265"/>
        </pc:sldMkLst>
      </pc:sldChg>
      <pc:sldChg chg="modSp mod modAnim">
        <pc:chgData name="Bryan Sun" userId="851caa7714272873" providerId="LiveId" clId="{1DF0C224-3A3E-55A6-A8D1-F8F2208D385B}" dt="2026-10-03T13:49:55.136" v="82" actId="1038"/>
        <pc:sldMkLst>
          <pc:docMk/>
          <pc:sldMk cId="0" sldId="271"/>
        </pc:sldMkLst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9" creationId="{00000000-0000-0000-0000-000000000000}"/>
          </ac:spMkLst>
        </pc:spChg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10" creationId="{00000000-0000-0000-0000-000000000000}"/>
          </ac:spMkLst>
        </pc:spChg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11" creationId="{00000000-0000-0000-0000-000000000000}"/>
          </ac:spMkLst>
        </pc:spChg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12" creationId="{00000000-0000-0000-0000-000000000000}"/>
          </ac:spMkLst>
        </pc:spChg>
        <pc:graphicFrameChg chg="modGraphic">
          <ac:chgData name="Bryan Sun" userId="851caa7714272873" providerId="LiveId" clId="{1DF0C224-3A3E-55A6-A8D1-F8F2208D385B}" dt="2026-10-03T13:49:39.673" v="67" actId="122"/>
          <ac:graphicFrameMkLst>
            <pc:docMk/>
            <pc:sldMk cId="0" sldId="271"/>
            <ac:graphicFrameMk id="19" creationId="{00000000-0000-0000-0000-000000000000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0:15:04.429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12114" units="cm"/>
      <inkml:brushProperty name="height" value="0.12114" units="cm"/>
      <inkml:brushProperty name="color" value="#FF0000"/>
    </inkml:brush>
  </inkml:definitions>
  <inkml:trace contextRef="#ctx0" brushRef="#br0">5622 13791 7910,'-33'-7'77,"0"-2"0,0-8 1,0 1 373,0-1 0,7 3 0,2 3 0,2 5-138,0 4 0,-5 2 0,3 0 1,0 0-80,0 0 0,0 8 0,2 3 0,-5 5 15,-5 6 0,-8-2 0,-4 8 1,-4 3-84,-2 6 1,-5 5 0,0 10 0,4 3-108,5 5 0,5 5 1,8 1-1,2-2 79,4-3 1,3 3 0,9-3 0,4 3 55,5 2 0,6 6 0,8-1 0,8-1-360,10-2 0,7-9 0,6-2 1,7-4-297,7-3 0,9-11 0,14-19 0,8-7 222,6-8 1,2-14-1,-44 0 1,0-2 0,-1-5-1,1-1-14,3-3 0,-1-1 0,0-3 0,0-3 0,1-3 0,0-1 0,-3 0 0,-2-2 221,-3 1 1,-3-2-1,-5-2 1,-4-2-1,19-39 1,-12-2 187,-8 2 1,-14-2 0,-14 9 0,-11 4 79,-13 3 0,-15 3 0,-9-8 0,-5-2-16,-5-2 0,1 2 0,4 10 0,-6 7-18,-9 7 1,-11 9 0,-8 15 0,6 11-416,4 7 0,9 13 0,5 10 0,-2 10-1980,-1 8 2194,-2 9 0,4-6 0,3 4 0,4-5 0,-1-4 0</inkml:trace>
  <inkml:trace contextRef="#ctx0" brushRef="#br0" timeOffset="1">20224 13725 7935,'-33'-7'-255,"0"5"1,0-3 0,2 3-1,1 2-231,3 0 1,-1 0 1058,-5 0 0,0 7 1,-2 4-1,-2 6 0,1 5 88,4 5 1,-4 6 0,6 6 0,3 7-448,1 7 1,9 13-1,8 11 1,2 4-92,3 2 0,2 5 1,6 4-1,0-44 0,1 0-137,2 2 1,3 1-1,6-1 1,3-1 0,-1-4-1,2-2 1,30 32-11,10-10 0,3-10 0,12-11 1,-1-7-118,-4-8 1,1-12 0,6-16-1,12-10-9,-42 0 0,1-4 0,3-4 0,-1-3 0,-2-1 0,-2-3 0,-4-2 0,-1-2 87,-2-1 0,-1-2 0,-4-2 1,0-1-1,2-1 0,-1-1 1,-1-2-1,-3-1 54,-2-1 0,-3-1 1,14-42-1,-20 0 0,-7 3 67,-7 2 1,-8-6-1,-9 5 1,-11 0-18,-7-2 1,-14 2 0,-6 2 0,-12 9 228,-9 11 1,2 5 0,-3 18 0,3 6-106,1 8 0,-13 7 0,-9 13 0,43 1 0,-1 2-386,0 1 0,0 3 0,-41 5 0,11 16 0,5 1-711,4 3 932,17 1 0,-27 14 0,9 5 0</inkml:trace>
  <inkml:trace contextRef="#ctx0" brushRef="#br0" timeOffset="2">7226 15594 7930,'-11'-22'0,"0"0"333,-1 2 1,-1 1-1,0 4 1,2 4 730,-2 6 1,4 5-776,-2 5 1,7 12 0,-1 12 0,3 8-82,2 7 0,0 10 0,0 1 0,0-2-186,0-2 0,0 6 1,0 2-1,0 0-140,0-4 0,0-3 0,0-3 0,2 1-153,3-1 0,-3-14 0,3-7 89,-3-8 1,0-11-1,2-5 1,1-8 59,-1-7 0,3-13 0,1-9 1,-1-9 71,0-6 0,-1-7 0,-6 0 0,0 0 409,0-2 1,0 5-1,0-3 1,0 6 36,0 5 1,0 1-1,0 7 1,0-3-26,0 2 1,7 8 0,4 3 0,4 2-411,1 4 0,8 2 1,2 1-1,2 2-858,-1 4 1,-5 4 0,4 7 0,0 0-526,-1 0 0,-3 13 1,4 5 1421,-2 6 0,-9 11 0,-8 7 0</inkml:trace>
  <inkml:trace contextRef="#ctx0" brushRef="#br0" timeOffset="3">7756 15677 8075,'0'-17'0,"0"0"245,0 1 0,0-2 0,0-3 893,0-1 0,-8 2-714,-3 9 1,-3 4 0,-3 10 0,0 7-242,1 6 1,-1 14-1,-1 1 1,-2 7-31,-2 5 1,0 1-1,5 5 1,1 1-67,-1 0 0,1-1 0,-1 1 0,2-1-254,4 1 0,4-8 0,7-5 0,2-8-188,3-7 1,12-11 0,10-7 0,5-9-124,1-12 0,5-7 1,1-11-1,-2-3 56,-2-6 1,-8 1-1,-1 1 1,-4 0 470,-7 0 0,-1 5 1,-8 0-1,-3 6 998,-1 3 0,-4 10 0,-3 1-374,-6 10 1,-2 7 0,0 6 0,4 6-389,2 9 0,-1 4 1,5 8-1,-3 0-308,2 1 1,3-1 0,1 0 0,1-2-556,5-4 1,3 3 0,8-8 0,1-4-560,4-5 1,-4-5-1,5-8 1,-5-2 456,-2-4 1,-1-10-1,-2-12 1,-4-3 611,-1-2 1,-1 0-1,-3 0 1,1 1 649,-1 5 1,-2 1 0,-2 6 967,0-2 0,0 9-967,0 13 1,5 15 0,1 12 0,-1 4-301,2 3 0,-5-1 0,4 0 0,-3 0-319,3 0 0,-2-2 0,5-3 0,0-6-747,0-4 0,-3-7 0,5-4 241,2-5 1,-1-7 0,1-17 0,-3-6 170,-3-3 1,4-2 0,-4 0-1,1-2 309,-1-4 1,4 4-1,-4-3 1,1 5 487,-1 5 1,4-1 0,-4 9 360,3 5 1,-5 6 0,4 12-413,-1 8 0,-3 2 0,-3 13 1,2 0-151,1-1 1,1 1 0,-4 2 0,1-4-246,3-1 1,7-4 0,-2 1 0,3-7-575,3-8 1,1-3 0,2-2-1,4-2 27,2-3 1,-4-10 0,4-9 0,-2-1 302,-4-5 0,-4-1 0,-3-2 0,-4 0 224,-1 0 1,-3 1 0,-5 5-1,0 5 743,0 3 0,-7 10 0,-4 6-147,-4 6 0,-1 6 0,1 8 0,2 1-331,2 4 1,2 2-1,-4 6 1,4-3-300,2 3 0,1-5 0,6 1 0,0 0-133,0 0 1,0-1 0,2 5 0,2-3-4,1 3 1,13 1 0,-1 4 0,3 3-7,4 6 0,-4 4 0,6 2 0,-2 1 54,-4 4 0,-2-1 0,-3 5 0,-4-3 49,-5-2 1,-4-3 0,-2-3 0,-2-4 194,-4-5 1,-3-12 0,-8-5 0,-1-5 191,-4-6 1,4-4 0,-6-7-1,2-2 157,0-3 0,-2-12 1,4-10-1,-2-4 20,1-3 1,8-6 0,4-4-1,2-6-144,3-5 0,2 4 0,2-6 0,2 2-429,4 0 0,5-8 1,11 2-1,7-1-388,8 1 0,0 6 0,7 11 0,2 6-27,2 3 1,-6 9 0,-4 6-1,-3 5 537,-2 4 0,0 15 0,1-3 0</inkml:trace>
  <inkml:trace contextRef="#ctx0" brushRef="#br0" timeOffset="4">8797 16040 7956,'-16'6'0,"-1"-1"0,1-1 1716,-1-2 1,10-4-1202,7-3 0,9-6 0,13-10 0,4-3-762,0-1 0,3-1 1,-7-3-1,-4 1 42,-5-1 0,0-3 0,-7 1 1,-3 4-12,-1 5 1,-4 3 0,-3 3 0,-6 1 708,-4 4 1,-3 5 0,-3 12 0,-2 7 239,-3 7 1,6 8 0,-1 8 0,7 3-496,3-2 0,9 3 0,2-1 0,11-3-539,9-1 1,8-2 0,10-1 300,6-5 0,31-15 0,16-7 0,-26-3 0,1 1 0,-1-1 0</inkml:trace>
  <inkml:trace contextRef="#ctx0" brushRef="#br0" timeOffset="5">9790 15776 7956,'-6'-11'329,"-1"2"1,-1-1 0,-1 3 71,0 0 0,3 1-179,-5 6 1,6 9 0,-6 8-1,0 9 1,0 5 124,0 2 0,2 2 0,-4 3 0,4 5-388,1-1 1,3 6-1,5-8 1,2-3-395,3-10 1,4-8 0,10-8 0,1-7-198,2-8 1,5-13-1,-3-10 1,0-4 217,0-3 1,-2-4-1,-7-1 1,-2 1 542,-2-3 0,-8 8 1,3-2-1,-4 6 588,-2-1 0,-2 8 0,-4 6 0,-5 9 60,-3 5 1,-3 4-1,1 3 1,-1 8-362,1 7 0,-1 6 1,2 7-1,4 0-274,6 0 1,3-2 0,4-1-1,5-5-536,10-1 1,8-7-1,14-8 1,5-3-374,4-8 0,-4-7 0,0-12 0,2-3 67,2-1 0,-11-5 1,-6-6-1,-6-3 385,-4 2 1,-8-5-1,-4 0 1,-2-2 345,-3 0 0,-10 1 0,-5-1 0,-2 4 617,2-1 1,-3 14 0,3 1 864,-4 11 0,4 2-611,0 8 1,7 1-811,-1 10 1,3 3 0,2 9-1,0 3 120,0 1 0,5 14 0,1 5 1,-2 12-63,-3 13 0,-6 8 0,-2 10 0,-3 8-112,4-40 1,-1 1 0,3 0 0,1 0-1,0 6 1,1 0 0,0-4 0,2-2-278,0-2 0,0-1 0,0-1 1,0-2-1,2 32 0,1-7-172,3-12 1,-1-16 0,-7-11 0,-3-9 424,-6-5 0,-4-10 0,-1-5 27,-1-8 0,6-11 1,2-11-1,2-3-86,3-6 0,-3-9 0,1 2 0,2-4 71,3-4 0,1 10 0,0-8 0,0 4 200,0 2 0,0 3 1,0-3-1,1 1 376,5 5 1,3 3 0,8 3 0,1 5-176,4 1 1,9 2 0,12 5 0,2 2-309,7 4 1,9-2 0,-1 8 0,1 1-758,-6 2 1,-9 2-1,-20 2 1,-8 4 637,-5 5 0,-46 11 0,-6 4 0</inkml:trace>
  <inkml:trace contextRef="#ctx0" brushRef="#br0" timeOffset="6">11509 15759 7956,'0'-16'211,"0"-1"0,-1 1 0,-3-1 0,-3 2 475,-3 4 1,-3 4 0,-7 7-483,-2 0 0,-9 9 0,0 8 0,-6 8-44,0 7 0,2 1 0,4 0 1,4 0-69,4 0 0,12-2 0,6-1 0,3-5-221,2-1 1,7-2 0,6-7-1,8-2 24,6-2 0,4-2 0,2 4 0,0-2 156,1 2 0,0 3 0,3 5 0,0 1 18,-6-2 1,2 0 0,-7 0-1,-2 2-63,-8-1 0,-6-3 1,-10-2-1,-4 1-27,-7-1 1,-2 1-1,-16-2 1,-4-2-147,-4-2 1,-9-6 0,4 4 0,-1-1-404,5-5 0,10-3 0,6-5 0,6-8-953,5-7 1523,3 1 0,31-18 0,13-8 0,1 0 0,0 0 0</inkml:trace>
  <inkml:trace contextRef="#ctx0" brushRef="#br0" timeOffset="7">11509 16140 7956,'26'-17'66,"0"6"0,-6 2 0,2 0 422,-2-1 1,6 5 0,2-6 0,3-2 225,2-2 1,7-1 0,3-1 0,1 1-554,0-1 1,-7 1-1,1-1 1,-5 1-427,-5-1 1,-4 1-1,-10-1-134,-3 0 0,-5 3 0,-12 3 0,-7 5 62,-7 4 1,0 2-1,-8 0 1,-1 2 654,-2 4 0,-4 3 1,-2 9-1,-1 3 212,1 1 1,2 5 0,4-3 0,1 0-79,3 0 0,7 3 1,-1-3-1,8 0-180,8 0 1,5 5 0,7-3-1,10 0-442,9-4 0,14-6 0,8-5 1,9-5-361,7-4 0,-7-4 0,7-5 1,-5-10 103,-6-9 1,-1-5 0,-4-2 0,-4-2 178,-6-3 1,-3 4-1,-2 0 1,-1 4 176,-5 1 0,1 5 0,-10 0 0,-3 4 549,-1 3 1,-6-3-87,-3 9 1,-10 4 0,-8 1 0,-5 6 49,-5 6 1,-6 3 0,2 7-1,-3 3 19,3 3 1,-5-2 0,5 8 0,-3-1-1,3-1 0,-3 5 0,8-3 0,2 5-404,2 5 1,9-3 0,3 2 0,6-6-530,6-3 1,5-8 0,9 0 0,6-7-382,5-7 0,-2-14 0,10-8 1,-4-10 166,-2-5 0,-2-4 0,-3-2 0,-8-2 616,-7 3 0,-1 6 1,-6 5-1,-2 1 710,-3 4 0,-2 8 1,-5 7 55,-5 3 1,-2 9 0,2 5 0,4 2-173,0 3 0,5 5 0,-4 2 1,6 0-767,6-1 1,-3 5 0,8-6 0,4-4-559,5-5 1,-1 0-1,3-7 1,-4-3-108,-1-1 1,-1-9 0,-1-6 0,-2-7 237,-2-8 0,-6 2 0,4-1 0,-1-2 561,-5-3 1,5 7 0,-3 3 0,-1 3 788,-2 3 0,0 5 0,1 3-27,3 6 0,-1 6 1,-5 13-1,0 1-114,0 4 0,0 4 1,0 7-1,0 0-182,0 0 1,0 0 0,0-2-1,0-3-420,0-6 0,0-4 1,2-1-600,4-1 1,-4-8 0,3-8 0,-3-11 35,-2-10 0,0-4 0,-2-10 0,-2-2 281,-1-2 1,-1 1 0,6 5-1,0 0 515,0 0 1,0 7 0,0 4-1,0 4 779,0 1 1,2 2 0,4 4-884,5 6 1,5 3 0,5 2 0,2 2-712,3 3 1,2 4 0,5 8-1,0 0 643,0-1 0,44-7 0,11-1 0</inkml:trace>
  <inkml:trace contextRef="#ctx0" brushRef="#br0" timeOffset="8">13146 15858 8243,'0'-16'508,"-1"7"1,-5 3 0,-5 4 83,-4 2 0,-3 2 0,-2 6 0,-4 6 150,-2 6 0,-7 15 0,-5 0 0,3 6-181,5 5 0,6 1 0,10 1 0,3-4-626,5-5 0,17-8 0,9-9 0,8-11-516,7-7 0,9-8 0,0-7 0,2-11-588,-2-7 0,-4-12 0,-6-3 0,-3-4 682,-4-1 0,3-1 0,-10-1 0,-4-4 385,-3-6 0,-7-3 1,3-2-1,0 3 777,0 8 0,-5 15 123,2 17 1,-5 14-1,-2 11 1,-3 15 172,-2 14 0,-5 11 1,4 13-1,-2 8-480,-4 7 0,4-2 0,0 5 0,-1 1-194,1 3 0,6-4 0,-3-3 0,4-7-583,2-8 0,8-13 0,3-11 1,3-12-382,3-12 0,-1-14 0,3-10 0,1-9-271,2-5 0,6-9 0,-5-3 1,1-1 497,0 0 1,4 2-1,-6-2 1,-2 7 702,-2 8 1,-1 5 0,0 9 425,-1 4 0,-5 6 0,0 10 1,0 8 270,-2 7 0,6 6 0,-4 7 1,2 0-829,-2 0 1,4 0 0,-4-2 0,5-1-708,6-3 0,-3-12 0,3 0 0,-4-6-487,-1-5 1,-6-4-1,0-6 1062,1-5 0,-12-62 0,-1-17 0</inkml:trace>
  <inkml:trace contextRef="#ctx0" brushRef="#br0" timeOffset="9">17677 15759 7792,'6'-27'168,"-1"-1"1,1 2-1,-4-3 1,2 1 0,3 1 908,2 1-891,-5-5 0,3 7 1,-5-4-1,2 5 0,1 1 49,-1-1 1,-8 1 0,-3 8 0,-2 1-57,-4 2 1,4 7 0,-3-1 0,0 3-21,-3 2 0,-2 0 1,1 2-166,-1 3 1,1 3 0,1 4-1,2-1-97,2 2 0,8 2 0,-5 3 0,3 3 23,-1 1 1,1 7-1,5 0 1,0 8 2,0 7 1,0 4-1,0 2 1,0 1 54,0 4 1,0 2 0,1 7 0,3-1 59,2-1 0,-1 5 1,-5-12-1,2-2-3,4-2 1,-5-8 0,5-7-1,-4-6-380,-2-8 1,0-9-1806,0-2 991,0-8 1,-6-3 1158,1-11 0,-26-30 0,-10-13 0,0-5 0,-1 0 0</inkml:trace>
  <inkml:trace contextRef="#ctx0" brushRef="#br0" timeOffset="10">17248 16007 8196,'-10'-16'1428,"5"-1"0,10 3-887,6 2 0,10 0 1,2 6-1,3 2-450,4 3 0,-5-5 0,3 1 1,1 1-525,2 2 0,4 2 0,2 0 0,2 0-1322,-3 0 1755,-1 0 0,21-15 0,4-3 0</inkml:trace>
  <inkml:trace contextRef="#ctx0" brushRef="#br0" timeOffset="11">17892 15594 8182,'0'-17'2084,"0"1"-1162,0-1 0,8 3-1402,3 3 1,4 3 0,-1 10-1,-1 2 480,-2 1 0,0 37 0,6 4 0</inkml:trace>
  <inkml:trace contextRef="#ctx0" brushRef="#br0" timeOffset="12">18008 15825 7810,'-9'8'232,"2"1"1,1 2-1,1 2 911,1 5 0,-3-1-968,1 5 1,1 2-1,5 0 1,0-1-1,0 3-603,0 0 0,0-4 0,0 4 0,1-2-949,5-4 1,-4-7 19,3-2 1357,-3-8 0,5-54 0,3-23 0</inkml:trace>
  <inkml:trace contextRef="#ctx0" brushRef="#br0" timeOffset="13">18207 15743 7893,'-6'-11'1324,"1"0"1,-1 9 0,6 2-1046,0 9 1,2 13 0,2 6 0,1 3-161,-1 2 0,3 0 0,-1 2 1,-3 2-122,-1 1 0,-2 1 0,0-8 0,0-2-450,0-1 477,8-8 1,-7-5 0,5-15-1,-4-11 52,-2-9 1,0-6-1,2-7 1,1 0 234,3 0 1,-1 0 0,-3 0 0,2 0-8,1-1 0,8 7 1,-2-1-1,4 1-653,1 1 1,3 2-1,1 8 1,4-1-686,2 1 1,-1 5 0,3 1 0,-6 3 1032,-4 3 0,6 39 0,2 11 0</inkml:trace>
  <inkml:trace contextRef="#ctx0" brushRef="#br0" timeOffset="14">18703 15759 7801,'0'-25'758,"0"2"0,0 5 0,-2 2 1512,-4-1-2055,5 0 1,-14 10 0,4 7 0,-2 9-339,2 6 0,-4 7 1,4 2-1,-3 0-5,-3 0 1,0 3-1,3-3 1,1 0 84,2 0 0,7 0 1,-3-6-1,1 1-31,1-5 0,1-1 0,10 2 54,5-4 1,3-4-1,5-7 1,1 0 69,2 0 1,7 0 0,-1 0 0,3 0 125,2 0 1,0 0-1,-1 0 1,-3 2-44,-1 4 0,-3-5 1,1 7-1,-8-1-69,-5 4 0,-9-2 0,1 2 0,-5 2-185,-5 2 0,-6 1 1,-9 3-1,-4 1-386,-2 2 1,4 0 0,-4-7-1,2-4-321,4-6 0,2-3 0,3-4 828,4-3 0,16-38 0,12-19 0,2-6 0,-1 0 0</inkml:trace>
  <inkml:trace contextRef="#ctx0" brushRef="#br0" timeOffset="15">19083 15561 7782,'0'-17'861,"0"1"26,0-1 0,2 8 0,2 5-613,1 8 1,1 0 0,-6 9 0,0 3-275,0 4 1,1 10-1,3-3 1,2 4-14,-3 3 1,-1-1-1,-2 2 1,0 1-72,0 3 0,0 7 0,0-2 0,0 2-220,0-2 1,0 2-1,0-8 1,0-1-2047,0-2 949,0-9 1401,0-10 0,-7-82 0,-2-26 0</inkml:trace>
  <inkml:trace contextRef="#ctx0" brushRef="#br0" timeOffset="16">19017 15842 7786,'-11'-6'144,"2"-1"1,0-2 986,-1-4 1,7 4-665,-3-2 0,12 7 0,5-1 1,3 1-451,3-2 1,5 5-1,2-5 1,2 4-499,3 2 0,4 0 0,4-2 0,1-1 481,-1-3 0,42 1 0,9 5 0</inkml:trace>
  <inkml:trace contextRef="#ctx0" brushRef="#br0" timeOffset="17">20257 15792 7801,'-11'-14'0,"0"1"670,-2 2 0,-1 7 0,-3-1 253,0 3 1,8 15-1,2 5-698,0 6 0,5 5 0,-4 8 0,4 2-181,2-3 0,0 5 0,0-3 0,0-3-337,0-5 1,8-3-1,3-8 1,3-7-293,3-2 0,0-7 0,-1-8 0,1-8 136,-1-7 0,1-1 0,-3-6 0,-3-2 392,-5-3 1,-4 5 0,-2-1 0,0-1 154,0-2 0,-8 5 1,-3 4-1,-3 3 305,-3 3 0,1 1 0,-1 2 0,1 4 121,-1 2 0,2 3 1,2 10-1,2 3-226,-1 0 0,4 6 1,3-4-372,3 3 1,2 3-1,2-2 1,3-4-82,6-6 1,4-3 0,3-2-1,4-2-312,6-3 1,9-6 0,3-11-1,2-4-38,4 0 0,0-11 0,-2 4 0,-5-2 417,-4 0 1,-9 4 0,-4 2-1,-6 3 601,-5 2 1,-3 8 165,-8 5 1,-2 9-316,-4 2 0,4 9 0,-3 13 0,3 6-154,2 3 1,-2 4 0,-2 3 0,-1 6-113,1 4 1,1 4 0,-1 3-1,-2 5-16,3 5 0,-5 6 1,3 1-1,1 0-11,2 1 0,2-14 1,0-4-1,0-13-132,0-7 1,8-9 0,3-6-270,3-7 1,3-13-1,0-11 1,-3-4-133,-3-1 0,2-6 0,-7-2 0,-3-2-128,-1-3 1,-2-2 0,0-3-1,-2 1 248,-3 0 0,1 0 1,-7 0-1,-2 0 362,-1 0 1,2 2 0,1 3 0,-1 6 345,-3 4 0,4 1 0,0 1 1841,-2-1-1581,6 8 1,7 2-1,11 7 1,3 0-210,3 0 0,5 0 1,2-2-1,2-2-400,3-1 0,8-6 1,3 5-1,2 1-24,4-3 6,2 6 0,24-5 0,5 7 0</inkml:trace>
  <inkml:trace contextRef="#ctx0" brushRef="#br0" timeOffset="18">22060 15792 7926,'-26'-16'283,"4"-1"1,3 3 0,3 3 0,-1 5 484,1 4 1,-1 4-565,1 4 0,-3 5 1,-1 11-1,-2 5 52,2 4 1,-4 4 0,2 4 0,2 3-3,1 0 0,3 6 1,1-4-1,2 2-153,2-2 1,8-5 0,-1-13 0,9-10-685,12-9 1,7-8-1,9-12 1,2-13-97,3-9 1,-1-13-1,5 1 1,-1-5 442,-4 4 0,-2 1 0,-4 8 0,-5 2 1306,-10 2 0,-9 12 89,-12 6 1,-4 11 0,-6 16-1,2 8-893,2 6 0,7 9 1,-1 6-1,3-1-1079,2 3 1,2-7 0,3 5 0,8-4 812,8-2 0,26-7 0,14-2 0</inkml:trace>
  <inkml:trace contextRef="#ctx0" brushRef="#br0" timeOffset="19">22622 15726 7782,'-17'-15'1700,"3"8"-1144,3 13 0,3 5 0,8 18-33,0 6 1,0-2 0,2 7 0,2-1-537,1 0 0,8 5 0,-2-4 0,2 1-402,-2-1 1,4-7 0,-6-7-1,0-2-345,-3-4 1,-5-11 621,-1-9 1,0-15 0,0-12 0,0-6 305,0-6 0,0 2 1,0-5-1,0 0 399,0 0 0,0 5 0,0-2 0,2 6 58,4 6 1,-2-3 0,7 8 0,1 2-736,3 2 0,2 3 1,1 2-1,4 4-3701,6 2 3811,-4 1 0,43 28 0,5 6 0</inkml:trace>
  <inkml:trace contextRef="#ctx0" brushRef="#br0" timeOffset="20">23283 15908 8217,'-2'-26'485,"-3"4"0,3 4 0,-3 1 0,1 1-140,-2-1 1,5 6 0,-5 0 539,4-2 0,-5 1-510,-4 1 1,-4 11 0,-1 12 0,-1 9-53,1 6 1,-8 12-1,-2 5 1,-2 4-126,1 1 0,5 3 1,-4-1-1,4 1-180,7-5 0,6-10 0,9-4 0,2-9-748,3-6 1,12-10 0,11-10 0,3-13 51,2-10 1,0-14 0,-2-3 0,-3-2 579,-6-1 0,-4 9 0,-1-1 1,-3 6 557,-3 3 0,-3 8 1521,-8-2 1,0 13-1600,0 9 0,-6 13 1,1 9-1,1 0-579,2 2 0,4-6 0,2 4 0,1-4-462,-1-1 1,0-2-1,-1-3 1,5-2-115,1-3 1,-4-3 0,6-10 0,0-5 324,-1-4 0,2-3 0,-4-4 0,-1-6 559,1-3 1,3-2 0,-6 2 0,1 3 737,1 6 1,-5 9-1,5 4-346,0 2 1,-5 3 0,6 10-1,-3 5-325,1 3 1,5 3 0,-6 0-1,1-1-288,1 1 1,-5-1 0,3 1-1,-3-1-360,-2 1 1,0-6 0,2-2-152,4-2 1,-3-3 0,6-10 255,-1-5 0,5-3 0,-2-3 0,3-1 407,3-4 1,-1 3 0,1-3 0,0 6 355,-1 5 1,-5-2 0,0 7 0,2 3 118,2 1 0,-4 2 1,0 2-224,2 3 1,-6-1 0,-2 7-1,-1 0-296,2-2 1,-3 0-1,8-5 1,2 2-190,2-3 0,1-1 0,1-2-34,-1 0 0,1-2 0,0-3 0,1-6-75,4-4 0,-9-7 1,3-2-1,-3 0 169,-4 0 1,4 0 0,-7 4 0,-3-2 525,-1 2 0,-4 2-66,-3 1 1,-4 10-1,-6 7-174,4 9 0,-2 6 0,6 1 0,0 2-21,-1 5 0,3-5 0,5 6 0,0-2-136,0 0 0,0 7 0,0-1 0,0 3-63,0 2 0,1 2 0,5 2 0,5 5-210,4 6 1,3 3-1,2 10 1,4-6-41,2-4 0,-6-1 0,2 0 0,-5-4 115,-6-8 0,-4-1 0,-7-13 0,-2 0 288,-3 0 0,-4-2 0,-8-6 0,-1-1 100,-4-4 1,1-2 0,-4-5 0,1 1 84,4-1 1,1-10 0,4-5 0,3-5 50,1-6 0,7 2 0,-2-8 0,5-1 83,1-3 0,0-2 1,1-3-1,5-4-767,5-1 1,4 4 0,3-7 0,4 0-962,6-3 1,8-2 1320,3 1 0,13-3 0,8-5 0,3-4 0,-1-1 0</inkml:trace>
  <inkml:trace contextRef="#ctx0" brushRef="#br0" timeOffset="21">24309 15991 7782,'-10'-2'1062,"5"-4"1,5-3 0,5-9-968,6-4 1,6 2-1,5-8 1,4-1-514,-1-3 0,5 1 0,-8 2 0,-4 3 89,-5 2 0,-6-3 1,-8 5 612,-5 1 0,-3 10 0,-9 8 0,-3 6 714,-1 8 1,0 11-1,6 6 1,-1 5-272,1 6 1,1-3 0,2 7 0,4-1-670,2 0 1,1-5 0,8 1 0,3-3-825,6-2 0,10-1 1,3-7-1,3-8 766,8-10 0,14-23 0,9-10 0,8-2 0,0 1 0</inkml:trace>
  <inkml:trace contextRef="#ctx0" brushRef="#br0" timeOffset="22">25516 15610 7800,'-17'-22'0,"1"0"426,-1 2 0,6 9 0,0 7 1,0 8-1,0 9 598,0 7 0,6 13 0,-5 11-657,3 4 1,1 9 0,6 4 0,0 5-331,0 5 1,2-4 0,4 1 0,5-10-164,4-6 0,8-8 1,5-18-1,3-10-358,2-8 0,8-23 0,3-15 0,2-14-48,-2-9 0,2-9 0,-8 1 0,-3-5 325,-5-6 1,-1-1-1,-9-4 1,-5 5 687,-8 4 1,-5 4 0,-2 1 0,0 8 372,0 9 1,-2 11-1,-3 26-173,-6 9 1,2 9 0,-2 15 0,-2 9-220,-2 9 1,4 10-1,0 8 1,-2 10-485,-2 4 1,1 1 0,1-5 0,4 2-171,1-3 1,-3-2 0,6-9 0,1-8-313,2-10 1,4-8 0,4-9 113,5-6 1,3-19-1,3-3 1,-1-10 73,1-7 1,-1-4-1,1-7 1,0 0 410,-1 0 0,-5 0 0,0 2 1,2 1 388,2 3 0,-6 12 1,-2 0 216,1 6 0,-7 7 1,7 11-219,-1 8 1,-5 12-1,5 3 1,1 4-479,3 1 0,5-2 0,6-2 0,6-2-489,3-3 0,8-6 1,1-11-1,2-7-341,4-8 1,2-7-1,0-11 1,-6-7 175,-9-8 0,-9 2 0,-13-4 0,-5 4 537,-5 2 0,-1 0 0,0 2 0,-1 3 311,-5 6 0,-3 11 1,-8 6-1,1 3 232,-1 2 0,-1 4 0,-2 5 0,-2 9 130,1 6 1,3-2 0,2 6 0,-1 3-133,0 6 0,3-2 0,1 5 0,4-1-424,1-1 1,3 4 0,5-7 0,2-5-238,3-4 1,10-6 0,9-9-1,1-6-507,5-3 1,-4-11-1,-1-8 1,-1-8 149,-4-7 0,-1-1 1,-5 0-1,-1 0 768,-2 0 1,-7 2-1,2 3 1,-5 6 2452,-1 4-2158,0 9 1,0 9 0,0 13 0,0 7-247,0 7 1,0-1 0,2 0 0,2 0-434,1-1 0,8-5 0,-2 1 0,4-7-742,2-3 1,5-9 0,1-2 0,1-9 54,0-6 1,4-9-1,-4-3 1,0-4 472,-1-2 0,0-6 0,-9-1 0,-1-1 240,-2 1 0,-5-1 0,3 5 1,0-3 270,0 2 0,-5-1 1,1 3 749,-3 3 1,-2 14 61,0 7 1,-5 13 0,-1 20 0,3 6-388,1 3 0,2 7 0,0 3 0,0-1-332,0 1 1,0 3 0,0-4 0,0 1-592,0-1 0,5 4 0,3-5 0,1-4-989,4-6 1,-4-1-1,2-12 1395,2-7 0,-6-49 0,0-15 0</inkml:trace>
  <inkml:trace contextRef="#ctx0" brushRef="#br0" timeOffset="23">26806 15858 7807,'-8'-9'1062,"5"-4"1,-7 6-299,3-2 0,2 3 0,6-3 0,7 2-464,8 3 1,8 2 0,9 2 0,0 0-907,0 0 1,6 0-1,1 0 1,1 0-381,-1 0 1,4 0 985,-5 0 0,-23-7 0,-10-2 0</inkml:trace>
  <inkml:trace contextRef="#ctx0" brushRef="#br0" timeOffset="24">25251 15875 7807,'-22'-6'1099,"2"-1"0,7 0-114,11-1 0,19 1 0,16 3-938,9-1 0,8-1 0,5 5 0,9-3-120,11-2 1,17 1 72,-38 4 0,3 2 0,19 2 0,6 1 0,3 1 0,0-1 0</inkml:trace>
  <inkml:trace contextRef="#ctx0" brushRef="#br0" timeOffset="25">27732 15892 7806,'0'-26'0,"0"4"0,0 3 921,0 3-552,0 7 1,-6 5 0,1 15 0,1 11 0,2 9 77,2 8 1,0 3 0,0 8 0,0-1-314,0 1 1,0-6 0,0 0-1,0 0-300,0-1 1,0-9-1,2-10-331,3-5 0,3-8 0,3-19 224,-6-8 0,3-10 0,-3-11 0,1-3 254,1-2 0,-3-2 0,5-4 1,0 2 209,0 2 1,2 7 0,6-2 0,-2 6 543,-4 6 1,3 8 0,-3 10-196,4 2 0,0 3 1,-2 10-1,-4 7-437,-2 7 0,4 0 1,-4 6-1,1-1-155,-1 1 1,-1-4 0,-6 6-1,0-1-128,0-1 1,0 3 0,0-5-1,0 0-1109,0 0 1,2-4 683,3-9 1,2-11-1,6-12 1,-2-9 499,2-6 0,-4-10 1,2-2-1,0 3 433,-1 1 1,2 4 0,-4 3-1,-1 6 993,0 4 1,1 3-720,-3 4 0,-1 11 1,5 13-1,-1 5-454,-5 4 1,5 7 0,-3-1 0,1 3-416,1 2 0,-5 0 0,3 2 0,-3 2-455,-2 2 0,6-3 1,-1-6-1,-1-4-796,-2-3 1,5 5 0,4-8 1517,4-5 0,31-65 0,7-23 0</inkml:trace>
  <inkml:trace contextRef="#ctx0" brushRef="#br0" timeOffset="26">28443 16206 8005,'-17'0'988,"8"0"0,22-2 0,14-4-1196,6-5 1,8-11 0,-3-5-1,-1-4-91,-2-3 0,-2 1 1,0 0-1,-1 0 296,-5 0 1,-10 6 0,-12 1 77,-3 2 0,-11 9 0,-6 10 1,-7 5 119,-4 5 0,4 6 1,-5 10-1,-1 2 266,2 3 1,1 2 0,4 5 0,-1 0 30,2 0 0,2 2 0,3 2 1,4 1-284,6-1 1,5 3-1,7-1 1,8-4-206,5-6 1,15-7 0,0-11 0,3-5-480,3-4 1,5-6 0,0-5-1,5-10-34,4-4 0,0-7 1,-5-8-1,-2-5 349,-4 1 0,-11-4 0,-11 7 0,-4 5 304,-1 4 0,-8 1 0,-4 7 60,-3 2 1,-9 3 0,-2 4 0,-2 4 188,0 2 1,0 1 0,-8 8 0,-1 2-48,-2 1 1,-5 8 0,4-2 0,1 4-102,-1 1 1,4 6-1,-3 2 1,4 2 47,1 3 1,2 3 0,3 1 0,2 0-340,3 0 0,9 3 1,11-1-1,7-5-385,8-4 1,5-12 0,5-8 0,4-4-433,1-2 0,5-8 1,-4-5-1,2-7-611,-2-7 1,7-5 1473,-7-1 0,15-29 0,-8-8 0</inkml:trace>
  <inkml:trace contextRef="#ctx0" brushRef="#br0" timeOffset="27">29468 15677 7806,'0'-22'0,"0"-1"1438,0 3 1,0 11-859,0 9 1,5 15-1,1 14 1,-2 8-261,-2 7 1,3 4-1,1 1 1,-1 1-257,2 0 0,-3 5 0,5 2 0,-1 0-596,-5 0 1,5 3-1,-1-6 1,0-9-2899,1-10 3430,5-9 0,-12-46 0,7-10 0</inkml:trace>
  <inkml:trace contextRef="#ctx0" brushRef="#br0" timeOffset="28">29352 15941 8233,'-7'-5'2959,"7"-1"-2659,9 2 0,13 3 0,6 1 0,5-2-286,5-4 0,-3 3 0,4-7 0,-4 1-552,-2 0 0,0 5 538,0-1 0,-7 3 0,-2 2 0</inkml:trace>
  <inkml:trace contextRef="#ctx0" brushRef="#br0" timeOffset="29">29931 15858 7807,'-17'-7'248,"6"3"1,0-5 0,-1 2 487,-3 3 1,4 4-1,0 6-478,-2 5 0,4 3 1,0 3-1,1 0-256,5-1 1,-1 6-1,0 0 1,-1-2-225,1-1 1,8-3 0,3-1 0,2-2 87,4-2 0,7-2 1,4 4-1,0-2 200,0 2 0,4-4 0,-5 2 0,1 2 121,0 2 0,-4 1 1,-7 1-1,-2-1 163,2 1 0,-6-1 0,-1 1-167,-4-1 1,-10-1 0,-4-2 0,-9-2-422,-6 2 0,1-4 1,-1 2-1,-3 2-783,-1 2 1021,5-6 0,-5-9 0,5-9 0</inkml:trace>
  <inkml:trace contextRef="#ctx0" brushRef="#br0" timeOffset="30">30328 16206 7807,'0'-17'2391,"2"2"-2391,3 4 0,12 11 0,8 10 0</inkml:trace>
  <inkml:trace contextRef="#ctx0" brushRef="#br0" timeOffset="31">30874 16206 7807,'0'-9'-1711,"7"5"1711,4 4 0,26-11 0,7-15 0</inkml:trace>
  <inkml:trace contextRef="#ctx0" brushRef="#br0" timeOffset="32">31171 16206 7807,'11'0'-283,"0"0"1,37-15 0,15-3 0</inkml:trace>
  <inkml:trace contextRef="#ctx0" brushRef="#br0" timeOffset="33">31386 16206 7807,'17'-6'220,"-1"1"0,-5-1 0,0 6 0,4 0 394,5 0 0,0 0-614,8 0 0,44 8 0,16 1 0</inkml:trace>
  <inkml:trace contextRef="#ctx0" brushRef="#br0" timeOffset="34">17380 17082 7952,'-17'-24'336,"1"8"0,1 10 700,4 10 0,4 9 0,7 14-417,0 12 0,0 14 1,0 10-1,0 6-346,0 9 0,0-3 0,0 2 0,2 2-401,3 2 0,4 5 0,8-3 1,-1-9-210,1-10 1,-1-2-1,-1-7 1,-2-3-2883,-2-6 3219,0-13 0,5-24 0,1-11 0</inkml:trace>
  <inkml:trace contextRef="#ctx0" brushRef="#br0" timeOffset="35">18025 17628 8003,'-26'-7'103,"4"-3"0,4-1 1,-1 2 572,-3 2 1,4 1 290,-4 6 1,3 8 0,3 4 0,-1 9-576,1 6 0,-1 12 0,1 5 1,-1 6-198,1 5 0,5 2 0,1 1 1,3-6-397,3-6 0,10-17 0,5-1 0,4-10-360,1-7 1,3-4 0,1-8-1,2-7-38,-2-8 0,-2-3 0,-1-10 0,-1-4 64,1-4 0,-8-3 0,-1 3 0,-3-3 891,1-3 1,-1 8 0,-5 1 0,0 6 3230,0 4-2928,0 2 0,-5 20 0,-1 10 0,2 10-394,3 9 1,1 10 0,1 2 0,5-2-690,5-3 1,4-6 0,3-4 0,2-4-891,2-5 1,13-10 0,0-1-1,4-10 507,1-10 0,-1-8 0,-8-11 0,-4-3 870,-5-7 0,-3-2 0,-4-3 0,-4 2 378,-6 4 1,-3 6 0,-2 8 4113,0 3-3806,-7 6 1,3 12 0,-5 15 0,0 7-624,-1 3 0,5 6 0,-4 2 1,-1 2-143,1 3 0,6-5 0,-3 0 0,6-2-265,6 0 1,3 6-1,7-6 1,3-4-49,3-5 1,3 2 0,9-6 0,-1 0 195,0-3 1,0-3 0,0 1 0,0 1 236,0-1 0,-2 5 0,-5 2 99,-10 4 0,-8 2 1,-14-1-1,-7 1-24,-7-1 1,2 1-1,-4-3 1,3-1-318,3-2 0,-1-2 0,1 2-594,-1-5 1,8-12 0,4-5-1,5-5-622,5-6 1,2 2 0,6-10 1353,-2-5 0,30-49 0,-15 31 0,1 1 0</inkml:trace>
  <inkml:trace contextRef="#ctx0" brushRef="#br0" timeOffset="36">18686 17644 7538,'17'-33'0,"-1"0"152,1 0 0,5 6 0,0 1 1,0 4 210,2 7 1,-6-1-1,4 6 1,-3 1 430,-3 4 1,1 5-1,-1 5-12,1 6 1,-8 11 0,-2 6 0,-1 3-407,-1 2 1,1 8 0,-6 3 0,2 3-417,3 3 1,-3 2-1,4 3 1,-5 2-239,-1-4 0,2 0 0,2-14 0,1-4-1975,-1-6 1,-4-12-82,-5-12 2334,3-10 0,-28-63 0,17 23 0,-1 0 0</inkml:trace>
  <inkml:trace contextRef="#ctx0" brushRef="#br0" timeOffset="37">18785 17677 8723,'-16'-7'1739,"9"0"1,7-4-981,9 5 0,13 3 0,7-1 0,8-2-875,7 3 0,4 1 1,1 2-1,3 0 116,3 0 0,20-9 0,12-4 0,-22 4 0,-1-1 0,1 1 0</inkml:trace>
  <inkml:trace contextRef="#ctx0" brushRef="#br0" timeOffset="38">20042 17562 8018,'-7'-17'194,"3"1"0,-5-1 1371,2 1-1144,1 6 0,6 12 0,-2 13 0,-1 7-148,-3 4 1,-1 1 0,3 6 0,-3 0-172,-2 0 1,5 1-1,-3-1 1,1-2-243,0-4 0,3-3 0,6-7 0,7-2-138,4-4 1,-1-6 0,11-12 0,-2-10-399,0-9 0,6-7 0,-6-3 0,-2-5 37,-2-1 0,-3 3 0,-2-3 1,-4 2 756,-1 3 1,3-3-1,-6 1 1,-1 2 326,-2 2 0,3 10 0,1 3 1,-3 3 1243,-1 3-1212,5 6 0,-5 5 0,4 10 0,-3 8-189,3 7 0,-4 1 0,3 4 0,-1 1-87,2 0 0,3-4 0,7 4 0,3-2-156,3-4 1,3-2 0,8-1 0,1-3-220,-1-3 1,0 4 0,-2-4 0,-2 6-219,-1 5 1,-8-2 0,0 7 0,-7 3-106,-7 1 1,-4 10 0,-4 3-1,-6 3 215,-8 3 0,-3-6 0,-6-2 1,1-1 436,4-4 0,1-10 0,3-3 1,-1-2 272,1 0 0,6 0 1,5-5-122,3-1 0,4 1 0,3-3-272,6-3 0,4-3 1,2-10-147,-1-4 1,-1-5 0,-2-11 0,-2-5 192,2-4 1,-4-3-1,0 1 1,-2 0 72,-3 0 0,-2 0 1,-2 0-1,0 0-114,0 0 1,0 2-1,0 3 1,-2 6 15,-3 4 0,3 1 1,-4 1-1,4-1-168,2 1 0,0-1 0,2 1-14,4-1 0,-3-5 0,7 0 0,-1 4 398,0 5 0,-4-2 0,5 4 0,-1-4 177,0-1 1,-3 1 0,5 2 0,0 2-192,-2-2 1,5 4 0,-1-2 0,6 0-763,3 2 0,0-4 1,-4 7 502,4 3 0,11 1 0,10 2 0</inkml:trace>
  <inkml:trace contextRef="#ctx0" brushRef="#br0" timeOffset="39">20323 17330 7972,'11'-22'70,"-1"0"0,-1 2 1,0 3 1601,4 6-1302,-6 4 0,2 9 0,-5 3 0,1 10 0,-1 9 0,-4 11 127,-5 5 0,1 12 0,-7 8 0,0 5-263,2 1 0,-6 2 0,6 5 1,0 10-328,3 9 0,4-8 1,4-3-1,4-5-91,5-7 0,9 1 0,4-9 0,0-15-268,0-13 0,-2-17 1,-6-10-1,1-8 224,-1-9 1,-1-4 0,-2-18-1,-2-7 295,2-6 0,0-7 0,-2 1 0,-6 4-152,-3 1 1,-2 4 0,0 1 0,-2 0-5,-3 0 1,-6 5 0,-12 0 0,-4 6 170,-4 3 1,-8 4 0,-1 0 0,-1 10 347,1 5 0,3 5 0,10 8 0,6 3 479,8 2 1,6-3 0,11 3-448,7-2 0,9-3 0,19-10 0,5-7-267,3-7 1,5 0-1,1-6 1,2 1-72,-1-1 1,-1 0 0,0-3 0,2 3-657,-1 2 1,1 2 0,-6 7 0,-6 4-2811,-7 6 3342,-10 3 0,-17 17 0,-11 3 0</inkml:trace>
  <inkml:trace contextRef="#ctx0" brushRef="#br0" timeOffset="40">22060 17529 7972,'-10'-17'126,"-2"-5"0,6 0 0,2 0 0,3 0 734,1 0 0,0 0 0,0 5-130,0 1 1,-8 1 0,-3 4-522,-4 6 1,-1 6-1,-2 9 1,-3 10-91,-1 9 0,-7 2 0,1 12 0,-1-1-60,1 0 0,-1 2 0,7 6 0,2-1-333,1 1 0,10-13 0,4-6 0,7-7-338,9-9 1,3-8-1,17-14 1,4-12-87,0-12 1,6-4 0,-3-7 0,-3 0 527,-5-1 0,-1 8 0,-7 1 0,-4 6 1481,-5 4 0,2 4-677,-4 9 0,-4 11 1,1 13-1,-1 7-924,4 7 0,4 5 1,1 1 289,1 0 0,51 7 0,13 3 0</inkml:trace>
  <inkml:trace contextRef="#ctx0" brushRef="#br0" timeOffset="41">22506 17429 7972,'-5'-22'1,"-1"0"1,4 2 0,6 2 81,7 1 1,5 8 0,5 4 676,1 3 1,5 15 0,-3 5 0,0 8-237,0 9 1,-2 3-1,-7 8 1,-2-2-399,-2 2 1,-8 6-1,3-1 1,-4-3-229,-2 0 1,0-10 0,0-5-251,0-9 0,-6-17 1,1-12-285,1-15 1,2-17 0,4-7 0,2-4 98,1-2 0,6 1 1,-5-1-1,-1 1 825,3-1 1,-7 8 0,7 5 0,-3 8 2713,1 7-2380,-1 3 0,3 10 1,1 5-380,0 8 1,11 5 0,-1 10 0,6 1-556,10 2 1,6 0 0,10-6-1,2 1-605,2-1 0,1-1 0,-7-4 0,-1-5 258,-4-4 1,-5-4 0,-12-4 0,-5-5 413,-3-3 1,-5-3 0,-3 0 0,-5 1 269,-4-1 1,-4 1 0,-4-1-1,-5 3 556,-3 3 1,-5 3 0,-1 8 0,-2 0 238,2 0 0,-4 9 0,0 6 0,0 7-147,0 4 1,-3 7 0,3 7 0,0 3-207,0 3 0,-4 1 1,6 3-1,2 1-306,2 5 1,9-7 0,5-1 0,8-15-558,7-15 0,11-8 0,5-12 1,5-4-412,1-5 0,0-16 0,-2-8 0,-4-6 103,-5-5 0,1 0 0,-5 0 1,-3 4 685,-1 2 0,-6 3 1,-3 9-1,-3 6 119,-2 4 1,-2 9-1,-3 3 376,-6 5 1,1 10 0,1 7-1,2 10 571,3 5 0,-3 2 0,1 0 0,3 2-1039,1 4 1,4-4-1,3 3 1,6-3-923,4-2 1,3-7 0,4-6 0,6-7-231,3-7 1,4-12 0,0-5 0,0-5 724,-4-7 1,-9-4 0,0-10 0,-3-1 417,-3 1 0,-7-4 0,-1 3 0,-3 3 145,1 6 0,-1 5 0,-5 7 732,0 1 0,0 8 1,-2 6-1,-1 8-8,-3 3 0,1 8 0,5 7 0,0-1-461,0 1 0,0 4 1,0-4-1,0 0-187,0-1 1,0 0-1,0-7 1,0 1-626,0-1 0,7-7 0,4-3-246,4-4 1,1-11-1,1-6 1,-2-7 189,-4-4 1,3 0 0,-3-3 0,4 3 291,1 2 1,-1 2 0,-2 6 1236,-2-1-414,-7 8 0,3 9 0,-7 11 0,0 4-274,0 1 1,2 4-1,2-1 1,3-4-351,2-1 1,8-6 0,7-3 0,3-3-263,8-2 1,0-2 0,9-3 0,0-8-554,-2-7 0,-3-1 1,-11-4-1,-8 1 361,-7 3 0,-6-2 0,-7 1 0,0 1 464,0 3 0,-7 3 0,-4 2 0,-4 4 376,-2 2 1,1 3 0,-1 10 0,1 5 149,-1 3 0,6 5 0,2 3 0,2 4-201,3-1 0,4 8 0,6-1 0,5 6-337,3 4 1,3 3 0,1 6 0,2 4-119,2 6 0,8 3 0,-4 0 0,-1-1-125,-3-3 0,-5-1 1,-4 4-1,-4-4 31,-2-3 0,-3-10 0,-10-12 0,-5-11-48,-3-4 0,-8-5 1,-2-3-1,-2-5 386,-3-4 0,-1-4 1,1-5-1,1-8 246,-1-5 0,5-11 0,2-3 0,5-6 4,6-2 1,4-8 0,7 4 0,2-3-252,3 1 1,5 9 0,8 1 0,6 3-404,9 2 1,2 1 0,7 3 248,-2 1 0,36 8 0,3-4 0</inkml:trace>
  <inkml:trace contextRef="#ctx0" brushRef="#br0" timeOffset="42">24540 17760 7942,'-9'-11'0,"3"0"0,5-2 375,1-1 1,3-5-1,6-1 1,12-4 4,8-2 0,2-1 1,12-4-1,-3 1-589,-3 3 0,-6 1 0,-9-2 0,-11 6 100,-7 4 1,-8 7-1,-7 2 1,-11 3 364,-7 8 0,-6 5 0,-4 12 0,-3 3 806,0 5 1,1 5 0,10 1 0,3 0-311,6 0 0,11 5 0,6 1 0,7-2-1295,9-2 0,14-10 0,21-3 1,9-1-1372,12 1 0,4-11 1914,6 0 0,-10-17 0,13-7 0,1-1 0,6-2 0,-1 1 0,0 0 0</inkml:trace>
  <inkml:trace contextRef="#ctx0" brushRef="#br0" timeOffset="43">25913 17066 7942,'-15'-17'0,"2"2"0,2 4 0,-2 6 1479,-2 3-1072,-1 9 1,-1 12 0,3 16-1,1 12 1,4 14 0,-1 9 21,1 7 1,6 4 0,-3 2-1,4-1-409,2 1 0,0-6 1,2-3-1,4-8-104,5-13 1,3-18 0,3-19 0,-1-8-478,1-6 0,-1-17 0,1-9 0,-2-11 78,-4-9 1,3-11 0,-3-4 0,2-1 338,-2-1 0,2 2 0,-5-2 0,-1 4 367,0 1 0,4 4 0,-5-1 1,-3 7 439,-1 7 1,0 12-92,4 5 0,-4 14 0,3 16 0,-3 16-171,-2 10 0,0 18 0,0-1 0,0 4-298,0 2 0,0 6 1,0-2-1,0 1-227,0-1 0,7-3 0,4-6 0,4-1-278,1-3 1,7-17 0,-1-5 0,0-11 39,1-10 1,-4-7 0,3-7 0,-4-9 149,-1-6 0,-1 2 1,1-6-1,1-1 174,4-2 0,-9 0 0,4 1 1,-3 4 141,1 3 0,-4 6 0,0 8 165,2 1 0,-4 5 1,0 10-1,-1 10-22,-5 8 1,1 7-1,0 1 1,3 0-10,2 0 0,-3 0 0,5-2 0,2-5-170,1-10 1,3-1-1,1-9 1,3-3-397,1-1 0,-2-11 1,-7-6-1,-4-7-75,-2-4 1,1 4-1,-5-5 1,3-1 227,-3 3 0,-6 1 1,-5 9-1,-1 2 273,-4 2 1,-1 7 0,-1 1-1,2 6 410,2 8 0,0 4 0,-4 4 0,4 1 23,6 2 1,-3 0-1,3-6 1,1 1-404,2-1 1,2 1 0,2-2 0,2-2-131,1-2 0,8-8 0,-2 3 0,4-4-556,2-2 1,-1-2-1,2-4 1,3-5-288,1-3 0,0-5 0,-6-1 0,1-2 848,-1 2 1,-5 1 0,0 3 478,2-1 1,-4 8 0,3 4-156,0 3 0,3 2 1,0 2-1,-2 1-23,-2 3 1,0 5 0,5-6 0,1-1-441,-1-2 0,1-4 1,-1-4-1,1-5-237,-1-3 0,1-5 0,-1-1 0,-1-4 238,-4-2 0,2 6 0,-7-2 0,-1 4 815,2 1 0,-5 10-309,4 7 0,-6 9 0,-4 11 0,-1 4 36,1 2 1,2 2 0,2 5 0,0 0-629,0 0 1,6-6 0,1-1 0,2-2-1069,4-4 0,0-7 1,0-4 1288,-2-1 0,-30-47 0,-1-16 0</inkml:trace>
  <inkml:trace contextRef="#ctx0" brushRef="#br0" timeOffset="44">26988 17628 7942,'-1'-17'359,"1"1"621,0-1 1,10 1 0,4 1-511,7 4 0,8 2 0,0 5 0,8-3-722,7-2 1,4 3-1,2-3 1,-1 2 251,1 3 0,-15 9 0,-4 5 0</inkml:trace>
  <inkml:trace contextRef="#ctx0" brushRef="#br0" timeOffset="45">25450 17628 7942,'-24'-17'1215,"7"1"1,1-1-1,12 1-1467,13-1 1,11 8 0,23 2 10,12-1 0,13 6 1,20-3-1,-41 3 0,1 0 241,1-1 0,5 1 0,22 2 0,13 3 0,2-1 0,-16-1 0,0-1 0,-1 1 0,1-1 0</inkml:trace>
  <inkml:trace contextRef="#ctx0" brushRef="#br0" timeOffset="46">28211 17446 8077,'0'-22'0,"0"0"555,0 2 1,-2 7-1,-1 5 1,-3 7 208,2 8 0,3 19 0,1 9-535,0 5 1,0 6-1,0 7 1,0 4-142,0 2 1,0 2 0,0 3-1,0-3-374,0-6 0,0-6 1,-2-6-1,-2-10-345,-1-9 1,-1-17 353,6-13 1,7-10 0,4-19 0,4-4-42,2-5 1,-1-4-1,1-3 1,1-4 242,4-6 1,-3 6 0,3 4 0,-2 7 891,2 3 0,-4 8-448,4 6 1,-5 15 0,-6 7-78,-6 12 1,-3 10-1,-2 5 1,0 5 32,0 5 1,0 6 0,0 3 0,0-1-363,0 1 0,-5 3 0,-3-4 0,1 1-414,0-1 1,1-9 0,8-11 182,4-7 1,-3-7 0,8-14 0,2-6-12,2-7 1,1-13-1,3-1 1,1-6 155,2-5 1,0 0-1,-5 2 1,-1 6 911,1 3 1,-6 9-1,-2 4-62,-2 4 1,-1 10 0,-6 8 0,0 9-475,0 6 1,0 4 0,0 1 0,2 2-542,3-2 0,-3 6 0,5-1 0,-1 1-764,-1-4 0,3 2 1,-5 0-1,5 2-310,1 3 1,-4-3 1361,6 1 0,-7 8 0,3 8 0</inkml:trace>
  <inkml:trace contextRef="#ctx0" brushRef="#br0" timeOffset="47">28773 18008 8984,'-16'0'520,"7"0"1,3 0-1,14 0 1,8-2-367,10-3 1,14-4 0,8-8 0,5-1-376,1-4 1,-3-4-1,-3-7 1,-2-2-6,-2-4 0,-15 3 0,-3-7 0,-11 5 230,-10 7 1,-3-1 0,-4 10 0,-3 4 118,-6 5 1,-6 0 0,-3 8-1,-4 3 223,-2 6 1,6 5 0,-4 7 0,2 1 122,0-1 1,0 6-1,5 2 1,1 2-167,-1 3 0,8 3 0,4 1 0,5 0-299,5 0 1,4 0 0,10-2-1,3-3-191,5-6 0,12-4 0,3-3 1,4-4-499,4-6 0,-2-10 0,10-6 1,1-6 179,0-5 0,-11-3 1,-1-10-1,-6-2 588,-10-2 1,-5 1 0,-11 6 0,-4 5 211,-6 5 1,-10 5-1,-6 6 1,-4 4 115,-2 0 1,-7 7-1,-3-2 1,-4 7-14,-2 4 0,0 4 0,-1 8 0,1 1-153,0-2 1,6 4 0,1 0-1,2-1-100,4 1 1,3 4-1,6-4 1,6 0-117,3 0 1,11 3 0,8-5 0,8-2-274,7-1 1,6-5-1,3-1 1,1-4-41,4-1 1,2-3 0,-1-6 0,-2-5-273,-7-5 0,-1-6 0,-2-3 0,0-4 222,-4-1 0,-9-3 1,0-3-1,-4 1 433,-1 3 0,-2-1 1,-4-5-1,-6 0 324,-3 0 1,-2 6 0,0 1 0,0 2 61,0 4 1,0 7 0,0 2-326,0-2 1,-6 4-684,1-2 0,1 2-621,10-2 0,3-2 0,8 7 1144,-1 2 0,8-12 0,2-2 0</inkml:trace>
  <inkml:trace contextRef="#ctx0" brushRef="#br0" timeOffset="48">30096 17214 8421,'-14'8'809,"3"3"1,-2 5 0,7 8-1,1 11-616,-3 13 0,5 11 1,-6 11-1,-1 1-669,1-1 1,4-2-1,-5-4 1,3-1-42,3-3 1,3-14 0,2-3 0,5-12-128,5-9 0,4-11 0,1-6 644,1-3 0,-1-24 0,1-5 0</inkml:trace>
  <inkml:trace contextRef="#ctx0" brushRef="#br0" timeOffset="49">29865 17793 7942,'0'-16'23,"2"-1"1,1 1 0,5-1 229,1 1 1,2-1-1,7 0-93,4 1 1,-9 1 0,4 2-339,-3 2 0,-4 8 10,1-3 1,-8 6-431,3 6 67,-4-4-229,-2 12 760,0-12 0,-37 13 0,-9-6 0</inkml:trace>
  <inkml:trace contextRef="#ctx0" brushRef="#br0" timeOffset="50">29766 17644 7942,'-10'-16'474,"3"5"-47,7 0 1,4 7 0,5-1 0,11 3-224,10 2 1,8-2-1,17-2 1,6-3-321,3-2 1,2 3 0,0-5 0,1-2-194,-1-1 0,2-3 0,0 1 0,-2 1-479,-7 4 0,-13-2 0,-10 7 788,-6 3 0,-16 1-186,-14 2 1,-7 2 0,-9 3 283,-1 6 0,1 4 1,-1 0-1,0-2 393,1-2 0,-1-6 0,1 6 1,-1 0 30,1-2 1,-1 6 0,1-4 0,-1 4-354,1 1 1,1 1 0,4-1 0,4 1-101,-1-1 0,6 1 1,-1 0-1,8-1-132,12 1 1,7 1 0,9 2 0,2 2 122,3-2 1,-3-1 0,4-3 0,-4 1 418,-2-1 0,-2 3 1,-2 1-1,-3 4-25,-2 2 1,-4-4 0,-9 3 0,-5 1-261,-5 0 0,-1-6 0,-1 4 0,-7-2-42,-8 0 1,-1 0-1,-5-4 1,4 3-380,1 1 1,-5 2 0,0-4 0,2 2-4180,2-2 4406,1-2 0,8-38 0,2-9 0</inkml:trace>
  <inkml:trace contextRef="#ctx0" brushRef="#br0" timeOffset="51">31452 18025 7942,'-16'-33'461,"1"1"353,4 5 0,4 12 1,9 17-815,3 13 0,56-13 0,20 3 0</inkml:trace>
  <inkml:trace contextRef="#ctx0" brushRef="#br0" timeOffset="52">32196 18041 7942,'10'-24'344,"4"6"0,-3-2 0,4 7 1145,2 7 1,-1 12-1490,1 5 0,65 18 0,-32-11 0,0-1 0</inkml:trace>
  <inkml:trace contextRef="#ctx0" brushRef="#br0" timeOffset="53">32891 18157 7942,'-5'-17'962,"-1"1"-962,0 14 0,36 19 0,7 18 0</inkml:trace>
  <inkml:trace contextRef="#ctx0" brushRef="#br0" timeOffset="54">16785 15825 8507,'-8'-33'35,"6"2"0,-5 2 1,0 3 734,-4 2-738,-4 9 1,-3 6 0,-3 4 0,-3-5 0,-1-1 0,-5 0 148,-1-1 0,-2-3 0,-2-2 0,-2 1 10,-1-1 1,-8 1-1,2 1 1,-8 2-194,-8 2 0,-8 0 0,-15-4 0,0 3-36,1 1 0,-3 5 0,-5-3 0,42 4 0,-1 1-20,-3-1 1,1 0-1,-2 3 1,1-1-1,2-2 1,1-1-1,-2 0 1,1-1-81,-2 0 1,-1-1 0,-3-2-1,0-2 1,-2 1 0,0 0 0,3 0-1,0 0 191,1-1 0,0 0 0,-4 2 1,0 0-1,-5-2 0,-1-2 0,0 2 1,1-1 14,3 0 1,-1 0 0,-6 2 0,0 0-1,3-2 1,1 0 0,-3 1 0,0 0-103,-1 2 1,0 0-1,-7 1 1,-1 0-1,1 0 1,1 1 0,1 0-1,1 0 66,-1 0 0,0-1 0,4 0 0,-2 0 0,-6-1 0,-2 0 0,3-2 0,-1 0-3,2-1 1,0 0-1,0 0 1,1 0-1,1-1 1,0-1 0,2 1-1,-1 0 26,-2 0 1,1-1 0,2 0 0,0 0 0,-3 1 0,-1 1-1,3 1 1,1 2-20,-4 0 1,1 1 0,2 2 0,0 0 0,-5 1 0,0 1 0,-1 1 0,-1 2 8,-1 1 0,0 0 0,-2 1 0,0 0 1,4 0-1,0 0 0,-2 0 0,0 0-4,0 0 0,0 0 0,-3 0 0,1 0 0,2 0 0,1 0 1,2 0-1,0-1 3,4-2 1,1 0 0,2-1 0,0-1-1,0-2 1,0-1 0,0 1 0,0 1-76,4 1 0,0-1 1,-4 1-1,2-1 1,7-1-1,2 0 1,-1 0-1,1 1 22,2 0 1,1 1 0,4 2 0,1 0 0,2-1 0,1-1 0,0 1 0,0 1-30,-1 0 1,0 2 0,-34-1 0,6 2-1,12-2-31,9-3 1,9 3-1,4-4 1,3 5-360,8 1 0,5-6-192,10 1 1,16-1-1,9 8-21,9 3 1,6 3-1,-2 5 641,6-2 0,19-11 0,11-4 0,4 3 0,1 0 0</inkml:trace>
  <inkml:trace contextRef="#ctx0" brushRef="#br0" timeOffset="55">8384 14585 8493,'-33'-7'0,"0"-4"-24,0-4 0,-2-1 0,-2 1 0,-1 2 0,1 4 470,2 1 0,2-3 1,2 4-281,3-2 0,-1 3 0,7-3 0,1 2 24,3 3 0,1 0 0,1 1 0,-1-3-48,1 3 1,-3 1 0,-3 0 0,-5-2-143,-4-1 0,-4-1 0,-4 8 0,-5 2-32,-4 1 0,0 8 0,4-2 0,6 4 153,3 1 0,2 1 0,2-1 0,1 1 6,3 0 0,6 5 0,-1 0 0,6-2-56,5-2 0,-2 4 1,7 0-1,3-1-194,1-3 0,11-2 0,8 1 0,8 0-290,7-1 1,8 2 0,6 3 0,9 3-824,11 1 0,13-3 1236,9 6 0,-23-11 0,3 1 0,1 3 0,0 0 0</inkml:trace>
  <inkml:trace contextRef="#ctx0" brushRef="#br0" timeOffset="56">16966 17661 8356,'-11'-6'55,"0"1"1,0-6-1,-5 4 1,-1-1 426,1 1 0,-1-4-246,1 5 1,-6-1 0,0 3-1,1-3 1,3 0 108,1-1 1,1-3 0,-2 4-214,-5-2 0,5-2 1,-4-6-129,4 1 0,3-1 0,2 1 0,2-1-121,-2 0 0,-1-5 1,-3-2-1,0-1-41,1-5 0,-1-1 0,1-2 0,-1-2 41,1-3 1,-4 3 0,1-4 0,4 2 8,1-1 1,-1 1-1,-1-7 1,-1 0 13,0 2 1,1-12 0,-1 3 0,1-8-44,-1-9 1,-5 2 0,0-6 0,2 6 58,2 5 1,1-3 0,1 4-1,1-3 92,4 2 1,4 6 0,7 9-1,0 2 17,0-2 0,1-1 0,3-3 0,3-2-36,3-3 0,-7 2 0,3-9 1,-4-3 73,-2 1 1,1-4 0,3 13 0,2 0-66,-3-2 1,1 0 0,0-4-1,3 6 26,2 4 1,-5 3-1,3 2 1,1 4 45,3 1 0,3-3 0,3 4 0,-1-1 30,1 1 0,5-4 1,0 5-1,0 4 49,2 6 0,-4-2 0,8 3 0,1-1-58,2 1 1,10-1 0,3 7 0,5 0 9,7-2 0,2 5 1,7-3-1,-3 4-67,-1 1 1,-6 1 0,6-1 0,1 3-18,2 3 1,-7-2-1,-7 7 1,-12 3-115,-8 1 0,-6 2-292,-8 0-181,-7 0 1,-1 2-1,-8 3-67,0 6 1,-8 2 0,-3 0 630,-3-2 0,-47-15 0,-11 2 0</inkml:trace>
  <inkml:trace contextRef="#ctx0" brushRef="#br0" timeOffset="57">17033 14139 8356,'0'-17'252,"0"1"1,1 1-104,5 4 1,-2 5 0,7 12 0,0 5-171,-2 4 0,6 1 0,-4 1 1,5-3-35,6-3 1,2 4 0,7-4-1,0 2 80,4-2 1,4 2 0,-2-6-1,3 2-12,2 4 1,-5-4-1,2 1 1,-4-1-18,-2 0 0,-2 0 1,-3 4-1,-8-2-1,-7 2 0,-1-4 145,-6 2 0,-8 0 0,-9 4 0,-5-2 47,-6-2 1,-4 0 0,-7 7 0,0 2-194,0 2 1,-2 6-1,-2-4 1,-4 2 89,-1 3-84,5 2 0,-32 32 0,34-28 0,0 0 0</inkml:trace>
  <inkml:trace contextRef="#ctx0" brushRef="#br0" timeOffset="58">11294 6978 7896,'-1'-11'565,"-3"0"1,-3-2 0,-1-1 661,1-3-1055,-6 1 1,11-1 0,-3 1 0,3-1 0,2 1 0,0-1 221,0 0 0,0 1 1,0-1-346,0 1 0,-8-1 0,-3 3 93,-3 3 1,-3-2 0,1 5 0,-1 1 4,1 0 1,-3 3 0,-1 8 0,-4 3 93,-2 2 1,-1 10 0,-6 8 0,0 6-60,0 6 0,-6 3 1,0 8-1,3-1-99,1 1 1,4 7 0,1 5 0,6 4-111,6 1 0,0 1 1,12-13-1,2-2-166,2-2 0,10-10 0,3-8 0,4-9-418,1-6 1,6-9 0,4-3 0,3-6 70,6-6 1,-4-10 0,-3-12-1,1-3 244,3-2 0,-1-6 0,-4-1 0,-6-2 248,-9-4 0,1-2 1,-5-2-1,-1 1 536,0-1 1,-1 10 0,-6 5 0,0 7 1347,0 4 1,-2 4-1429,-3 9 1,3 6 0,-4 10 0,4 6-240,2 4 0,6 9 0,-1 5 0,1 8-94,1 7 0,-5 4 0,5 1 0,-1 1-938,-1 0 0,3-3 0,-3-1 0,6-3-1490,4-3 1,3-3 2352,4-10 0,12-25 0,8-13 0</inkml:trace>
  <inkml:trace contextRef="#ctx0" brushRef="#br0" timeOffset="59">11923 6681 7896,'0'-17'471,"-6"6"1,1 0 0,-1 0 0,1 0 926,-1 0 1,1 6-1,3-5-919,-4 3 1,3 2-568,-8 5 1,5 0-1,-5 0 1,-2 0-107,-1 0 1,-5 0-1,-1 0 1,-2 0-74,2 0 0,-4 1 0,2 3 0,2 2 51,1-3 1,3-1-1,-1-2 407,1 0 0,5 0 77,0 0 1,7 2-152,-2 3 0,5-1 1,1 7 40,0 2 1,5 2 0,1 3 0,-3 4-80,-1 6 1,0 3-1,2 6 1,1 5-85,-1 7 0,-2 14 0,-2 3 0,0 9-109,0 6 0,-8 0 1,-1-4-1,-2-5 42,0-4 1,2-9-1,-4-6 1,4-7 241,1-7 1,1-12-1,3-5 1,-1-3 116,1-3 0,2 1 0,2-1 101,0 1 1,2-6-202,4 0 1,3-8-1,7 3 1,1-4-129,0-2 0,-1 0 0,2 0 0,3 0-139,1 0 0,7-6 1,0 1-1,6-1-619,4-1 1,5 5 0,-3-3 0,-1 3-1465,0 2 2163,6 0 0,-11-8 0,6-1 0</inkml:trace>
  <inkml:trace contextRef="#ctx0" brushRef="#br0" timeOffset="60">13014 6582 8244,'-9'-8'1588,"2"4"0,7-7-995,0-1 1,9 2 0,6 1-462,5 2 0,9 1 0,1 5 0,4-3-177,5-2 0,1 1 0,-1 3 0,5-2-374,4-1 1,7-3 0,0 5 0,-3-3 92,-6 3 0,-6 1 0,-9 2 1,-3 0 110,-6 0 0,-11 7 482,-6 4 1,-8 4 0,-5 1 0,1 1 110,0-1 1,-4 3-1,3 5 1,1 9-168,0 9 0,-4 13 0,5 8 0,1 8-285,-3 12 0,6-33 0,0 1 0,-2 5 0,-1 0 0,1-1 0,1 0-153,1 0 0,0-1 1,2-3-1,0-1 1,6 40-1,3-11-33,0-9 0,6-10 0,-6-16 0,2-7 416,0-7 1,-7-1-1,1-7 378,-3-2 1,-9-3 0,-4-6 0,-4-6 217,-1-3 0,-3-2 1,-1 0-1,-6 0-614,-5 0 0,0 0 0,-13-2 0,-2-1-1711,-2-3 0,4-7 1,-2 4 1572,-6 0 0,-5-13 0,-9 3 0</inkml:trace>
  <inkml:trace contextRef="#ctx0" brushRef="#br0" timeOffset="61">11906 7078 10662,'0'18'648,"0"4"1,0-2-1,0 8 1,0 1-631,0 2 0,0 4 0,0 2 0,0 4-305,0 1 0,0-5 1,2 1-1,2-3 287,1-2 0,30-22 0,2-5 0</inkml:trace>
  <inkml:trace contextRef="#ctx0" brushRef="#br0" timeOffset="62">12171 7441 9537,'83'0'0</inkml:trace>
  <inkml:trace contextRef="#ctx0" brushRef="#br0" timeOffset="63">12353 7474 7906,'9'0'0,"20"-7"0,-1-2 0</inkml:trace>
  <inkml:trace contextRef="#ctx0" brushRef="#br0" timeOffset="64">12502 7458 7478,'1'9'1766,"5"-3"-201,-4-5-1634,12-1 69,-4 0 0,36-36 0,7-10 0</inkml:trace>
  <inkml:trace contextRef="#ctx0" brushRef="#br0" timeOffset="65">12783 7193 7899,'0'-11'1901,"0"0"506,0-2-2318,0 6 0,5 9 1,3 14-1,-1 10-115,0 5 1,4-3 0,-5 0 0,-3 1-256,-1 2 0,0 2 0,2-2 0,1-3-521,-1-6 1,-2-4 440,-2-1 1,-6-10-1,1-8 1,1-12 238,2-8 0,2-8 0,2 1 0,2-3 391,1-2 0,6 0 0,-3 0 0,-1 2 322,0 3 0,4-1 1,-3 7-1,1 3-12,4 7 0,-4 4 1,2 8-1,2 0-312,2 0 1,1 8 0,1 3 0,-1 3-175,1 3 1,-1 1-1,1 2 1,-2 2-277,-4-1 1,1 3 0,-4-2 0,-1-2-180,0-2 0,1-1 1,-5-1-1,3 1-2250,-2-1 2612,-3-6 0,14-25 0,4-13 0</inkml:trace>
  <inkml:trace contextRef="#ctx0" brushRef="#br0" timeOffset="66">11063 8450 8080,'-15'-11'0,"2"2"1103,2 2 1,8-3-536,-3 10 0,12 6 1,5 16-292,3 6 1,8 3 0,0 2 0,0 2-176,2 3 0,-3 5 0,6 6 0,3 1-201,1-1 0,2-5 0,0-1 0,2-3-296,3-3 1,-8-4-1,1-4 1,-5-3-1332,-6-2 0,-2-4 1726,-1-9 0,-8-33 0,-2-15 0</inkml:trace>
  <inkml:trace contextRef="#ctx0" brushRef="#br0" timeOffset="67">11509 8599 7841,'-7'-24'422,"0"6"0,-6-4 527,2 3 1,7 8-537,-1 0 1,1 9 0,0 4 0,-3 13-117,-2 11 1,-10 7 0,-8 7 0,-4 10-215,-3 9 0,0 1 0,-5 3 0,-3-1-20,-1-5 1,9-4 0,8-5 0,2-4-399,4-5 0,3-12 0,8-6-1108,9-9 1443,7-4 0,39-82 0,-19 28 0,0 0 0</inkml:trace>
  <inkml:trace contextRef="#ctx0" brushRef="#br0" timeOffset="68">3737 10980 8187,'8'-16'-294,"-5"-1"0,8 2 1594,2 4-1298,2 4 0,-4 7 0,2 0 0,3 0 1,6 0-1,6-2 67,7-3 0,5 1 0,10-5 1,-1 0 55,1-1 0,0 1 0,-1-4 0,3 4-54,3 2 0,4-4 1,7 5-1,0 3-49,0 1 1,-5 2-1,-3 0 1,-1 2-30,-3 3 0,5-1 0,3 5 0,8-2-78,7-3 1,4 3-1,0-1 1,-2-1 65,-2 3 1,7-5 0,-37 2-1,0 0 1,0-1 0,0-1 46,41 1 0,-5 3 0,-14 0 0,7 1-37,5-1 1,-2 0-1,5-3 1,-8 2-59,-10-3 1,-9-1-1,3-2 1,1 0 136,-2 0 0,-2-2 0,-10-1 0,-4-3 539,-10 2-261,-8 3-527,-15 1 0,-5 0 1,-10 1-1404,-6 5 1582,3-4 0,1 12 0,7-4 0</inkml:trace>
  <inkml:trace contextRef="#ctx0" brushRef="#br0" timeOffset="69">7359 10302 8367,'0'-49'95,"0"6"1,2 7-1,1 6 656,3 8 0,7 4 0,-2 1 0,3 1-478,3-1 1,7-5 0,5 0 0,6 2-80,4 1 0,7 3 0,-2-1 0,3 1-28,3-1 0,-8 3 0,-5 1 1,-6 4-96,-3 1 1,-8 3-1,2 7 1,-3 1-125,-3 3 0,1 7 1,-1-1-1,-1 7 15,-4 3 1,4 0 0,-6-6-1,2 1-109,0 0 0,-6 5 0,4 0 0,-1-2 10,-5-2 0,-3-1 1,-5-1-1,-6 1-86,-4-1 1,-1 6-1,-1 0 1,2 1-249,4 0 1,-3 1 0,5 6 0,-1-3-1651,5 3 2121,3 1 0,31 17 0,8 3 0</inkml:trace>
  <inkml:trace contextRef="#ctx0" brushRef="#br0" timeOffset="70">8053 10898 8177,'-7'9'3360,"5"5"-2734,-3-3 0,3 4 0,4 2-763,3-1 1,-3-5 0,5-2 0,-1 1-432,-1-1 568,1 2 0,-28-31 0,-6-10 0</inkml:trace>
  <inkml:trace contextRef="#ctx0" brushRef="#br0" timeOffset="71">9542 10451 7838,'-2'-16'319,"-4"-1"0,4 6 1,-3 0-1,3-2 483,2-2 0,0 4-493,0 0 0,0 0-19,0-5 1,0-1-203,0 1 1,-2 1-1,-2 2-1,-1 2 1,-2 7-1,1-1 1,-5 3 36,-4 2 1,-1 2 0,-1 5-1,-1 10 26,-4 9 0,-4 7 1,-9 7-1,-1 10 14,-3 8 0,0 7 0,8 1 0,4 0-243,4 0 0,7-2 1,5-5-1,7-9-278,8-10 1,11-14-1,9-9 1,1-10-168,5-5 0,1-10 1,2-4-1,-2-9 82,-3-6 0,-4-4 0,-8-4 1,1-4 357,-1-5 0,-1 4 0,-4 1 0,-4 4 307,1 2 1,-6 0-1,3 2 1,-3 3 817,-2 6 1,0 9-548,0 2 0,-2 15 0,-2 1 0,-1 10-234,1 7 1,2 4 0,2 9 0,0 1-302,0 3 1,0 1 0,2-3 0,2 4-585,1 1 0,8-5 0,-2-1 0,6-4 625,5-5 0,18-21 0,12-1 0</inkml:trace>
  <inkml:trace contextRef="#ctx0" brushRef="#br0" timeOffset="72">10087 10253 7869,'0'-24'552,"0"5"0,0-3 363,0 4 1,0 1 0,-2 3 19,-3 3 0,3 1-792,-3 5 1,-5 3-184,-1-3 0,-3 3 1,-3 2-1,1 0-46,-1 0 0,0 2 1,1 1-58,-1 3 0,1 5-425,-1-6 321,1 1 0,7-4 174,3 3 210,4-3 1,2 13-11,0-4 1,6 3 0,-1 5-1,-1 3 49,-2 5 1,-2 5 0,0 3 0,-2 3-157,-4 6 0,3 13 1,-6 8-1,-1 6-201,1 5 0,4-1 0,-6 2 0,0-5 29,1-4 1,-2-11 0,6-8 0,1-10 86,-3-10 0,6-5 0,-3-7 196,3-1 1,4-7-1,3-3 1,6-2-165,4 1 0,3-3 0,3 2 1,3-6-360,1-4 1,-3-7-1,6 2 1,-1-3-865,-1-3 1256,5 1 0,3-23 0,8-5 0</inkml:trace>
  <inkml:trace contextRef="#ctx0" brushRef="#br0" timeOffset="73">10335 10683 7860,'-16'-17'0,"-1"0"2638,1 1-2123,-1-1 1,8 16 0,5 6 0,8 10-315,7 7 0,-4 9 0,1 9 0,-3 3-166,1 3 1,-1 1-1,-5 3 1,0-2-254,0-4 1,0-4 0,0-8-131,0-5 0,0-12 0,2-17 57,4-13 0,1-14 0,6-12 0,-2-1 144,2-4 0,0 0 0,-1 0 0,-1 4 441,2 2 0,-4 3 0,2 8 0,1 3 255,-3 2 1,4 7 0,-6 8-259,2 2 1,-3 9 0,3 11-1,-2 7-23,-3 7 1,-2 6 0,-2 4 0,0 4-273,0 1 0,0 2 0,0 4 1,0-4-246,0-6 0,-6-3 0,1-3 0,1-5-1604,2-5 1303,2-11 0,0-16 0,0-12 0,2-3 247,3-4 0,-1-2 1,5-7-1,1 2 463,-1 3 0,-6 3 0,5 6 0,-3 1 1230,1 3 0,1 4-690,-1 0 1,-3 6-1,6 10-651,-1 6 0,-3 4 0,-3 2 0,2-1-629,1 1 1,1 5 0,-6 0 0,0-2-1048,0-2 0,0-1 1627,0-1 0,15-80 0,3-20 0</inkml:trace>
  <inkml:trace contextRef="#ctx0" brushRef="#br0" timeOffset="74">10815 10401 7860,'-8'-16'1748,"7"5"-508,-5 0 1,6 9 0,6 2-1774,5 9 1,-2 6 0,0 1-1,0 3 533,0 3 0,-12 33 0,1 15 0</inkml:trace>
  <inkml:trace contextRef="#ctx0" brushRef="#br0" timeOffset="75">10864 10765 7860,'-7'17'385,"-4"-1"1,-2 6-1,0 0 1,4 0 63,2 2 0,1-5 0,6 5 0,2-2-1341,4 0 892,3 0 0,22-20 0,4-4 0</inkml:trace>
  <inkml:trace contextRef="#ctx0" brushRef="#br0" timeOffset="76">11063 10914 7813,'0'-16'917,"0"-1"-184,0 0 1,2 3 0,1 1-315,3 2 0,-1 5 0,-5-5 71,0-2 1,6 4-268,-1-2 1,-1 9 0,-8 2-36,-1 10 1,-6 6 0,4 4 0,-3 4-95,-2 2 0,-3 2 1,-2 5-1,1 0-34,-1 0 0,3-2 0,1-2 1,3-3-412,3-2 0,2-2 0,6-7-390,5-4 0,5-6 0,9-12 0,4-10 121,2-8 1,-6-8 0,2-4 0,-4-4 409,-1-1 0,-2-2 0,-2-4 0,-4 2 362,-2 2 1,-1 8 0,-6-3 0,0 4 71,0 2 1,0 7 0,0 4 3050,0 4-2671,0 1 0,0 10 0,0 7 0,0 9-339,0 6 1,0 9 0,0 3 0,0 6-76,0 6 1,1-1 0,3 10 0,2 2-794,-3-4 1,1 3-1,0-6 1,3-1-696,2-3 0,-3-6 0,5-8 1298,2-8 0,23-59 0,8-23 0</inkml:trace>
  <inkml:trace contextRef="#ctx0" brushRef="#br0" timeOffset="77">11410 10468 7813,'-16'-10'1464,"5"-2"138,0 6 0,7-1-865,-2 1 1,12 4-1,5-3 1,5 3-365,7 2 0,-5 0 0,4 0 1,-2 0-424,2 0 0,-3 0 0,3 0 1,-4 0-330,-1 0 0,-1 0 1,1 0-1,-1 0-567,1 0 0,-1 0 850,1 0 0,-8 7 1,-4 6-1,-3 6 261,-2 3 0,0 9 1,0 0-1,0 9-71,0 8 0,-5 0 0,-3 13 0,1 1-168,0 2 1,1 3 0,6-3 0,0-5-50,0-10 1,0-6-1,0-10 1,0 0 292,0 0 1,-2-7-1,-3-4 111,-6-4 1,-4-7 0,-1-2-316,-1-2 0,1-3 0,-1-9 0,0-5-250,1 1 1,-1-11-1,1 4 284,-1-3 0,-2-31 0,0-14 0,-3-4 0,0 0 0</inkml:trace>
  <inkml:trace contextRef="#ctx0" brushRef="#br0" timeOffset="78">12386 10683 7811,'0'-17'3536,"-6"0"547,1 1-3583,-1 7 0,6 3-367,0 12 1,-7-3-1,-4 8 1,-4 4-45,-1 5 0,-6 1 1,-2 4-1,0 1-218,0 0 1,-4 1 0,6 5 0,0-3-132,-2-1 0,8-8 0,-2 2 0,5-4 2,0-1 0,5-6 92,3 0 271,3-8 0,4 5 0,3-8 187,6 0 1,-1 0 0,1 2 0,2 1-57,1 3 1,3 5 0,1-4 0,2 0-171,2 1 1,2 3 0,-4-4 0,4 2-402,2 4 1,-6-5 0,2-1 0,-3-2-1519,-3 1 1,-5 1 1852,0-1 0,-22-12 0,0 5 0</inkml:trace>
  <inkml:trace contextRef="#ctx0" brushRef="#br0" timeOffset="79">13080 10468 7789,'-11'-6'343,"0"1"1,8 1 0,-1 11 1171,8 10 0,5 7-1390,7 9 1,6 0 0,2 0-1,2 2 1,3 2-265,3 1 1,-1 8 0,-2-4 0,-3 2-461,-2 1 0,-2-3 1,-6 0-1,1-9 599,0-9 0,-8-28 0,-2-7 0</inkml:trace>
  <inkml:trace contextRef="#ctx0" brushRef="#br0" timeOffset="80">13543 10468 7844,'-16'-10'413,"-3"3"0,-1 7 0,-4 2 525,-1 3 0,3 12 0,-6 10 0,-1 7-753,-3 4 1,5 6-1,-1 13 1,-1 9-866,-2 10 0,-4 5 0,0-1 0,0-4 680,4-10 0,-21-7 0,-8-10 0</inkml:trace>
  <inkml:trace contextRef="#ctx0" brushRef="#br1" timeOffset="81">8963 11774 26250,'16'-18'-1915,"1"-3"1,1-1 0,6 4-312,9 5 2492,0-2 1,21 12 0,-3-6 0,4 1 0,2 5 0,-4 1 189,-1 2 1,-3 0-1,1 2 1,1 1-103,5 3 0,4 5 0,14-4 0,7 0-169,5 1 1,4-3 0,0-5-1,-40 1 1,1 0-99,5 2-1,2 0 1,1-2 0,1-1 0,5 3 0,1 0 0,2-2 0,0 0-216,1-1 0,1 0 0,2 0 1,0 0-1,3 0 0,0 0 0,3 0 1,1 0 313,3-1 0,1 2 1,-7 1-1,0 1 0,3 0 1,-1 0-1,-3-1 1,0 1-27,-1 1 1,-1 0 0,5-1 0,-1 1 0,-5 2 0,1 1 0,0-2 0,-1-1-142,-4 0 1,0-1 0,0 3-1,0-1 1,-4-1 0,0 0-1,2-1 1,-1 1-66,-2 0 0,-1 0 0,-7-1 0,-2-1 0,-1-2 0,-1 0 0,1 0 0,-1 0 38,0 0 1,-1 0 0,36 0-1,-10 0 1,-10 0 0,-5 0 0,-1 6 0,5-1 1,-5 1-58,-5 1 1,-11-3-1,-9 7 1,-9 0-907,-9-2 1,-12 6-44,1-4 1,-12-2 0,-7 0 1013,-7-2 0,-6 6 0,-7-4 0</inkml:trace>
  <inkml:trace contextRef="#ctx0" brushRef="#br1" timeOffset="82">4085 12435 25612,'-76'17'-633,"-3"-1"0,-2 1 0,8 0 226,9-1 0,7 1 495,7-1 1,0 1-1,1-1 1,-1 1-1,2 1 67,4 4 0,4-3 0,10 4 0,7 0-497,6-1 1,11 7 0,5-3 0,8 1 104,10 1 1,12-1 0,4 6 0,9 2 200,6 4 0,11-4 0,3 3 0,4-3-50,-1-2 1,5-5 0,10-2 0,-34-13 0,0-1 66,6 2 1,1-2 0,1-2 0,0-1 0,5 0 0,0 0 0,5-3 0,2-1-41,6-1 1,2-1 0,5 0 0,1 0 0,7-3 0,1 0 0,2-1 0,0 0 115,-1-1 0,0-2 0,2 0 0,0-3 1,-3-2-1,-1-2 0,-1 0 0,1-2 21,-4 0 0,-1 1 0,-4 1 0,-2 0 1,-6-3-1,-2 0 0,-3-1 0,-1-1 88,-2-2 1,1-1 0,-3 1 0,-1-1 0,0-1-1,-2-2 1,-7 1 0,-3 0 98,36-22 1,-15 7-1,-9-5 1,-4 3-196,-8-1 1,-12-7-1,-14 2 1,-12-6-365,-15-5 1,-12-5 0,-23-10 0,-10-2 202,20 37 1,-2 0 0,-35-27 0,28 31-1,-3 1 1,-3-1 0,-3 2 73,-7-1 0,-2 1 0,-5-3 0,-1 1 1,-3 3-1,-2 1 0,-3 1 0,-1 1-122,-6 1 0,-2 2 0,-6 1 0,-3 3 1,28 8-1,-2 2 0,-1 1 0,0 0 0,0 2 1,-1 0 77,-2 2 0,-1 0 1,0 2-1,-3 0 1,0 2-1,-1 1 0,-1 0 1,-1 1-1,0 1 1,0 1-1,0 2 1,1 1-69,-1 1 1,1 0 0,1 2 0,3 1 0,1 0 0,2 3 0,4 2 0,2 1 0,1 2 0,-28 10 0,1 3-349,8 0 0,2 3 477,1 1 0,3 2 0,12 2 0,1 2 0,-1-1 0,1 1 0,4-2 0</inkml:trace>
  <inkml:trace contextRef="#ctx0" brushRef="#br1" timeOffset="83">2811 8318 16038,'-11'-8'0,"0"-3"-930,-2-3 0,6-3 0,0 3 1,1 1-232,1 2 1035,-1 7 1,4-3 0,-3 8 904,-6 5 0,1-4 0,-1 3 0,-1-1-141,-3 2 0,-3-5 1,-3 7-1,-3-1-250,-1 4 0,-3-2 0,-5 2 0,0 2-180,0 2 1,-7 1 0,-3 3 0,-1 1-35,0 2 0,7-5 0,-3-6 1,1 1 265,1 3 0,1-6 1,8-1-1,3-3 113,2 1 1,0-1-1,4-5 1,-2 0-50,2 0 0,-1 0 1,1 0-1,-4 2-467,-1 4 1,4-5-1,-3 5 1,2-4-69,0-2 0,-5 0 1,5 0-22,2 0 1,1 0-59,3 0 59,6 0 1,3 7-1,7 4 1,0 4-421,0 1 0,0 6 0,0 2 1,-2 4 188,-3 7 0,1 0 0,-5 9 0,0 2 117,0 1 0,-1 10 0,-3 2 0,4 2-95,2-1 0,1 3 1,6 10-1,0 8-56,0 6 0,0 1 0,0-4 1,0 5 123,0 4 0,-2-44 0,-1 0 1,0-1-1,0 1 0,1-2 0,-1 0-133,-4 41 1,5-4 0,-6 1 0,3 1-23,-1 3 0,1-7 0,5-6 0,0-1 419,0 0 1,5 8 0,1 5 0,-2 0-33,-3 2 1,-1-3-1,0-40 1,0 1-1,0 2 1,0-1-44,0 3 1,0-1 0,0-2-1,0 0 1,0 41 0,0-2-24,0 0 0,0 6 0,2-8 1,2-3 15,1-4 1,3-7 0,-5 7 0,3 3 7,-2 5 0,3 3 1,-2-4-1,-1 2-25,-2-1 1,-2 1 0,0-6 0,2-6 8,3-6 0,-3-6 0,5-2 0,-1-3 15,0-2 0,1-2 0,-3-3 0,1 1-4,-1 2 0,3 0 0,-1-5 0,-3-1-13,-1 1 1,4-4-1,-1 2 1,-1 5-61,-2 4 0,3-4 0,3 2 0,1-3-69,4-3 1,-1-1-1,1-4 1,-4-5-3,-1-4 1,3-4 0,-4-2 0,1-1 69,-1 1 0,-2-3 1,-3 0-1,2-2-15,1-4 1,1 4 0,-6-2 251,0-2 0,7-2-96,4-1 0,4-8 0,0-1 0,-2-3-63,-2 1 0,0-1 0,3-3-22,-3 3 83,4-3 332,-13 6 0,3-8 882,-10 0-1220,3 0 1,-3 0 0,10 0-254,6 0 0,4-2 0,3-2 0,2-1-168,2 1 0,10 2 0,1 4 0,9 5 312,6 10 1,3 13-1,6 8 1,5 6 0,-1 0-1</inkml:trace>
  <inkml:trace contextRef="#ctx0" brushRef="#br0" timeOffset="84">5259 10038 7780,'0'-22'0,"-2"0"-249,-4 1 0,4-3 1,-3 2-1,3 0 1,2-2 248,0-3 0,0 1 0,0-1-74,0-3 0,-2-1 0,-3-2 0,-6 0 258,-4 0 1,-9 5 0,-5 2-1,-8 1 143,-7-1 0,-4 11 1,-3 1-1,-4 4-258,-6 7 1,-3 6 0,-1 7 0,1 2-91,-2 7 1,0 7 0,-15-3 0,-4 3 11,1 4 0,5 1 0,3 4 0,-1 1 45,-4 3 0,1 7 0,35-24 0,0 0 0,2 1 0,3 2 99,-30 24 1,2 3 0,7 1 0,-3 2-86,-2-1 1,9-3 0,7-1 0,10-3-21,5-2 1,9 2-1,4-4 1,6-1-21,5-4 1,3 3 0,8-1-1,2 3-36,4 2 0,5 5 1,13 3-1,11 4 6,12 2 1,12-4-1,13 4 1,-35-30 0,1-1-133,37 25 0,4-7 1,-3-4-1,6 1 130,-34-21 1,0-2 0,0-4 0,1-1 0,4 1 0,-1-1 0,-1-1 0,1-2 15,0-1 0,1-2 0,5-1 0,1-3 1,5 0-1,1-1 0,0 0 0,0 0 51,-2-2 0,-1-1 0,3-2 1,-1-3-1,0-2 0,1-1 1,1-2-1,2-2-11,0-2 0,0-2 1,-4 2-1,0-1 0,3-1 1,-1-1-1,-5-2 0,-1 1-27,-4-1 0,0 1 1,-1-1-1,-2-1 1,-2 0-1,-1-1 0,0 0 1,-2-2 1,-4 2 0,-2-2 0,28-28 0,-15 1 0,-3-10 23,-3-5 1,-7-3-1,-3 1 1,-4 2-32,-2 3 0,-2-3 1,-5 5-1,-10 0-116,-8 4 1,-8 2 0,-8 0 0,-10-2-25,-13 1 0,-11 8 0,-14 4 0,-2 2 146,-1 3 1,-5-3-1,3-1 1,-3 1 187,-3-1 0,0-3 1,-3 4-1,-4-1-81,-1 1 0,11 3 0,-3 10 1,-1 6-52,-7 8 1,-6 6 0,-12 7 0,1 0-57,7 0 1,-3 7 0,41-1 0,0 1 0,-1 2 0,-1 1-42,-1 0 1,1 2-1,2 1 1,2 1-1,-43 10 1,1 2 16,-1 3 1,43-11 0,0 1 0,-1 1 0,0 1 0,-37 19-26,10 0 1,-2 4 0,-1-3-1,-1-1 14,0 1 1,14-3-1,5-5 1,10 2 154,9 4 1,3 3 0,1 6 0,0-2-38,4-2 0,8-5 0,3 3 1,7 0-70,8 0 1,5-5 0,7 3 0,8 1-7,5 3 0,15 4 0,0 1 0,5 1-8,6 0 0,4-3 0,5-3 1,9-3-13,12-1 1,8-10-1,-35-14 1,1-1-1,0-2 1,0-2 31,-1-3 1,1-1 0,7 1 0,2-2 0,2-2 0,1-2 0,2 0 0,0-1-72,-1 1 1,-1-2 0,-1 0 0,0 0-1,-1 0 1,1 0 0,2 0 0,1-2 42,1 0 1,0-1 0,-4-1 0,-1-1 0,0-4-1,0-1 1,0 0 0,-1 0-17,1 0 1,-2-2-1,-5-3 1,-1-1 0,-3 1-1,-1-1 1,-2-3 0,-2-1-46,37-22 1,0-4 0,-12-9-1,-4-6-36,-8-3 0,-13-2 1,-6 1-1,-5 3-32,-5 1 0,-6-1 0,-11-8 1,-7-2 105,-8 2 1,-14 4 0,-15 4-1,-11 3 215,-10 2 0,1 2 1,-9 5-1,-8 3-106,-11 2 1,36 21 0,-2 1 0,-3 1 0,-1 1-1,0 0 1,1 0-23,1 1 1,0 2 0,1 2-1,-1 2 1,-3 1 0,-1 0-1,-1 1 1,0 1-9,0 0 1,0 1 0,-1 3 0,1 2 0,2 0 0,-1 0 0,-1 1 0,-2 1-52,0 0 0,-2 2 1,-1 3-1,-1 2 1,-2 1-1,-1 3 1,-2 1-1,-1 2-36,2 2 0,0 1 1,1-1-1,1 0 0,3 1 1,0 2-1,-1 0 0,-1 2 29,-3 3 0,1 1 0,5-1 0,2 2 0,4 0 0,1 2 0,6 0 0,2 1-22,3-1 0,1 2 0,1 1 0,-1 0 0,-1 0 0,1 0 0,-31 25-34,15-2 1,18 4-1,17 2 1,7 4 111,8 7 0,5 0 0,5 7 0,8 1-109,7-1 1,8-2-1,12 8 1,-15-39 0,2-1 30,3-1 1,4-1 0,4-1-1,3-2 1,3-5 0,2-2 0,0-1-1,2-1-67,2 0 1,1-2-1,2-6 1,2-3-1,5-1 1,2-1-1,1-2 1,0-2 99,2-1 1,1-1 0,7 2 0,1-2 0,1-4 0,0-3-1,2 2 1,-1-2-11,-1 0 0,-1 0 1,-2-1-1,1-2 0,1-1 1,1-1-1,0-3 1,0-3 5,3-2 0,-1-1 1,-6-2-1,-1-2 1,-2 1-1,-2-1 1,-7 0-1,-2-1-2,-6-1 0,-1 0 0,-3 0 0,0-1 0,-1-2 0,0-2 0,-5 0 0,-1-1 49,28-27 1,-10-5 0,-8-13-1,0-5-108,-25 35 0,-1-1 0,24-38 0,-26 35 0,-2-2 0,-2 1 0,-3 0-39,-1-1 1,-4-2 0,-3 1 0,-5-1 0,-5-44 0,-17 9 212,-17 10 1,-17 7 0,-6 3 0,-6 4 20,-6 2 0,-11 15 0,36 25 0,-1 3 0,-2 0 1,-1 2-120,-1 1 1,-1 2 0,0 2 0,-1 1 0,2 1 0,0 1-1,-3 0 1,-1 1-84,0 0 0,-1 2 0,-1 0 1,0 0-1,0 1 0,0 0 1,-1 1-1,-1 0 5,-4 1 0,1 1 0,4 1 0,0 2 0,-2 2 0,1 2 1,4 0-1,0 2 59,0 1 1,0 2 0,1 1 0,0 3 0,-5 1-1,0 4 1,4 3 0,2 3 22,4 3 0,1 2 0,-3-1 1,1 1-1,3 4 0,2 1 0,0 3 1,2 1-32,-1 3 1,4 3 0,8-1 0,5 1 0,2 2 0,4 1 0,5-2-1,3-1-62,4 0 1,4-1 0,0-1 0,2-2 0,6 44 0,6-5-6,8-10 1,8-7 0,11-7 0,3-6 25,7-4 0,11-7 1,11-1-1,10-1 31,-35-21 0,2 0 0,2-2 0,0-1 1,4 1-1,1-1 0,2-3 0,1-3 73,3-3 0,1-1 1,6 0-1,1-2 1,5-3-1,2-2 0,2-2 1,2-2-110,7-3 1,1-2 0,-3-4 0,0-2 0,6-5 0,1-2-1,-3-3 1,1-2 36,-2-2 0,-1-3 0,-1-1 0,-1-2 0,-1 0 0,-2-2 0,-2 0 0,-3-1 6,-7 0 1,-3-2 0,-2-2-1,-3-2 1,-4-3 0,-1-2-1,-1-1 1,0-1-16,0-2 1,-3-1 0,-6 0 0,-7-2 0,-6-2-1,-6-2 1,-4 1 0,-3 0 62,-4 1 0,-3-2 1,-3 1-1,-4-1 0,-3-1 1,-4 0-1,-4 1 0,-4 1 33,-4 2 0,-5 3 1,-9 3-1,-6 3 1,-7 6-1,-4 5 1,-10 0-1,-4 4-50,-6 1 0,-4 5 1,-5 4-1,-4 5 0,-2 7 1,-1 4-1,-6 2 1,-2 4-361,26 1 0,-1 2 0,0 2 340,-3 4 0,-1 3 0,0 0 0,-6 1 0,-1 0 0,0 2 0,-2 2 0</inkml:trace>
  <inkml:trace contextRef="#ctx0" brushRef="#br1" timeOffset="85">3291 10964 28100,'-9'-8'-6769,"3"6"5968,12-3 1,3 3-1,9 2 1327,4 0 1,4-2 0,7-1 0,2-5-133,3-1 0,-1 4 0,9-6 1,4 0-146,3 1 0,4-3 0,0 8 0,9 1-160,9 2 1,14 2 0,3 0 0,-45 0 0,1 0-65,1 0 0,1 0 1,2 0-1,1 0 1,6 0-1,1 0 0,1 0 1,0 0-43,-2 1 0,1-2 0,0 1 0,0-1 0,-1-1 0,1 0 0,0-1 0,-1 0 247,-1 2 0,-2-1 0,-2-2 1,-1 0-1,-5 2 0,-1-1 0,45-3 149,-2-1 1,-3 3 0,-10-5 0,-5 0-231,-4 0 1,3 5-1,1-1 1,-4 3-170,-6 2 0,-7 0 1,-10 0-1,-9 0-226,-6 0 1,-6 0 70,-8 0 0,-9 0 78,-7 0 1,-7 0-1,-11 0 1,-4 0-150,-6 0 0,-18 0 0,-11 2 261,-11 3 0,14-1 0,-4 1 1,-6 4-1,0-1 0</inkml:trace>
  <inkml:trace contextRef="#ctx0" brushRef="#br1" timeOffset="86">2679 11079 22322,'20'-9'0,"11"2"295,19 0 1,16-3 0,26-6 0,-41 8 0,3-1-1,6 0 1,3 0-100,6-2 0,1 0 1,-2 2-1,0-1 1,4-1-1,0 0-77,-4 2 0,0 0 0,0 0 1,2 0-1,-1-1 0,1-1 1,1 0-1,0 0-41,1 1 1,1 0 0,0 1-1,1 0 1,0 1 0,1 1 0,-1 0-1,0 1-17,1 1 0,-1-1 0,3 2 0,-1-1 0,-1-1 0,-1-1 0,-3 2 0,-1 1-54,-2 0 0,0 1 1,-2-1-1,-2 0 0,0 2 1,-1 1-1,-3-2 0,0 0-25,-4 1 0,0 0 1,0 1-1,0-1 0,-5 0 1,-1 0-1,42-3 114,-13 1 1,-9 0 0,-6 1-1,-5-3-128,-10 2 1,-3 3 0,-11 1-201,-4 0 1,-14 0-131,-1 0 1,-19 0 0,-8 1-1,-17 3 63,-14 2 1,-9 5-1,-17-4 299,-4 2 0,-3 2 0,-8 6 0</inkml:trace>
  <inkml:trace contextRef="#ctx0" brushRef="#br1" timeOffset="87">3175 11030 28147,'-9'-8'-3277,"1"5"0,12-6 0,9 1 4165,15 5 0,19 1-696,19 2 0,17-6 1,-34 3-1,1-1 1,5 0-1,1-1 0,4-1 1,1-1 18,5 0 0,0-1 0,3 0 0,0 0 0,4-1 0,1 1 0,-1 0 0,1 0-64,1-1 0,1 1 0,-3 0 1,-1 1-1,-3 1 0,0-1 0,-1 2 1,0-1-70,0 0 0,1 0 0,0-1 0,0 1 0,0 0 0,0 1 0,-4 1 0,-1 0-51,-2 0 0,1 1 0,-5 2 0,-1 0 1,2-2-1,-2 1 0,-4 0 0,-1 2-79,-4 0 0,-1 0 0,43 0 1,-9 0-1,-7 0 370,-14 0 1,-10 0 0,-19 0 0,-5 2-810,-10 3 491,1-3 0,-15 13 0,5-6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0:15:04.517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23796 11245 7854,'-17'-8'424,"1"7"1,5-12 643,0 7-737,0 1 0,2 3-123,3-4 0,2 5-23,-1-5 1,1 4 0,-5 4 273,2 4 1,-1-5 0,3 7-147,-6-1 0,-4 2 1,-1 8-166,-1-1 1,1 6 0,-1 2 0,0 0-51,1 0 0,1 4 1,2-6-1,4 0-138,2 2 0,1-6 0,6 4 1,0-4-209,0-1 1,8-2-1,3-3 1,3-2-39,3-3 0,5-1 0,0-6 0,-2-2 88,-1-4 0,3-1 0,0-6 1,-4 0 62,-5-5 1,2-1 0,-4-6 0,3-1 149,3 0 0,-8 4 0,-2-4 0,-1 3 210,-1 2 1,1-3 0,-6 2 80,0 2 1,-6 7-1,-1 4 45,-2 2 1,-2 1 0,-6 6-136,1 0 0,5 0 0,0 0 1,0 2-63,2 4 0,-6-3 0,4 8-91,-4 2 1,-1 7 0,-1 2 0,2 0-63,4 2 0,-3 0 0,4 6 0,1-5-80,4-1 0,-3 0 0,3-4 0,3 2-215,6-1 0,-1-9 0,8-2 1,2-3 51,2-3 1,2-2-1,-1-2 1,2 0-16,4 0 0,-3-8 1,3-3-1,-4-4 87,-1-1 0,-1-2 0,-1-3 0,-4-3 229,-5-1 0,1 5 1,-2-4-1,-1 2 211,-2 0 0,-2-2 0,0 3 0,-2-1 93,-3 2 0,1 2 1,-7 3 60,-2 4 0,-2-2 0,-1 8-173,-1 1 0,3 4 1,1 6-1,2 5-275,-2 3 1,0 3 0,0 1 0,2 2-51,-2 2 0,4 6 0,0-4 1,2 0-12,3 0 1,0 0 0,0-4 0,-1 2-29,1-2 0,4-2 0,6-3-118,5-4 1,4-4 0,1-8 0,2-5-84,4-5 1,-3-5-1,5-5 1,-2-3 152,0-1 0,0-3 1,-6-5-1,1 0 151,-1 0 1,-4 2-1,-3 3 1,-2 6 330,-3 4 0,-4 1 67,-6 1 0,-3 6 0,-8 5-23,1 3 0,-1 2 0,1 2-194,-1 3 0,1-1 0,-1 5-119,1-1 0,-1 5 1,1-4-51,-1 0 1,6 6-1,2-3 1,0 7-19,0 3 1,3 2 0,-3-2 0,2 4-144,3-1 1,2-1 0,2-5 0,2-1-135,3-2 0,5 3 0,6-14 1,1-1 63,-1-2 0,1-4 0,1-4 0,2-5 152,2-3 1,-1-8 0,-9-2 0,-1-2 18,2-3 1,-4-1 0,1 3 0,-3 3 156,-3 0 1,-3 6-1,-1-4 1,-1 3 128,-5 3 1,2 5 0,-7 1 0,-1 1 21,-3 0 0,-2 5 0,1-1 0,-1 3-143,1 2 1,-1 0 0,1 0 0,-1 2-37,1 3 0,-1 5 0,1 6 1,-1 1-60,0-1 1,1 6-1,-1 2 1,3 0-69,3 0 1,1 5 0,7-1 0,-3 1-102,3-1 0,1-4 0,4-8 0,3-1-99,6-4 0,6 2 0,3-8 1,2-1 55,-2-2 1,4-10-1,0-3 1,0-5 50,0-6 0,3 2 0,-5-8 0,-3 1 124,-6 1 1,1-4 0,-5 7 0,1-1 121,-5 0 1,-3 2 0,-2 5 0,-2 2 100,-3 4 0,1-1 1,-7 4-1,-2 1 115,-2 0 1,-1 1-1,-1 6-108,1 0 1,-1 0-1,1 0 1,1 2-177,4 3 0,-4 5 1,4 6-1,-2 1-66,2-1 1,-3 6-1,4 2 1,-1 2-50,0 3 1,8 1-1,-3-1 1,4-3-99,2-2 1,2 3-1,4-5 1,5-3-86,3-7 1,9 1 0,0-7-1,3-2 91,4-3 1,-5-8 0,3-6 0,-1-5 51,-1-4 0,-2-8 1,-8 3-1,1-4 75,0-3 0,-3 3 1,-3 2-1,-5 3 175,-4 2 1,-2 2 0,0 6 0,-2-1 75,-4 1 1,-3 6-1,-7 5 152,-1 3 0,0 2 0,1 0-194,-1 0 0,1 6 0,-1 1 0,1 2-81,-1 4 1,3 2-1,1 3 1,2 2-46,-2 2 0,0 8 1,0-5-1,4 3-68,2 0 0,1-6 0,6 3 0,2-1-124,3-4 1,6-3 0,10-6 0,1-6-166,-2-3 1,4-2-1,0-2 1,0-5 104,-1-9 0,-1-3 0,-5-8 0,0-3 148,-1-1 0,-1 3 0,-4 1 0,-6-1 107,-3 3 1,-2-5 0,0 8 0,0 2 145,0 2 1,-7 7 0,-4 1 132,-4 3 1,-1 1-1,-1 6 1,0 0-7,1 0 0,-1 8 1,1 3-1,-1 4-205,1 1 0,1 6 0,2 2 0,2 0-122,-2 0 0,4 0 0,0-4 1,2 2-111,3-2 0,2 4 0,4-2-299,3-2 0,5-9 1,6-5 200,1-4 0,-3-4 0,-1-4 1,-4-5 146,-1-3 1,-3-3 0,-5 1 0,0-1-401,0 0 0,0 6 0,0 0 480,0-1 0,-29-3 0,-8-2 0</inkml:trace>
  <inkml:trace contextRef="#ctx0" brushRef="#br0" timeOffset="1">23250 5937 7061,'-9'-2'1759,"4"-4"-1551,3 4 0,9-5 0,4 5-19,4-3 0,3 3 1,2-5-91,2-1 1,0 6 0,-3-3 0,1 3-118,2 2 1,8-6 0,-3 1 0,4 1-103,2 2 1,0 2-1,1 0 1,-1 0 12,0 0 1,2 0 0,-1 0 0,1 0 62,-3 0 1,-5-1-1,3-3 1,-3-2 1,3 3 1,-5 1 0,3 2 0,1 0 21,2 0 1,4-6 0,2 1 0,2 1-9,-3 2 0,5 2 1,-4 0-1,-4 2-61,-4 4 0,-7-3 0,4 7 41,-2-3 1,-2 4-1,-6-6 1,1-1 35,-1-2 1,6-2 0,2 0 0,0 0-1,0 0 0,4-6 0,-4 1 0,1-1 24,5-1 1,-5 5-1,1-5 1,-2 1 17,-4 1 1,-1-1 0,-3 6 0,1 0 24,-1 0 1,1 0-10,-1 0 0,1 0-12,-1 0 1,-1-1 0,-2-3 26,-2-2 1,-6 1-7,6 5 0,-5 0-67,5 0 1,0 0 29,6 0 1,-6 0 84,0 0 0,-6 5 1,6 1 0,-2 1-10,2-1 0,2-3 0,-7 8-15,-3 2 0,-1-4 0,-2 2 1,2 4-111,4 5 1,-5-1-1,5 5 1,-4-2 8,-2 0 0,0 5 0,0-3 1,0 0 2,0 0 0,0 0 0,0-4 0,0 4 65,0 2 1,0-6 0,0 2 0,0-2 4,0 2 0,0-2 0,-2 6 0,-2 0-11,-1 0 0,-1-4 0,4 3 0,-1-1 17,-3-4 1,1-1-1,5-3 1,0 3 6,0 3 0,-6-4 0,1 4-47,1-3 1,2-3 0,2 1-23,0-1 1,0-5-1,0 0 1,2 2-8,4 2 0,-5-4 1,5 0-1,-4 2-5,-2 1 0,0-3 1,0 0-1,2 0 29,3-1 0,-3 4 63,3-3 0,-3-1-2,-2 1 1,-2-6-68,-3 6 1,3-5-1,-5 5-108,-1 2 0,7-4-142,-5 2 217,4-8 0,4 5 50,4-8 0,-3 0 28,8 0 0,0 0-29,6 0 0,-1 0 1,1 0-19,-1 0 0,1 0 0,-1 0 0,3 0 12,3 0 1,-4 0 0,6 0 0,-2-2 5,0-4 0,0 5 0,-3-5 0,1 4-37,2 2 1,0 0-1,-5 0 1,-1 0-24,1 0 1,1-2 0,2-1 0,2-3-18,-2 3 1,1 1 0,-1 2 0,6 0 13,5 0 0,-7 0 0,9-2 0,-2-2-29,0-1 0,2-1 0,0 6 0,-1 0-41,-5 0 1,-3 0 0,-7 0-1,-1 0 51,1 0 0,-1 0 128,1 0 1,-6 0 25,0 0 0,0 0 0,5 0 16,1 0 0,-6 0 0,0 0-6,2 0 1,2 0 23,1 0 0,1 6-50,-1-1 1,1 1 21,-1-6 1,-5 2-33,0 3 1,-2-1 0,4 5 7,-2-2 0,-7 1 0,2-3-46,-5 6 0,-1-2 1,0 2-27,0 2 1,0 2-1,0 1-13,0 1 0,0 0 1,0-1-1,0 1 6,0-1 0,0 1 0,0-1 1,0 3-1,0 3 1,0-4 0,-1 6 0,-3-2 9,-2 0 1,-1 6 0,3-5-1,-1 1-6,1 0 1,0 0 0,1-4 0,-3 2 33,3-1 1,1-3 0,2-2-1,0 1 4,0 0 1,-2-6-1,-2 0 1,-1 1-10,1 3 0,2 2 1,2-1-1,0 1-54,0-1 0,0 1 0,0-1 0,0 1 84,0-1 1,0 1-1,0 0-110,0-1 1,0 1-1,0-1 13,0 1 0,0-1 27,0 1 1,0-1 52,0 1 0,-5-1 1,-1 1 7,3-1 0,1-5-86,2 0 1,0-5 28,0 5-510,0-7 484,0 3 0,7-7 86,4 0 1,-2 0-54,2 0 0,0-5 0,6-1-63,-1 2 1,1 1 0,-1-1 0,1-2-37,0 3 1,-1-1-1,1 0 1,-1-1 52,1 1 1,-1 2-1,1 2-5,-1 0 1,1 0 0,-3-1 0,-1-3 8,-2-2 0,0 1 0,6 5 0,-1 0 12,1 0 1,-6-6 0,2 1 0,3-1 40,5-1 0,3 5 0,-4-5 0,2 1-29,-2 1 0,6-1 1,-1 6-1,3-2-69,0-3 1,-3 3-1,5-3 1,-3 3 7,3 2 1,-5 0 0,1 0 0,-2 0 69,-4 0 1,4-6 0,-2 1 0,-2 1 44,-1 2 1,3 2-1,0 0 1,0 0 28,2 0 1,-6 0 0,6 0 0,-2 0-60,0 0 1,8-5 0,-5-1-1,3 3-83,-1 1 1,-5 2 0,4 0 0,0 0 4,0 0 1,-6 0 0,2-2 0,-4-2 71,-1-1 1,-1-1 0,1 6 0,-1 0 19,1 0 0,-1 0 1,1 0-1,-1 0-5,1 0 1,0 0 0,1 0 0,2 0-16,2 0 1,2-5 0,-4-1 0,4 2-21,2 3 1,-6 1-1,2 1 1,-3 3-31,-3 2 0,1 1 0,-1-2 171,1 7 0,-6-3 1,0 2-44,2 2 0,-4-4 1,2 0-1,0 0 83,-2 0 0,6-3 0,-4 3-144,3-2 1,3 4 0,0-3-83,-1 1 0,-5-4 1,-2 6-70,-1 2 1,3 2-1,-6 2 139,-1-1 1,3-5 0,-1 0 0,-1 2 64,3 2 0,-5-1 1,6-1-1,-1-2 38,-5 2 0,5-4 0,-3 2 0,1 0-67,1-1 1,-5 4-1,5-3 1,-1 4-117,-1 2 1,1 5 0,-6 0 0,0 0-40,0 2 1,0-6 0,0 6 0,0-2 226,0 0 0,0 2 0,0-4 0,0 2-105,0-2 0,0-1 0,0-3 0,0 3 18,0 3 1,0-4 0,0 4 0,0-2-51,0 2 0,0-1 0,-2 4 1,-2 1-12,-1 0 0,-1-4 0,6 3 1,0 1-23,0 0 1,0-4-1,0 6 1,0-1-144,0-1 1,0 3 0,0-7-1,2-2 234,4-1 1,-4-3-1,3 1 1,-3 1 22,-2 4 0,0-3 0,0 5 0,0-1 8,0 5 0,0 3 0,0 2 0,0-1-31,0-5 0,-6 3 0,1-7 0,1 1 12,2 0 1,2 4 0,0-6 0,0 0-17,0 2 0,0-4 0,0 6 1,0-2 14,0-4 0,0-7 0,0-2 0,0 2 19,0 1 1,0-3-1,0 0 175,0 2 0,0 2-112,0 1 0,-5-5-218,-1 0-1599,1-7-362,5 3 516,0-7 1535,0 0 0,-15-22 0,-3-5 0</inkml:trace>
  <inkml:trace contextRef="#ctx0" brushRef="#br0" timeOffset="2">28162 9641 8627,'-10'2'558,"5"3"1,3 4 0,2 8 0,0 1-561,0 4 0,2-2 0,2 6 0,1 0 42,-1 0 1,3-6 0,0 2-1,1-4-138,-1-1 0,4-1 1,-3-1 124,1-4 1,-4-4 0,6-7 48,2 0 1,2-1-1,3-7 1,2-8-180,2-10 1,6-7-1,-4-4 1,2-3-95,3-3 1,0 1 0,1-4 0,-3 2-224,3-2 1,-6 6 0,0 1 419,-1 4 0,-12 10 0,4 1 0</inkml:trace>
  <inkml:trace contextRef="#ctx0" brushRef="#br0" timeOffset="3">23779 8582 7991,'-11'-9'-1068,"0"4"0,8 5 1068,-3 5 0,4-1 0,2 7 0,8 0 0,1 5 0</inkml:trace>
  <inkml:trace contextRef="#ctx0" brushRef="#br0" timeOffset="4">23746 9194 7934,'-16'8'-154,"5"-5"0,2 8-498,1 2 1,3-4 651,5 2 0,29 15 0,8 9 0</inkml:trace>
  <inkml:trace contextRef="#ctx0" brushRef="#br0" timeOffset="5">23829 9525 7934,'0'11'-184,"0"0"0,7 15 0,3 9 0</inkml:trace>
  <inkml:trace contextRef="#ctx0" brushRef="#br0" timeOffset="6">23829 9856 7831,'-17'0'-674,"3"2"638,3 3 0,3 4 0,8 8-138,0-1 1,0 8 0,0 2 0,0 2 173,0-1 0,22 30 0,6 13 0</inkml:trace>
  <inkml:trace contextRef="#ctx0" brushRef="#br0" timeOffset="7">23779 10517 7934,'-1'15'-30,"-3"-2"1,-2-2 0,3 2-122,1 1 0,2-3 0,0 0-153,0 2 1,2 2-1,3 3-97,6 4 401,4-11 0,9 26 0,2-9 0</inkml:trace>
  <inkml:trace contextRef="#ctx0" brushRef="#br0" timeOffset="8">23829 11063 7893,'6'16'-210,"1"1"0,0-1 120,1 1 1,4-6-1,-1 0 97,4 2 1,-4-4 0,0 0-1,2-1-25,2-5 0,-4 5 0,0-3 1,2-1 48,1-2 0,3-2 0,-1 0 0,3 0-73,3 0 1,-2-6-1,8 1 1,1-1 41,2-1 0,15-1 0,8-1 0,3-4 0,1 1 0</inkml:trace>
  <inkml:trace contextRef="#ctx0" brushRef="#br0" timeOffset="9">24821 11162 8462,'8'-9'-252,"3"3"0,3 5 56,3 1 0,9 0 0,5 0 0,7 0-42,5 0 1,3 0 0,9 0 0,3 0 237,1 0 0,4 0 0,-8 0 0,-4 0 0,-5 0 0,-5 0 0,14-8 0,5-1 0</inkml:trace>
  <inkml:trace contextRef="#ctx0" brushRef="#br0" timeOffset="10">25846 11162 8560,'10'0'3414,"-1"-5"-3721,-4-1 1,-1 1 0,7 5 0,2 0-331,2 0 0,1-2 0,1-2 0,-1-1-392,1 1 0,7 2 1029,3 2 0,34-15 0,9-3 0</inkml:trace>
  <inkml:trace contextRef="#ctx0" brushRef="#br0" timeOffset="11">26293 11096 7831,'-17'-7'695,"6"5"-20,0-4 1,10 6-487,1 6 1,7-4 0,9 3 0,1-1-477,0 1 1,5-3-1,1 4 1,1-5-247,0-1 1,4 0 0,-4 0-1,0 0-724,-1 0 1257,7 0 0,18-14 0,12-5 0</inkml:trace>
  <inkml:trace contextRef="#ctx0" brushRef="#br0" timeOffset="12">26773 11129 7831,'-26'0'1619,"4"0"-1084,11 0 0,5 0 0,12 0 1,5 0-691,3 0 0,3-2 1,1-3-1,3-5-549,1 1 0,0-5 1,-6 1-1,1-6-312,-1-3 1,-1 0 1015,-4 6 0,-4-23 0,-7-5 0</inkml:trace>
  <inkml:trace contextRef="#ctx0" brushRef="#br0" timeOffset="13">26954 10550 7831,'-7'-33'77,"3"0"1,-5 2 0,0 1 0,0 5 910,-4 1 0,0 2 0,0 5-238,2 1 0,2-1 0,-2 1-660,6-1 1,3 1-1,2-1 1,2 1-514,3-1 1,4-1 0,8-3-1,-1-2-739,1-3 0,-1-2 0,1-5 1162,-1 0 0,-9-25 0,-4-13 0,0-5 0,1 0 0</inkml:trace>
  <inkml:trace contextRef="#ctx0" brushRef="#br0" timeOffset="14">26954 9508 7831,'-16'-16'8,"5"-6"0,2 0 0,-1 2 233,1 1 1,6 1 0,-3-4 0,4-4-133,2 0 1,0-5-1,2 4 1,2-5-514,1-1 0,8 6 0,-4 1 0,2 0 404,0 1 0,-7-18 0,3-8 0</inkml:trace>
  <inkml:trace contextRef="#ctx0" brushRef="#br0" timeOffset="15">26905 8913 7831,'-17'-16'31,"6"-1"1,2 1 0,2-1-1,3 0 49,2 1 0,2 5 0,0 0-263,0-2 0,6 4 0,1 0 183,2 1 0,2-12 0,6 2 0</inkml:trace>
  <inkml:trace contextRef="#ctx0" brushRef="#br0" timeOffset="16">26872 8566 7831,'-11'-17'160,"0"1"1,0-1 0,-4 1-59,4-1 1,4 1-235,7-1 0,0 6 132,0 0 0,14-7 0,5-8 0</inkml:trace>
  <inkml:trace contextRef="#ctx0" brushRef="#br0" timeOffset="17">26706 8384 7831,'-16'0'48,"1"-2"57,4-3 0,2 3-76,3-4 0,5-3 0,-7 0-82,1 0 0,5 0 1,-5 5-1,-1-2-39,-3 3 1,-3 1 0,-1 0-1,2-2 92,2-1 0,-59 14 0,-20 9 0</inkml:trace>
  <inkml:trace contextRef="#ctx0" brushRef="#br0" timeOffset="18">25929 8434 7831,'-7'-17'0,"-2"6"0,-8 0 0,1 0 0,1 0 0,4 0 0,-4 7 252,4-1 0,-4-3 0,-1 3 1,-1 1-334,1 2 0,-1 2 1,1 0-1,-1 0-18,1 0 99,-1 8 0,-29 16 0,-7 11 0</inkml:trace>
  <inkml:trace contextRef="#ctx0" brushRef="#br0" timeOffset="19">25268 8500 7831,'-24'0'-93,"5"-6"0,-3 1-168,4 1 0,9 0 228,3-1 1,3 3 32,-3-3 0,-40-5 0,-16 1 0</inkml:trace>
  <inkml:trace contextRef="#ctx0" brushRef="#br0" timeOffset="20">24689 8450 7698,'-33'0'6,"-4"-5"1,2-1 0,4 2-1,2 3 663,3 1 0,2 0-1399,7 0 730,1 0 0,-8 0 0,-2 0 0</inkml:trace>
  <inkml:trace contextRef="#ctx0" brushRef="#br0" timeOffset="21">24061 8483 7811,'-28'0'0,"2"0"-317,2 0 1,2 0-1,6 0 1,1 2 316,4 4 0,4 3 0,7 0 0,0-2 0</inkml:trace>
  <inkml:trace contextRef="#ctx0" brushRef="#br0" timeOffset="22">23812 8599 8129,'-16'9'0,"-1"-3"384,1-5 0,-1 5 0,3 1 0,1 1-306,2-1 0,5 0-17,-5-1 1,2-2-197,-2 7 0,6-8-164,10 3 0,4-4 299,8-2 0,21 7 0,6 2 0</inkml:trace>
  <inkml:trace contextRef="#ctx0" brushRef="#br0" timeOffset="23">26194 6962 6513,'0'-9'1782,"-2"1"-1598,-4 8 0,5 2 0,-7 2 0,3 3-14,-1 2 0,1-3 0,5 5 0,0 2-82,0 1 0,0 3 0,0 0 0,0 1-138,0 4 0,0 2 0,0 5 1,0-1 53,0 1 1,0 8 0,0 2-1,0-3-58,0-1 1,0-2 0,0 2 0,0 2 47,0 2 1,0-3-1,0-6 1,0-3 26,0 3 0,0 1 1,0 0-1,0-2-41,0-1 0,0-8 1,0 2-1,0-3-17,0-3 1,5 1 0,3-1-1,1 1 1,0-1 0,4-1 0,-4-2 5,-2-2 1,1-2 0,-5 4 128,3-2 1,5 0-18,-6 6 0,8-8-44,-2-4 1,-2-3 0,2-2-16,2 0 0,-3 0 0,1 0 1,0 2-61,-2 3 1,5-3-1,-3 4-19,4-4 0,2 3 1,-1 1 25,1-3 1,-1-1 0,1-4 21,-1-3 1,1 1-1,-1-5 1,1 0 30,0 0 0,-1 5 1,1-2 106,-1 5 0,1-5 1,-1 1-95,1 1 0,-1 2 0,3 2 1,1 0-69,2 0 0,2-5 1,-4-1-1,4 1-76,2-3 1,-1 6 0,3-3 0,-6 1 42,-4-1 1,1 3-1,1-6 106,2 1 0,-5 5 1,-6-3 98,1 3 0,-2 2-71,1 0 1,0-2-1,5-2-41,1-1 1,-1-1 0,1 6 0,-1-1 73,1-5 1,-1 4 0,1-3 0,1 3-32,4 2 1,-3 0-1,3 0 1,-2 0-9,2 0 1,-2 0 0,6 0-1,0 0 26,-1 0 0,-3 2 0,4 1 0,0 3-149,0-2 0,-6-3 1,2-1-1,-4 2 4,-1 4 0,-1-4 0,1 3 0,-1-3 69,1-2 1,-6 0-1,0 0 1,2 0 18,2 0 1,-3 0-1,3 0-15,4 0 1,6 0 0,-3 0 0,0 0-46,2 0 0,-4 0 1,6 0-1,0 0-101,0 0 0,-4 0 1,3 0 81,-1 0 1,-2 0-1,-5 0 1,-1 0 16,1 0 0,-6 0 0,0 0 38,2 0 0,-4 0 0,2 0-37,2 0 0,2 0 14,1 0 0,1 0 20,-1 0 1,1 0 0,-3 2 48,-3 3 0,-1-3 0,-5 5 79,6 1 0,-2-5-101,2 8 1,-1-5-1,2 3 29,-1-1 1,-5 3-1,3-4 1,-1 2 63,-5 4 0,5-4 0,-3 2 1,-1 4-33,-2 5 1,-2-2 0,1 6 0,3-2-59,2 0 0,-1 6 0,-5-4 0,2 0-71,3 0 1,-1 0 0,5-4 0,-1 2-19,-5-2 1,5 0-1,-1 0 1,0 4 33,1 2 1,-3-4 0,-5 6-1,0 1 42,0 2 1,0 1 0,0-3 0,0-2-24,0 3 0,-5 7 1,-1 1-1,3-1-3,1-2 0,2-8 0,0-1 0,0 0 0,0 0 1,0-6 0,0 4-1,0-2 4,0 0 0,0 0 1,-2-4-1,-2 2 12,-1 2 1,-3 2-1,5-3 1,-5 2 24,-1 3 0,5 2 1,-3 5-1,2-2-16,-1-3 1,1 3 0,5-5 0,0-1 1,0-3 0,0-3 0,0-3 0,0 3-22,0 3 1,0-4-1,0 4 1,0-4 12,0-1 1,0 0 0,-2-1-1,-2 1-13,-1-1 1,-6 6-1,5 0 1,0-2 149,-1-1 1,5-3 0,-3 1 0,3-1-10,2 1 1,0 0 0,0-1-1,0 1-76,0-1 0,0-5 0,0 0 0,0 2-66,0 2 1,0-4 0,0 0-320,0 2-659,0-6-260,0 0 0,-7-7 406,-4 0 0,1 0 0,-1 0 298,-1 0 0,-3 0 535,-2 0 0,6-5 0,2-3 0,2-1 0,-6-2 0,18-42 0,-3-9 0</inkml:trace>
  <inkml:trace contextRef="#ctx0" brushRef="#br0" timeOffset="24">28211 9707 10308,'0'11'366,"0"0"1,0 2-248,0 2 1,0 1 0,0 1 0,0-1-106,0 1 0,6 1 0,-1 2 0,1 2-35,1-1 1,-5-9-1,5-2 1,1-1 38,3 0 1,3-5 0,3 1 0,1-7-69,4-9 0,4-2 1,7-16-1,2-4-172,4-4 1,-4-7-1,3 5 1,-3 1-443,-2-3 1,-2 12 0,-5-2-1,-8 5 664,-5 6 0,-31 2 0,-2 1 0</inkml:trace>
  <inkml:trace contextRef="#ctx0" brushRef="#br0" timeOffset="25">27054 4680 7869,'-17'-17'176,"1"1"1,-1 5 0,2 0 0,2 0 1407,2 1 85,8-4-1241,-12 12 1,13 2 0,-3 13 0,3 7-243,2 8 0,-2 5 1,-2 5-1,-3 8-141,-2 7 0,0 8 0,-4 11 0,4 5-123,1 4 0,3 0 0,5-4 1,0-7-139,0-8 1,2-14 0,1-15-1,5-9 158,1-6 0,2-9 240,5-3 0,1-4 1,-1-2-11,1 0 1,-1 0-1,3-2 1,3-2 13,5-1 0,1-8 1,5 2-1,8-4-203,4-1 0,5-1 0,0 0 0,-3 1-759,-2-1 0,-5 6 1,-7 2-1,-2 0-475,-3 0 1,-4 5 1250,-8-1 0,-7-19 0,-1-4 0</inkml:trace>
  <inkml:trace contextRef="#ctx0" brushRef="#br0" timeOffset="26">27781 5110 7869,'-16'-17'0,"-1"1"0,1-1 0,-1 2 531,1 4 0,5-1 1,0 6-1,-2 2 393,-2 3 1,-2 4 0,1 6-549,-1 8 0,1 11 0,-1 1 0,1 6-176,-1 3 1,1 10 0,1 0 0,2 7-46,2 4 1,2-6-1,-2 2 1,5-3-377,5-3 1,2-8 0,7-10-1,6-13-269,7-10 1,3-10 0,-4-11 0,2-15 67,-2-12 1,-2-8-1,-1-1 1,-1-3 188,1-3 0,-2 4 0,-2-3 0,-4 7 922,-2 2 1,-1 14 0,-6 0 356,0 5 0,-2 13 1,-2 13-598,-1 10 1,-1 6 0,8 6 0,2 6-374,1 3 1,6 2-1,-4 0 1,4 2-692,8 4 1,-3-10 0,8 4 0,-2-4-567,0-3 0,8-2 1,-3-9-1,5-4 1181,1-6 0,7-54 0,2-16 0</inkml:trace>
  <inkml:trace contextRef="#ctx0" brushRef="#br0" timeOffset="27">28195 5126 7869,'-2'-11'-151,"-2"0"28,-1-2 0,-6 4 558,5-2 0,1 6-177,5-6 0,0 5 744,0-5-442,0 0 1,-2-4-264,-4 4 0,3 6 0,-8 9 0,0 5-14,1 5 0,-6 1 0,1 13 1,-5 3 47,0 6 1,1-1-1,3 8 1,-1 2-180,1 2 1,1 0-1,4-4 1,5-5-129,5-4 1,2-4 0,5-4 0,7-6-469,7-9 0,0-12 0,8-12 0,1-9-310,2-6 1,-3-12-1,-2-5 1,-2-4 240,-4-1 0,4-8 0,-4-4 0,-4-1 495,-3 1 1,-9-3 0,2 5 0,-5 0 282,-1 4 0,-5 13 0,-3 9 1125,-1 9 0,4 13-208,-6 5 1,7 6-1,-1 6-983,3 5 0,2 11 1,0 5-1,2 8-26,3 9 0,-1 10 0,5 16 0,0 1-463,0-1 0,2-2 0,8-2 0,3 0-543,5 0 0,5-3 1,-1-6-1,-2-11-1240,-1-9 0,-1-3 2073,6-12 0,-7-22 0,-2-11 0</inkml:trace>
  <inkml:trace contextRef="#ctx0" brushRef="#br0" timeOffset="28">28757 5275 7869,'-7'-26'165,"-3"4"1,-1 4 1130,0 1 0,0 1-291,-5-1 1,-1 8 0,1 6-525,-1 6 0,1 8 1,-1 11-1,1 8-294,-1 6 1,6 1 0,0 7 0,0 0-140,2-1 1,-4 3-1,7-8 1,3-3-261,1-6 0,9 1 1,4-10-1,4-5-568,1-8 1,7-9 0,0-9 0,3-11 113,4-7 0,-7-12 1,-1-3-1,-3-4 394,-3-1 0,1-3 0,-1-3 1,-1-5 215,-4-5 0,-3-6 1,-8-1-1,-2 2 561,-4 2 1,-3 17 0,-8 9 0,1 10 995,-1 10 0,1 11 0,1 8-883,4 6 1,4 6 0,7 10 0,0 3-346,0 5 0,0 6 1,0 6-1,0 5-216,0 4 1,2 2 0,1-1 0,5-1-494,1-4 1,2 2 0,5-7 0,1-3-261,-1-1 0,1-7 0,1-4 0,3-4-128,1-5 1,5-8 0,-3 2 0,0-2 128,0-3 1,3-8 0,-3-5 0,2-4 694,3-5 0,3-61 0,-16 34 0,1 0 0</inkml:trace>
  <inkml:trace contextRef="#ctx0" brushRef="#br0" timeOffset="29">29121 5325 7869,'-8'9'2625,"-3"-4"-2235,-3-3 0,12-9 1,7-4-1,8-6-461,4-5 1,-1 2-1,1-7 1,-1-1-341,1 2 1,-2-5-1,-3 3 1,-2-1 194,-3 2 1,-2 3-1,-5 7 293,0 1 1,-7 8 0,-4 8 0,-4 11 323,-1 9 1,-1 8-1,1 9 1,-1 3 217,1 2 1,-1-5 0,2 4 0,4-3-332,6 1 1,3-1-1,2-6 1,2-5-611,3-5 0,10-5 0,9-6 0,2-6-96,3-3 1,4-6-1,6-5 1,5-9-403,4-6 0,-1-4 0,-2-5 0,-7 0 820,-3 0 0,-2-51 0,-16 35 0,-1 0 0</inkml:trace>
  <inkml:trace contextRef="#ctx0" brushRef="#br0" timeOffset="30">29584 5044 7835,'-17'0'1129,"1"0"0,5 0 0,1 1-655,3 5 0,2 3 0,5 10 1,0 3-122,0 5 1,5 4 0,2 2 0,1 2-339,-1 4 1,0-4 0,-3 5-1,2-1-279,-3-1 0,-1-1 0,0-11 0,2-8-140,1-5 0,1-11 1,-6-2 274,0-9 0,0-13 0,0-8 0,0-6 123,0-8 1,7-4 0,4-2-1,4 1-63,1-1 0,6 6 0,2 0 1,0 0-288,0 1 0,7 5 0,1 10 0,8 6-859,8 4 1215,-10 9 0,39-6 0,-7 6 0</inkml:trace>
  <inkml:trace contextRef="#ctx0" brushRef="#br0" timeOffset="31">30262 4696 7835,'-11'-27'1068,"2"1"332,1 2 0,3 11-905,5 13 0,5 10 0,3 13 0,-1 10 0,2 10-23,0 5 1,-5 8 0,3 5 0,-1 7-177,-1 9 0,1 0 0,-6 13 1,0-1-618,0-1 0,7 0 0,4-9 0,4-9-320,1-15 0,1-18 0,-1-17 0,1-9-153,0-11 1,-1-17 0,1-16 0,-3-11-687,-3-9 1480,-3-6 0,-16-16 0,-6-12 0,4 26 0,1-1 0,0 0 0</inkml:trace>
  <inkml:trace contextRef="#ctx0" brushRef="#br0" timeOffset="32">30394 4762 7835,'-17'-40'138,"1"5"0,-1-3 0,3 5 849,3 5 0,3 4 0,10 8-598,4-1 1,3 0 0,9 3 0,2 3-94,2 5 0,10 4 0,-1 2 0,8 0 15,3 0 0,-5 8 1,1 5-1,-3 7-313,-2 7 1,-9 5 0,-6 1 0,-7 0-214,-3 0 0,-8 2 0,-9 1 0,-6 3 57,-9-2 0,-5-2 0,-6 0 0,-4 1 142,-5 3 1,2-2 0,-1-8-1,3-3 137,3-2 0,4-8 1,6-7-8,5-1 1,12-5-31,10-8 0,8 1 0,10-7 0,4 0 5,6 2 1,10-4-1,6 8 1,4 1-39,2 2 1,-1 2-1,1 0 1,0 0 38,-1 0 0,6 0 0,2 2 1,2 4-58,4 5 1,-5 5 0,-1 4 0,-5 4-168,-10 2 1,-14-4 0,-14 4 0,-14 1 355,-14 4 0,-14-1 0,-18 10 1,-14 1-35,-14 3 0,34-21 1,-1 2-1,1-1 1,-1 1-1,-34 23 364,9-4 0,2-4 1,7-6-1,0-3-724,0-4 1,9-10-1989,9-12 2160,19-10 0,40-27 0,19-11 0,7-7 0,0 0 0</inkml:trace>
  <inkml:trace contextRef="#ctx0" brushRef="#br0" timeOffset="33">28592 6052 7813,'-6'-16'147,"1"-1"300,1 1-169,2 7 0,4 1 0,3 10 0,6 2 0,4 3 0,3 2 170,4 4 1,4 7 0,7 4 0,2 2-144,4 3 1,5 1-1,9-1 1,4-1-152,2 1 0,2 8 1,5 1-1,0-1-103,0-2 1,7 0-1,5 4 1,1 3-61,-2 0 1,-6 4 0,-10-7 0,-4-3-45,0-1 1,2-3 0,5-3 0,-1-3 27,-3-2 0,-6-2 0,1-6 1,-4 1 11,-1-1 0,-6 6 0,0 0 1,2-2-54,2-1 0,5 3 1,-3 2-1,-8 0-64,-5 0 1,-6-1 0,-4-2 0,-5 1 3,-3-2 1,-8-7-1,0-2-1,2 2 1,-4-6 0,0 0-1,0-1-429,0-1 1,-3 1-1752,5-6 2307,-7 0 0,-48-22 0,-21-6 0</inkml:trace>
  <inkml:trace contextRef="#ctx0" brushRef="#br0" timeOffset="34">30212 7127 8655,'-9'8'1008,"3"-1"0,12 6-655,5-2 1,5 0-1,7 4 1,6-3-124,8-1 1,5 0 0,8 6 0,-1 0-152,1-1 1,5-5 0,0 0 0,-4 0-109,-5-2 1,-7-1 0,-10-8 0,-3 0-107,-2 0 1,-2 0 0,-5 0 142,-1 0 1,-5 0-1,-2-2 119,-1-4 1,-3 3-1,-5-8 9,0-2 0,-2-2 0,-1-1 1,-5-1-3,-1 0 0,0-5 1,-4-2-1,2-1-106,-2-5 0,-2 5 0,-1-3 0,-1-1-148,1-3 0,5-1 1,0 0-1,0 0-562,2 0 1,-4 0 0,7 0 681,3 0 0,-2-35 0,0-15 0,1-7 0,-1 0 0</inkml:trace>
  <inkml:trace contextRef="#ctx0" brushRef="#br0" timeOffset="35">22225 6863 7759,'-9'1'404,"3"5"1,10-2 0,1 7-221,-1 2 0,4 1 0,-1 3-98,2-1 1,-3 1-1,3-1 1,0 1 41,0-1 0,-3 3 1,3 1-1,-2 2-133,-3-2 0,3 6 0,-1 2 0,-3 3 4,-1 2 0,-2 0 1,2 2-1,2 2 41,1 1 1,1-1-1,-6-8 1,0-1 2,0 1 1,0-3 0,2 0 0,1-2-47,3-4 1,-1 4 0,-3 0-1,4 1-22,5 5 0,-4-5 1,0 3-1,-1 1-1,-1 3 1,1-1-1,-6-2 1,0-1 104,0 1 0,0 1 0,0 1 0,0-2-37,0 1 1,-6 5-1,1-6 1,1 6-113,2 3 0,-3 1 1,-1-6-1,3 0 42,1 0 0,2-1 0,0-3 0,0-3 64,0-2 1,0 3 0,0-3 0,0 0 68,0 0 1,0 5 0,0-1-1,0 3-114,0 2 0,-6 0 0,1 2 0,1 2-11,2 1 1,2 1 0,0-6 0,-2 0 24,-3 0 0,3-2 1,-3-3-1,3-6 34,2-4 1,-6 4 0,1 0-1,-1 1-13,-1 0 1,5-4 0,-3 5-1,3-2-22,2 0 1,0 7-1,0-1 1,0 3-9,0 2 0,0 0 0,0 0 0,0-2 22,0-3 1,0 1 0,0-5 0,0 0 28,0 0 0,0-2 0,0-5 0,-2-1 30,-4 1 0,4-1 1,-3 1-23,3-1 1,-3 1 0,-1-1-42,2 1 1,3-1-158,1 1 137,0 0 0,1-8 28,5-4 1,3-5 32,8-5 1,-1 1 0,1-5-56,-1 1 1,-5 1 0,0 3 6,2-1 0,2-6 0,1 5 0,1 3 19,0 1 0,-6-4 0,0 1 1,1-1 22,3-1 1,2 5-1,-1-3 1,1 1-3,-1-2 1,1 5 0,-1-5 0,1 4-109,-1 2 1,1 0-1,1-2-15,4-3 1,-3 3-1,3-3 1,-4 3 52,-1 2 0,-6 0 0,0 0 6,2 0 0,-4 0 186,2 0 0,0 0-160,5 0 0,-5 0 0,0 0-50,2 0 0,-4 0 1,3 0 16,0 0 0,3 0 0,2 0 45,-1 0 0,-5 0 0,0 0 100,2 0 0,-4 0 1,2 0-335,2 0-243,-6 0 451,8 0 425,-13 0-315,5 0-160,-7 0 60,8-8 0,-5 7-262,8-5-733,-7 4 384,-4 2 328,-9 0 278,0 0 0,0-5-263,3-1 157,4 1 389,-5 5 451,7 0 609,0 0-1399,7 0 1,-3 0 83,7 0 0,0 0 1,5 0 59,1 0 1,0 0-1,-1 0-38,1 0 1,-1 0 0,1 0-67,-1 0 1,-5 0-1,0 0-69,2 0 1,-6-2-222,-1-4-174,3 4 402,-7-5 1,3 7 41,-10 0 0,3 2 7,-3 3 1,1-3 77,-2 4 0,5-2 117,-5 1 0,4 4 0,0 10-144,-3 3 1,3-4 0,-3 6 0,3 0-2,2 3 0,0-1 0,-2 2 1,-2 1-23,-1 2 1,-1 1 0,6-3 0,0-3 0,0-2 0,0 5 0,-2-2 0,-1 3 36,-3-3 1,1 5-1,3-3 1,-2 6-37,-1 4 1,-3 5 0,5-6 0,-3-1-130,2-2 0,1-2 1,-1 0-1,-1 0 123,1 0 1,2-5-1,2-1 1,0 3 46,0 1 1,0 2 0,0 0 0,0 0-34,0 0 0,0 2 1,0 6-1,0 6-58,0 7 1,0-5-1,0-5 1,0 2-27,0 2 0,2 2 0,2-3 0,1-1-48,-1-2 0,-2 1 1,-1 4-1,3-1 131,2-4 0,-1-4 0,-5-6 0,0-1 11,0 0 0,0-6 1,0-1-1,-2-2-9,-3-4 1,3-2 0,-4 1-1,5 3-28,1 5 0,0 5 0,0 3 0,0 1-81,0 3 0,0 3 0,0-7 0,0-6-91,0-3 0,7-9 72,4-6 0,4-9 105,1-2 0,1-8 154,-1-8 1,-5 5-1,0 0-16,2-2 0,-4 5 0,2 1-30,2 0 1,2-1 0,1-4-10,1 0 1,5 7 0,0-4 0,0 1 11,2 5 1,-4-1 0,6 0 0,0-1 19,-1 1 1,9 2-1,4 1 1,-1-3-54,-2-2 1,-4 1 0,0 5 0,-1 0-28,-1 0 1,4 0-1,-11 0 1,-2 0-71,-1 0 0,-3 0 0,1 0 0,-3 2-516,-2 3 0,0-1-396,-6 7 1,-2-6 944,-10 6 0,-40 23 0,-16 10 0</inkml:trace>
  <inkml:trace contextRef="#ctx0" brushRef="#br0" timeOffset="36">25665 7127 7915,'-11'0'-583,"0"0"958,-2 0-110,5 8 0,-5-5 0,8 8-101,1 2 0,2-4 1,2 2-1,2 0-132,4-1 1,-3 4-1,8-3 1,2 2 18,2-2 1,2 2 0,-1-6 0,1 1-27,-1-1 1,1-1-1,-1-6 1,1 0-91,-1 0 0,1-2 0,-1-4 1,1-5-76,-1-3 0,-1-3 1,-2 0-1,-4 1 67,-1-1 0,-3-1 1,-5-2-1,0-2 125,0 2 1,0 7-1,-2 2 1,-3 0-15,-6 1 0,-4 3 1,-2 7-1,1 0 119,-1 0 0,-1 0 0,-2 0 0,-2 2 66,2 3 1,1 3-1,1 5 1,-2-2-27,-2 2 0,1 3 0,8 4 0,4 2-112,2-1 0,-4-3 1,5-2-1,5 1-40,4 0 0,6-1 0,10-1 0,3-2-97,5-2 1,-1-8 0,2 3 0,-1-4-195,-1-2 1,3-8 0,-7-3 0,-1-2 0,-3 2 1,-1-9-1,-3 4 1,-3-5 145,-5-2 0,-4 4 1,-2-3-1,0 4 133,0 1 0,-2 1 1,-4 1-1,-5 4 57,-3 5 0,-5 5 0,-1 1 0,-2 0 156,2 0 0,-4 7 0,2 4 1,2 4-76,1 1 1,3 1 0,-1-1 0,2 1-44,4-1 0,-1 1 0,6-1 0,2 1-98,3 0 1,10-6 0,5-2 0,10-2-183,8-3 1,-3-2 0,10-4 0,-5-2-232,-1-1 0,1-8 0,-3 2 0,-4-4 99,-5-2 0,-5-1 0,-6-2 1,-6-2 237,-3 2 1,-4 1-1,-3 3 1,-6-1 260,-4 1 1,-1 6 0,-3 5 0,-1 3 40,-2 2 0,-5 0 0,3 0 0,0 2-16,0 3 0,-4 3 0,6 5 0,2-2-33,2 2 0,1 1 1,2 3-1,4-1-72,6 1 0,3-1 0,4 1-200,3-1 0,6-5 1,11-1-1,4-3-162,0-3 1,3-2 0,-5-4-1,2-2-7,3-2 0,-5-6 1,-2 1-1,-5-4-36,-6-2 1,-2 1 0,-5-1-1,1 1 292,-1-1 1,-4 1 0,-6-1 0,-5 2 201,-3 4 1,-3 2 0,-1 6-1,-2-3-15,-3 2 1,-4 4 0,5 6 0,0 3-48,-2 0 0,6 6 0,-5-4 0,7 6-58,5 5 0,-2-4 0,8 4 0,1-2-123,2 2 0,9-3 0,4 3 1,4-6-97,2-5 0,5 2 1,2-7-1,-1-3-115,1-1 1,4-2 0,-6-2 0,0-3-103,2-6 1,-6-4 0,2-3-1,-5-3 125,-4-1 0,-7-7 0,1 3 1,-3-1 202,-2-1 1,-2 2 0,-3-3-1,-6 3 162,-4 2 1,-7 8 0,-2 7-1,0 1 79,0 5 0,-5 1 0,3 4 0,-1 1 35,-1 3 1,6 9 0,-4-1 0,4 6-100,8 1 1,-3 4 0,8 1-1,0 2-127,3-1 1,10-7-1,5 4 1,4-2-85,5 0 1,10-1 0,-1-10 0,5-6-99,1-3 1,0-2 0,0 0-1,-2-2-186,-3-3 1,1-4-1,-7-8 1,-3-1 45,-7-4 1,1-2-1,-7-6 1,-3 3 214,-1-3 1,-9 5-1,-4-1 1,-4 2 215,-1 4 1,-3 3-1,-3 6 1,-5 6 111,-5 3 1,5 2 0,-1 0 0,-1 2 40,-2 3 1,-1 4 0,3 8 0,5-1-133,6 1 0,-2 0 0,10-1 0,1 2-126,4 4 1,3-3 0,4 5-1,5-2-113,10 0 0,1 0 1,10-6-1,1-1-199,2-4 0,2 2 1,0-7-1,0-3-87,0-1 1,-1-4 0,-5-1 0,-5-5 91,-3-1 1,-5-4-1,-1-7 1,-4-2 159,-1 2 1,-3-4 0,-7 2-1,-3 0 171,-6-2 0,2 5 0,-4-1 0,-4 6 182,-3 2 0,-4 9 1,4-3-1,-4 4-7,-2 2 0,1 0 1,-5 2-1,5 4-27,1 5 0,-4 5 0,6 6 0,4 4-82,5 0 0,4 5 0,5-5 0,0 1-130,6 1 0,6-8 0,10 2 1,4-3-164,5-3 1,-1-7 0,2-3-1,1-4-108,2-2 0,-3-2 0,-2-4 0,-2-5-63,-4-3 1,-4-5 0,-5-1 0,-3-4 114,-1-2 1,-5 1 0,2-5 0,-6 5 231,-4 1 0,-7 0 0,0 5 0,-5 1 187,-4 3 0,-5 10 1,3-1-1,-2 4 43,-3 2 1,-3 8-1,1 5 1,3 5-12,6 4 1,4 6 0,3-4-1,4-1-130,6 1 0,3 0 0,4-4 0,3 2-106,6-1 1,6-5 0,5-3-1,5-4-163,5-1 1,1-3 0,0-5 0,-2-2-209,-3-3 0,-3 1 0,-4-7 0,-1-4-38,-5-5 0,-1 2 0,-8-4 0,-3 2 327,-1-3 1,-4 5 0,-3-4 0,-6 4 124,-4 1 0,-1 2 0,-1 4 1,-1 6 206,-4 3 1,1 4 0,-4 3 0,-1 6 106,0 4 1,6 7 0,-2 2 0,4 2-155,1 3 1,8-3-1,3 0 1,5-2-256,1-4 1,12-2 0,7-3-1,3-4-44,2-6 0,5-3 0,-1-2 1,1 0-219,-1 0 0,1-7 0,-7-4 0,-2-4-120,-1-1 1,-10-1-1,-4 1 1,-3-1 208,-2 0 1,0-1 0,-2-2 311,-3-2 1,-4 2-1,-8 9 1,1 5 84,-1 4 1,1 2-1,-1 2 1,0 4 43,1 5 0,-1 3 0,1 3 0,-1-1 59,1 1 0,7-1 0,3 1 0,4 0-139,2-1 0,0-5 0,2 0-165,4 2 1,3-6 0,7-1-85,1-4 1,-1-8 0,-1-1 0,-2-2-118,-2-4 1,-7-2 0,3-1 0,-1-1-15,-1 0 1,1 1 0,-8-1 299,-4 1 1,-3 1 0,-8 4 0,1 4 20,-1-1 1,6 7 0,0-3 0,-1 6-61,-3 3 0,4 8 0,2-2-255,1 4 0,5 1 231,8 1 0,41-1 0,16 1 0</inkml:trace>
  <inkml:trace contextRef="#ctx0" brushRef="#br0" timeOffset="37">20323 11956 8114,'-16'-33'200,"-1"0"1,1 7-1,-1 6 1,1 7 520,-1 7-333,8 5 0,-4 4-62,8 8 0,-1 9 0,4 19 0,-1 7-224,-3 7 1,0 13 0,5 12 0,-5 4-208,-5 6 1,2 4 0,4-41 0,-1-1 0,0 1 0,-1-1-55,0 1 0,-1-2 0,-8 39 0,-1-18 1,3-10 175,3-10 0,-2-4 0,7-13 0,2-7 375,3-6 1,2-5 0,5-4-247,5-6 1,4-5-1,1-5 1,3-6 35,3-4 0,5-9 0,10-4 0,5-3-404,6-2 1,0 0 0,12 0 0,3 2-528,1 3 1,-5 4-1,-4 8 1,-5 1 17,-6 4 1,2-2-1,-8 8 1,-1 1 730,-2 2 0,-4 2 0,-1 0 0,-5 0 0,-1 0 0,-2-2 0,-7-3 0,-2-6 0,-2-4 0,-7-1 0,1-1 0,-3 0 144,-2 1 1,-6-6 0,-1 0 0,-2 0 495,-4-2 1,-2 6 0,-1-5 0,-3 7-213,-3 5 1,-2-2 0,-5 8 0,1 3-229,-1 5 0,-2 7 0,-2 8 1,0 4-10,0 6 1,5 5-1,1 5 1,-1 4-106,2 1 0,2 3 0,8-8 1,1-1-58,4-2 1,6-9 0,12-6-1,9-7-502,10-8 1,11-12 0,3-10-1,4-10 75,8-10 1,-2 0 0,5-5 0,-4 2-119,-1 3 0,-8-2 1,-3 4 861,-5 4 0,-17 20 63,-12 11 0,-10 9 1,-12 19-1,1 1 13,-1 2 0,6 3 1,2 0-1,2 1-162,3-2 0,2 4 0,2-9 0,2 1-776,4-1 1,10-6-1,10-11 1,3-6-2417,4-3 2932,-3-9 0,7-28 0,3-13 0,-1-6 0,1 0 0</inkml:trace>
  <inkml:trace contextRef="#ctx0" brushRef="#br0" timeOffset="38">21497 12799 8178,'8'-26'64,"-6"3"0,3 6 0,-3 1 692,-2-1 1,0 0 0,-2 1-395,-3-1 0,-6 3 0,-10 1 0,-1 4-80,2 1 0,-6 3 1,-1 5-1,-3 0-20,3 0 0,-4 9 1,3 6-1,-1 9-78,1 7 0,2-2 0,6 12 0,-2-1-212,2 4 0,7 4 0,4 0 0,1-4-134,5-6 0,8-6 0,8-10 0,7-13-179,8-11 1,5-11 0,6-14 0,3-10-241,0-4 0,4-6 0,-7 1 0,-4-6 188,-6-3 1,0-7 0,-8-1 0,-7-5 406,-6-3 0,-7-1 1,-2 8-1,-5 5 317,-5 9 0,-4 10 0,-1 12 1,-1 8 83,1 7 0,-1 6 0,1 7 0,1 2 298,4 3 0,4 4 0,7 10 0,0 3-416,0 5 1,0 5 0,1 2 0,5 5-468,5 5 0,6 4 0,3 0 0,2-2-245,-2-2 0,6-2 0,1 4 0,5-2-628,1 2 1,0-6 0,0-1 1042,0-4 0,0-17 0,0-3 0</inkml:trace>
  <inkml:trace contextRef="#ctx0" brushRef="#br0" timeOffset="39">21960 12932 8172,'0'-26'330,"-1"4"1,-3 3 164,-2 3 0,1-1 0,5 1 1,0-1-191,0 1 0,0-6 0,0 0 0,0 0-71,0-2 0,-6 5 0,-1-3 0,-2 4-31,-4 1 0,-2 8 0,-3 4 0,-2 3-3,-2 2 1,-8 9 0,5 8 0,-3 8 25,0 6 0,8 8 0,-2 1 1,6 1-139,5-1 1,3-7 0,8-7-1,0-2-201,0-4 0,9-3 0,6-6 0,9-8-445,7-6 1,0-14 0,14-10-1,1-5-188,1-1 0,-4-5 0,-5-3 0,-5-1 325,-5-4 1,-6-7 0,-13-4 0,-9-2 172,-9-3 1,-13 5 0,-6 2 0,-3 5 159,-2 6 0,0 11 0,0 13 0,2 5 2382,3 4 0,-1 7-848,6-1 1,11 3-1180,12 2 0,7 9 0,10 8 0,-1 8-115,1 7 1,6 13 0,3 7 0,4 5-452,3 5 1,-2 8 0,13 2 0,2-2-764,2-2 1,-1-11-1,-1-6 1,-3-7-1245,-3-3 2306,6-3 0,-4-42 0,8-8 0</inkml:trace>
  <inkml:trace contextRef="#ctx0" brushRef="#br0" timeOffset="40">22308 12832 8118,'-11'0'4083,"0"0"-3613,7 0 0,-3-2 1,8-3-1,5-6-279,5-4 0,9-7 0,6-4 0,3-3-506,6-6 0,2-3 0,-6 1 0,-3-4-240,-6-1 1,-4 0-1,-3-2 1,-4 7 211,-6 8 1,-16 5 0,-7 9 0,-6 4 374,-5 5 1,-8 14-1,-2 8 1,1 12 6,-3 9 0,8 3 0,0 6 1,9-2 691,6 2 0,9-5 0,3-1 0,4-3-473,2-4 1,10 0 0,8-15 0,13-5-440,12-4 0,6-3 1,4-8-1,4-4-305,2-5 0,-7-9 0,-1-4 0,-9 0-28,-7 1 1,-2-1-1,-14 3 1,-6-2 275,-4-3 0,-4 4 0,-5-4 1,0 2 264,0 4 1,-5-4 0,-3 0 0,1 0 332,0 0 0,-1 2 1,5 6 115,-3-1 1,-5 10 0,6 9 0,1 12-32,2 12 0,0 13 0,-1 5 1,-3 4-201,2 1 0,3 1 0,2-1 0,5-1-258,5-4 0,4 2 0,1-9 0,-1-6-390,-4-7 1,4-5 0,-4-5-3,3-3 1,-3-3 0,-1-10-1,-3-4 103,-3-5 1,-3-5 0,1-6 0,2-6 155,1-3 1,1-2 0,-4-2 0,1-4 149,3-5 0,5 2 1,-4 0-1,1 1 371,-1 4 1,4 3-1,-4 2 1,3 5-108,2 5 0,3-2 1,4 2-1,3 3-195,5 7 1,12-1-1,5 5 1,4 1-618,1 0 1,-1 1 0,-4 6 543,-5 0 0,-19 15 0,-5 3 0</inkml:trace>
  <inkml:trace contextRef="#ctx0" brushRef="#br0" timeOffset="41">20141 15544 8118,'-16'17'-313,"1"-1"226,4 1 1,-2-6 1697,8 0-629,-1-7 0,6 5-679,0-4 1,2 3 0,4 3-134,5-6 0,3-3 0,5-2 0,1-2-83,2-3 0,13-10 1,2-11-1,9-3-244,11-6 0,7-17 1,7-3-1,-31 24 0,-1-2 67,4-2 0,1-2 0,6-6 0,1-2 0,6-5 0,2-1 0,1 0 0,1-1-101,-1 2 1,-1-1 0,-1 0 0,-2 1 0,-6 6 0,-1 0 0,1 0 0,0 0 145,-1-2 1,1 2 0,-3 3 0,0 1 0,-5 0 0,-2 1 0,-5 5 0,-2 0 153,28-30 1,-2 5-1,7-2 1,0 1 147,0 1 1,-13 4 0,-5 9 0,-7 3-84,-10 3 0,0 1 0,-7 8 1,0 2-15,0 1 0,3 8 1,-5-2-1,-1 4-2,-3 1 1,-3 6-284,-4 0 1,-6 7 0,-10-1-342,-6 3 0,-4 4 0,-2 3 0,-1 6-138,-4 4 0,4 3 0,-4 3 604,3 1 0,-41 14 0,-12-1 0</inkml:trace>
  <inkml:trace contextRef="#ctx0" brushRef="#br0" timeOffset="42">21745 13973 8164,'-14'-16'274,"3"-1"1,3 6 0,8 0 354,0-2 0,6 4 1,3-2-1,4-2-215,5-1 0,12-1 0,3 0 0,9 0-338,6-3 1,3-2 0,3 3 0,2-1-38,3-4 1,0 2-1,2-6 1,-6 2-211,-4 4 0,-3 2 1,-2 1-1,-6 2-456,-5 4 1,-5-2 435,-14 8 1,-8 1 365,-8 10 0,-8 5 0,-8 9 1,-1 4-5,1 2 1,-1-4 0,2 5 0,3 3-40,1 1 1,1 2 0,-1 0 0,4 0-240,0 0 0,3 0 0,-5 2 0,0 4-1216,-1 5 1,5 4 1322,-6 1 0,-16 3 0,-9 5 0,-4 4 0,0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94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第 2 次课的主题是单调性（monotonicity）：它从哪里来，Binary Search 和 Two Pointers 怎样利用它。今天有三种来源：题目直接给的（Laser Cutter）、用前缀最小值造出来的（Space Mission）、用总和造出来的（Lollipops II）。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先用 5 分钟讲上次的作业（Tennis Robot II）：谁的轮数除法公式写对了？</a:t>
            </a:r>
          </a:p>
          <a:p>
            <a:r>
              <a:rPr lang="zh-CN" altLang="en-US"/>
              <a:t>参考：t = (s − 1) / (−d[i]) + 1，其中 s = X[i] + mn[i]；s &lt; 1 时 t = 0；d[i] ≥ 0 时跳过。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今天每道题都问同一个问题：单调性从哪里来？是题目给的，还是我们自己造出来的？</a:t>
            </a:r>
          </a:p>
          <a:p>
            <a:r>
              <a:rPr lang="zh-CN" altLang="en-US"/>
              <a:t>接下来两页先不看具体题目，而是从"解空间的形状"讲起：什么样的形状可以二分，二分的循环到底在做什么。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从解空间（solution space，也叫 search space）讲起：把所有可能的答案 x 从小到大排成一行，对每个 x 问一次 check(x)：行（✓）还是不行（✗）。然后看这一行 ✓ / ✗ 的"形状"。</a:t>
            </a:r>
          </a:p>
          <a:p>
            <a:r>
              <a:rPr lang="zh-CN" altLang="en-US"/>
              <a:t>单调（monotone）= 只有一条分界线：✗✗✗✓✓✓ 或 ✓✓✓✗✗✗。这时随便查中间的一个 mid，就知道分界线在它左边还是右边，可以扔掉一半 → Binary Search。</a:t>
            </a:r>
          </a:p>
          <a:p>
            <a:r>
              <a:rPr lang="zh-CN" altLang="en-US"/>
              <a:t>不单调：✓ 和 ✗ 交错。查到一个 ✗，不知道 ✓ 在左边还是右边 → 不能二分。要么全部检查，要么换一个单调的量（今天的 Lollipops II 就是这样）。</a:t>
            </a:r>
          </a:p>
          <a:p>
            <a:r>
              <a:rPr lang="zh-CN" altLang="en-US"/>
              <a:t>提问：第 1 次课哪道题也有这种形状？参考答案：Tennis Robot II，"箱子 i 能撑过 r 轮吗？"随 r 增大是 ✓✓✓✗✗。那里我们用除法直接算出了分界线。</a:t>
            </a:r>
          </a:p>
          <a:p>
            <a:r>
              <a:rPr lang="zh-CN" altLang="en-US"/>
              <a:t>一句话总结：二分找的不是答案本身，而是 ✗ 和 ✓ 的分界线。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用左边那个模板（check 为真 → r = mid − 1，否则 l = mid + 1）一步一步走这张表。第一行是"真实的"✓ / ✗，但程序看不到，只能一次查一个 mid。</a:t>
            </a:r>
          </a:p>
          <a:p>
            <a:r>
              <a:rPr lang="zh-CN" altLang="en-US"/>
              <a:t>答案就是表格：mid = 5 是 ✗ → 分界线在右边，l = 6；mid = 8 是 ✓ → 分界线在左边，r = 7；mid = 6 是 ✗ → l = 7；mid = 7 是 ✓ → r = 6，l &gt; r，循环结束。</a:t>
            </a:r>
          </a:p>
          <a:p>
            <a:r>
              <a:rPr lang="zh-CN" altLang="en-US"/>
              <a:t>结束时 r = 6 是最后一个 ✗，l = 7 是第一个 ✓，而且 l = r + 1 总是成立。所以：要第一个 ✓（形状 ✗✗✓✓）输出 l；要最后一个 ✓（形状 ✓✓✗✗）用另一个写法，输出 r。</a:t>
            </a:r>
          </a:p>
          <a:p>
            <a:r>
              <a:rPr lang="zh-CN" altLang="en-US"/>
              <a:t>每次扔掉一半：N 个候选只要约 log₂N 次 check。10 个 → 4 次，10^9 个 → 约 30 次。</a:t>
            </a:r>
          </a:p>
          <a:p>
            <a:r>
              <a:rPr lang="zh-CN" altLang="en-US"/>
              <a:t>提问：如果整行都是 ✗，循环结束时 l 是多少？答案：l = N + 1（越界），表示没有可行值，要特判。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这和课程里 timber、expense 题用的是同一个模板。</a:t>
            </a:r>
          </a:p>
          <a:p>
            <a:r>
              <a:rPr lang="zh-CN" altLang="en-US"/>
              <a:t>提问："能放下的最大正方形"用哪个写法？答案：找最后一个可行值 → 输出 r。</a:t>
            </a:r>
          </a:p>
          <a:p>
            <a:r>
              <a:rPr lang="zh-CN" altLang="en-US"/>
              <a:t>"总和达到 S 的最小半径"用哪个写法？答案：找第一个可行值 → 输出 l。</a:t>
            </a:r>
          </a:p>
          <a:p>
            <a:r>
              <a:rPr lang="zh-CN" altLang="en-US"/>
              <a:t>两种形状对应两种写法：✗✗✗✓✓✓ 找第一个 ✓，输出 l；✓✓✓✗✗✗ 找最后一个 ✓，输出 r。和上一页的表格对照：循环结束时 r 停在最后一个 ✗，l 停在第一个 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约 30 分钟。这里的单调性是题目直接给的：两条切割线都是阶梯（staircase）。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在右侧画样例 2：A = DDDDDDRRRRRR（先下后右），B = RDRRDDDRRRDD。答案是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Brute force 仍然值得写：它能拿 N ≤ 10 和 N ≤ 1000 的 subtask 分，之后还能当对拍用的 checker。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单调性就是从这里来的，而且是题目直接给的。画一列，标出 yb 和 ya。</a:t>
            </a:r>
          </a:p>
          <a:p>
            <a:r>
              <a:rPr lang="zh-CN" altLang="en-US"/>
              <a:t>参考（样例 2）：ya = 6 6 6 6 6 6，yb = 0 1 1 4 4 4，两者都单调不减。</a:t>
            </a:r>
          </a:p>
          <a:p>
            <a:r>
              <a:rPr lang="zh-CN" altLang="en-US"/>
              <a:t>右图是新编的例子（N = 8，不是样例，免得提前给出第 12 页的答案）：紫线是上边界 B，橙线是下边界 A，青色格子是两条切割线之间的形状。每次切割线向右走过第 x 列时，记下当时的行号：yb = 0 0 1 2 2 4 6 7，ya = 3 5 6 6 7 8 8 8。红色虚线框是第 3 列：它占第 yb[3] = 1 行到第 ya[3] − 1 = 5 行。两行数字都从左到右单调不减，这就是"阶梯"（staircase）。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常见错误：在同一列里同时检查上下边界。画图说明：最右一列限制顶边，最左一列限制底边（因为 yb、ya 都单调不减）。</a:t>
            </a:r>
          </a:p>
          <a:p>
            <a:r>
              <a:rPr lang="zh-CN" altLang="en-US"/>
              <a:t>解空间：s = 1, 2, 3, … 时 check(s) 的形状是 ✓✓✓✓✗✗（放得下的边长越小越容易），所以找最后一个 ✓ → 输出 r。</a:t>
            </a:r>
          </a:p>
          <a:p>
            <a:r>
              <a:rPr lang="zh-CN" altLang="en-US"/>
              <a:t>右图沿用上一页的例子，放一个 3 × 3 的正方形在第 2–4 列（x = 2，s = 3）。顶边受三列中最低的顶部限制：yb 单调不减，所以是最右一列 yb[4] = 2；底边受最高的底部限制：ya 单调不减，所以是最左一列 ya[2] = 5（两条红线）。5 − 2 = 3 ≥ 3，放得下。</a:t>
            </a:r>
          </a:p>
          <a:p>
            <a:r>
              <a:rPr lang="zh-CN" altLang="en-US"/>
              <a:t>提问：这个例子里最大能放多大的正方形？答案：3。s = 4 时每个 x 都放不下：x = 1：3 − 2 = 1；x = 2：5 − 2 = 3；x = 3：6 − 4 = 2；x = 4：6 − 6 = 0；x = 5：7 − 7 = 0，都 &lt;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放映时按键（或点击）逐步显示红色答案，共 5 下：① ya 行 ② yb 行 ③ s = 3 那一行 ④ s = 4 那一行 ⑤ Answer。先让学生在纸上填，再一下一下揭晓。</a:t>
            </a:r>
          </a:p>
          <a:p>
            <a:r>
              <a:rPr lang="zh-CN" altLang="en-US"/>
              <a:t>答案：ya = 6 6 6 6 6 6，yb = 0 1 1 4 4 4。</a:t>
            </a:r>
          </a:p>
          <a:p>
            <a:r>
              <a:rPr lang="zh-CN" altLang="en-US"/>
              <a:t>s = 3，x = 1：6 − yb[3] = 6 − 1 = 5 ≥ 3，放得下。</a:t>
            </a:r>
          </a:p>
          <a:p>
            <a:r>
              <a:rPr lang="zh-CN" altLang="en-US"/>
              <a:t>s = 4：x = 1：6 − yb[4] = 2；x = 2：6 − yb[5] = 2；x = 3：6 − yb[6] = 2。都放不下。答案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复杂度 O(N log N)。二分就是模板页右侧"找最后一个可行值"的写法，l = 1，r = n，输出 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挑战：能不能不用 Binary Search？
答案：设 g(x) 为从第 x 列开始能放下的最大正方形边长，可以证明 g(x+1) ≥ g(x) − 1，所以用一个只往前走的指针就能在 O(N) 内求出所有 g(x)。这就是 Two Pointers 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复杂度回顾（N = 200 000）：</a:t>
            </a:r>
          </a:p>
          <a:p>
            <a:r>
              <a:rPr lang="zh-CN" altLang="en-US"/>
              <a:t>暴力：每个左上角、每个边长，用二维前缀和检查，O(N³) ≈ 8×10¹⁵，而且 N×N 的格子根本存不下。</a:t>
            </a:r>
          </a:p>
          <a:p>
            <a:r>
              <a:rPr lang="zh-CN" altLang="en-US"/>
              <a:t>第一步化简：用两条阶梯 yb、ya 描述形状，一次检查 O(N)；如果逐个尝试 s，是 O(N²) ≈ 4×10¹⁰，仍然太慢。</a:t>
            </a:r>
          </a:p>
          <a:p>
            <a:r>
              <a:rPr lang="zh-CN" altLang="en-US"/>
              <a:t>第二步：因为"放得下"关于 s 单调，二分 s，只要约 log₂(2×10⁵) ≈ 18 次检查，O(N log N) ≈ 3.6×10⁶。</a:t>
            </a:r>
          </a:p>
          <a:p>
            <a:r>
              <a:rPr lang="zh-CN" altLang="en-US"/>
              <a:t>选做：用一个只往前走的指针可以做到 O(N)（见作业的挑战题）。</a:t>
            </a:r>
          </a:p>
          <a:p>
            <a:r>
              <a:rPr lang="zh-CN" altLang="en-US"/>
              <a:t>提问：二分本身省掉了什么？答案：省掉的是"尝试多少个 s"（从 N 个变成 log N 个），每次检查的 O(N) 没有变。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约 20 分钟。和 Laser Cutter 对比：那里的阶梯是题目给的；这里要自己造出单调性。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提问：固定返回日 j，我们想要哪个出发日？
答案：最靠左的 i，满足 C[i] ≤ F − C[j]。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前缀最小值（prefix minimum）是 prefix sum 的"min 版本"：两者都是把前 i 个数合起来。这时可以强调"单调性是我们自己造出来的"。</a:t>
            </a:r>
          </a:p>
          <a:p>
            <a:r>
              <a:rPr lang="zh-CN" altLang="en-US"/>
              <a:t>解空间：t = 1 … j−1 时"pm[t] ≤ need"的形状是 ✗✗✓✓✓（pm 只会变小），所以找第一个 ✓ → 输出 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放映时按键（或点击）逐步显示红色答案，共 5 下：① pm 行 ② j = 6 那一行 ③ j = 7 那一行 ④ j = 4 那一行 ⑤ Answer。先让学生在纸上填，再一下一下揭晓。</a:t>
            </a:r>
          </a:p>
          <a:p>
            <a:r>
              <a:rPr lang="zh-CN" altLang="en-US"/>
              <a:t>答案：pm = 12 8 2 2 2 2 2。</a:t>
            </a:r>
          </a:p>
          <a:p>
            <a:r>
              <a:rPr lang="zh-CN" altLang="en-US"/>
              <a:t>j = 6：need = 8 → 第一个 pm ≤ 8 的是 i = 2 → 5 天。</a:t>
            </a:r>
          </a:p>
          <a:p>
            <a:r>
              <a:rPr lang="zh-CN" altLang="en-US"/>
              <a:t>j = 7：need = 4 → i = 3 → 5 天。</a:t>
            </a:r>
          </a:p>
          <a:p>
            <a:r>
              <a:rPr lang="zh-CN" altLang="en-US"/>
              <a:t>j = 4：need = −2 → 找不到。</a:t>
            </a:r>
          </a:p>
          <a:p>
            <a:r>
              <a:rPr lang="zh-CN" altLang="en-US"/>
              <a:t>答案 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ans 初始化为 −1。复杂度 O(N log N)。这是后面的现场编码题，先不要发代码。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挑战：Space Mission 能不能用 Two Pointers 做到 O(N)？
答案：最优的出发日 i 一定是"前缀最小值创新低"的那一天，最优的返回日 j 一定是"后缀最小值"的那一天。把这两组位置分别列出来：i 往右走时 C[i] 变小，允许的 C[j] 上限 F − C[i] 变大，能用的最远 j 只会往右移，所以一个指针扫一遍即可，O(N)。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复杂度回顾（N = 100 000）：</a:t>
            </a:r>
          </a:p>
          <a:p>
            <a:r>
              <a:rPr lang="zh-CN" altLang="en-US"/>
              <a:t>暴力：枚举每一对 (i, j)，O(N²) = 10¹⁰。</a:t>
            </a:r>
          </a:p>
          <a:p>
            <a:r>
              <a:rPr lang="zh-CN" altLang="en-US"/>
              <a:t>关键：C 本身没有顺序，不能二分；先花 O(N) 造出前缀最小值 pm，它只会变小（单调），于是对每个 j 二分找第一个 pm[t] ≤ F − C[j]，每个 j 只要约 log₂(10⁵) ≈ 17 次比较，总共 O(N log N) ≈ 1.7×10⁶。</a:t>
            </a:r>
          </a:p>
          <a:p>
            <a:r>
              <a:rPr lang="zh-CN" altLang="en-US"/>
              <a:t>选做：j 增大时答案的位置也有单调性，可以用双指针做到 O(N)。</a:t>
            </a:r>
          </a:p>
          <a:p>
            <a:r>
              <a:rPr lang="zh-CN" altLang="en-US"/>
              <a:t>提问：如果直接在 C 上二分会怎样？答案：C 不单调，二分会跳过正确答案，结果错误。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约 30 分钟。今天最难的"自己造单调性"。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在数轴上画样例 1：商店 1 5 8 9，房子 3 6 8 10 14。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Subtask 2–4：只有商店和房子之间的距离会改变某个计数，所以只有约 N·M 个"有意义的"R，逐个检查就能拿这些 subtask。</a:t>
            </a:r>
          </a:p>
          <a:p>
            <a:r>
              <a:rPr lang="zh-CN" altLang="en-US"/>
              <a:t>解空间："排序后的计数等于 s"随 R 变化的形状是 ✗✗✗✓✓✗✗✗：✓ 是中间的一段（因为每个计数随 R 单调不减，所以 ✓ 一定连成一段）。查到一个 ✗ 时，不知道 ✓ 段在它左边还是右边，所以不能二分。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观察 2 是一个很好的小证明：如果每个数都不变小，那么排序后第 k 小的数也不会变小。</a:t>
            </a:r>
          </a:p>
          <a:p>
            <a:r>
              <a:rPr lang="zh-CN" altLang="en-US"/>
              <a:t>观察 3 的证明（页面上的提示）：取 R₁ &lt; R₂，总和都是 S。由观察 2，每个位置的差 v(R₂)[k] − v(R₁)[k] ≥ 0；这些差加起来等于 S − S = 0。几个非负数的和是 0，只能每个都是 0，所以两个向量完全相同。</a:t>
            </a:r>
          </a:p>
          <a:p>
            <a:r>
              <a:rPr lang="zh-CN" altLang="en-US"/>
              <a:t>提问：如果 R₁ &lt; R₂ 且 sum(v(R₂)) &gt; sum(v(R₁))，能说明什么？答案：至少有一个位置严格变大，两个向量一定不同。</a:t>
            </a:r>
          </a:p>
          <a:p>
            <a:r>
              <a:rPr lang="zh-CN" altLang="en-US"/>
              <a:t>解空间："sum(v(R)) ≥ S"随 R 的形状是 ✗✗✗✓✓✓✓，单调 → 二分找第一个 ✓。然后只检查这一个 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这就是"先用总和过滤"的想法。样例 2 很好地说明了这一点：总和从 3 直接跳到 5，永远等不到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下方的图是样例 1、R = 3 的完整过程，从这一页开始连续 6 页（起点 + 每栋房子一页），每翻一页处理一栋房子。</a:t>
            </a:r>
          </a:p>
          <a:p>
            <a:r>
              <a:rPr lang="zh-CN" altLang="en-US"/>
              <a:t>注意：lo 和 hi 是商店数组 sh[] 的下标（1 开始），不是位置。图中圆圈里的数字就是下标 i，圆圈画在位置 sh[i] 上；箭头指向"下标为 lo / hi 的那家商店"。n + 1 = 5 表示已经越过最后一家商店。</a:t>
            </a:r>
          </a:p>
          <a:p>
            <a:r>
              <a:rPr lang="zh-CN" altLang="en-US"/>
              <a:t>实线箭头是指针的新值，虚线是上一步的值。让学生先预测指针会不会动、动几步，再翻页。</a:t>
            </a:r>
          </a:p>
          <a:p>
            <a:r>
              <a:rPr lang="zh-CN" altLang="en-US"/>
              <a:t>关键点：两个指针都只往右走，五栋房子一共只走了 lo 4 步、hi 4 步（都到了 n + 1），而不是每栋房子重新数一遍。</a:t>
            </a:r>
          </a:p>
          <a:p>
            <a:r>
              <a:rPr lang="zh-CN" altLang="en-US"/>
              <a:t>参考（样例 1，R = 3，sh = [1, 5, 8, 9]）：计数依次为 2、3、3、2、0，总和 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两指针演示第 1 / 5 步。房子 3 → 窗口 [0, 6]：hi 从 1 走到 3（sh[1] = 1、sh[2] = 5 都 ≤ 6，sh[3] = 8 &gt; 6 停下）；lo 仍为 1。计数 = 3 − 1 = 2。</a:t>
            </a:r>
          </a:p>
          <a:p>
            <a:r>
              <a:rPr lang="zh-CN" altLang="en-US"/>
              <a:t>翻页前先问学生：下一步 lo 和 hi 会动吗？动几格？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两指针演示第 2 / 5 步。房子 6 → 窗口 [3, 9]：hi 从 3 走到 5 = n + 1（sh[3] = 8、sh[4] = 9 都 ≤ 9）；lo 从 1 走到 2（sh[1] = 1 &lt; 3，sh[2] = 5 ≥ 3 停下）。计数 = 5 − 2 = 3。</a:t>
            </a:r>
          </a:p>
          <a:p>
            <a:r>
              <a:rPr lang="zh-CN" altLang="en-US"/>
              <a:t>翻页前先问学生：下一步 lo 和 hi 会动吗？动几格？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两指针演示第 3 / 5 步。房子 8 → 窗口 [5, 11]：hi 已是 n + 1；lo 仍为 2（sh[2] = 5 ≥ 5）。计数 = 5 − 2 = 3。</a:t>
            </a:r>
          </a:p>
          <a:p>
            <a:r>
              <a:rPr lang="zh-CN" altLang="en-US"/>
              <a:t>翻页前先问学生：下一步 lo 和 hi 会动吗？动几格？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两指针演示第 4 / 5 步。房子 10 → 窗口 [7, 13]：lo 从 2 走到 3（sh[2] = 5 &lt; 7，sh[3] = 8 ≥ 7 停下）；hi 不动。计数 = 5 − 3 = 2。</a:t>
            </a:r>
          </a:p>
          <a:p>
            <a:r>
              <a:rPr lang="zh-CN" altLang="en-US"/>
              <a:t>翻页前先问学生：下一步 lo 和 hi 会动吗？动几格？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两指针演示第 5 / 5 步。房子 14 → 窗口 [11, 17]：lo 从 3 走到 5 = n + 1（sh[3] = 8、sh[4] = 9 都 &lt; 11）；hi 不动。计数 = 5 − 5 = 0。五栋房子的总和 10。</a:t>
            </a:r>
          </a:p>
          <a:p>
            <a:r>
              <a:rPr lang="zh-CN" altLang="en-US"/>
              <a:t>总结：两个指针都只往右走，全程 lo 4 步、hi 4 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放映时按键（或点击）逐步显示红色答案，共 5 下：① R = 2 行 ② R = 3 行 ③ 最小的 R ④ 排序后是否等于 s ⑤ Answer。先让学生在纸上填，再一下一下揭晓。</a:t>
            </a:r>
          </a:p>
          <a:p>
            <a:r>
              <a:rPr lang="zh-CN" altLang="en-US"/>
              <a:t>答案：R = 2：2 2 2 2 0，总和 8。R = 3：2 3 3 2 0，总和 10。最小的 R 是 3；排序后 0 2 2 3 3 = s；答案 3（R = 4 得到同样的向量，也被接受，正好印证观察 3）。</a:t>
            </a:r>
          </a:p>
          <a:p>
            <a:r>
              <a:rPr lang="zh-CN" altLang="en-US"/>
              <a:t>样例 2：商店 1 3 5，房子 2 6，s = 1 3（S = 4）。R = 2 总和 3，R = 3 总和 5：总和永远不等于 4，输出 −1。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注意边界：&lt;= ho[i] + R，但 &lt; ho[i] − R，一个等号写错就会出错。总和用 long long（最大 M × N = 10^10）。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复杂度回顾（N, M ≤ 10⁵，L ≤ 10⁹）：</a:t>
            </a:r>
          </a:p>
          <a:p>
            <a:r>
              <a:rPr lang="zh-CN" altLang="en-US"/>
              <a:t>最朴素：枚举每个 R，再对每栋房子扫一遍所有商店，O(L·N·M) ≈ 10¹⁹。</a:t>
            </a:r>
          </a:p>
          <a:p>
            <a:r>
              <a:rPr lang="zh-CN" altLang="en-US"/>
              <a:t>只用 Two Pointers：每个 R 的计数降到 O(N + M)，但 R 有 10⁹ 个，仍是 2×10¹⁴。</a:t>
            </a:r>
          </a:p>
          <a:p>
            <a:r>
              <a:rPr lang="zh-CN" altLang="en-US"/>
              <a:t>再加 Binary Search：真正单调的是计数总和，二分 R 只要约 log₂(10⁹) ≈ 30 次，每次 O(N + M)，共 ≈ 6×10⁶；最后对找到的 R 排序比较一次，O(M log M)。</a:t>
            </a:r>
          </a:p>
          <a:p>
            <a:r>
              <a:rPr lang="zh-CN" altLang="en-US"/>
              <a:t>提问：两个技巧各自省掉了什么？答案：Binary Search 省掉"尝试多少个 R"（10⁹ → 30），Two Pointers 省掉"每次计数的代价"（N·M → N + M）。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先让学生填右边一列，再显示答案。</a:t>
            </a:r>
          </a:p>
          <a:p>
            <a:r>
              <a:rPr lang="zh-CN" altLang="en-US"/>
              <a:t>参考答案：Laser Cutter：本身就是单调的阶梯，题目给的；Space Mission：花费数组 C 不单调 → 前缀最小值 pm 单调，我们造的；Lollipops II："排序后的计数等于 s"不单调 → 计数总和单调，我们造的。</a:t>
            </a:r>
          </a:p>
          <a:p>
            <a:r>
              <a:rPr lang="zh-CN" altLang="en-US"/>
              <a:t>最后一列：三道题的解空间形状。Laser Cutter 找最后一个 ✓（输出 r），另外两道找第一个 ✓（输出 l）。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常见 bug：在 pm[1..j] 上搜索，而不是 pm[1..j−1]（出发日和返回日必须不同）；忘了输出 −1；F − C[j] 用 int 不会溢出，但为了保险还是用 long long。
样例答案：样例 1 = 4，样例 2 = 5，样例 3 = −1。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这张表每次课都会变长。Greedy 那一列现在还几乎是空的：那是第 3 次课的内容。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下次课：Greedy 和水位线（water level）。提醒学生把 binary search 模板留在手边，下次每道题都会用到。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101/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100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rac2.info/problem/147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778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ts val="2340"/>
              </a:lnSpc>
              <a:buNone/>
            </a:pPr>
            <a:r>
              <a:rPr lang="en-US" sz="1200" b="1" kern="0" spc="15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AIO HIGH ACHIEVERS CAMP · SESSION 2</a:t>
            </a:r>
            <a:endParaRPr lang="en-US" sz="1200"/>
          </a:p>
        </p:txBody>
      </p:sp>
      <p:sp>
        <p:nvSpPr>
          <p:cNvPr id="4" name="Text 1"/>
          <p:cNvSpPr txBox="1"/>
          <p:nvPr/>
        </p:nvSpPr>
        <p:spPr>
          <a:xfrm>
            <a:off x="6855968" y="2514600"/>
            <a:ext cx="4523232" cy="35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720"/>
              </a:lnSpc>
              <a:buNone/>
            </a:pPr>
            <a:r>
              <a:rPr lang="en-US" sz="6400" b="1" kern="0" spc="10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+ TWO POINTERS</a:t>
            </a:r>
            <a:endParaRPr lang="en-US" sz="6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2 HOURS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350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44675"/>
          <a:ext cx="10566400" cy="4711700"/>
        </p:xfrm>
        <a:graphic>
          <a:graphicData uri="http://schemas.openxmlformats.org/drawingml/2006/table">
            <a:tbl>
              <a:tblPr/>
              <a:tblGrid>
                <a:gridCol w="211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0:00–0:10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Recap, the solution space, the template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0:10–0:40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 P6 Laser Cutter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on the answer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0:40–1:00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 P5 Space Mission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minimum + Binary Search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1:00–1:30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 P6 Lollipops II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+ Two Pointers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1:30–1:55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coding: Space Mission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program + samples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1:55–2:00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 and homework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CORE TECHNIQUES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THE MONOTONE PAIR</a:t>
            </a:r>
            <a:endParaRPr lang="en-US" sz="390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EBEC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12800" y="1903016"/>
            <a:ext cx="63500" cy="1663700"/>
          </a:xfrm>
          <a:prstGeom prst="rect">
            <a:avLst/>
          </a:prstGeom>
          <a:solidFill>
            <a:srgbClr val="95C7C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79500" y="20871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>
                <a:solidFill>
                  <a:srgbClr val="848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850"/>
          </a:p>
        </p:txBody>
      </p:sp>
      <p:sp>
        <p:nvSpPr>
          <p:cNvPr id="7" name="Text 5"/>
          <p:cNvSpPr txBox="1"/>
          <p:nvPr/>
        </p:nvSpPr>
        <p:spPr>
          <a:xfrm>
            <a:off x="1079500" y="2569766"/>
            <a:ext cx="5001133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</a:t>
            </a:r>
            <a:r>
              <a:rPr lang="en-US" altLang="zh-CN" sz="210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</a:t>
            </a:r>
            <a:r>
              <a:rPr lang="en-US" sz="210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1: running totals, net change per round</a:t>
            </a:r>
            <a:endParaRPr lang="en-US" sz="2100"/>
          </a:p>
        </p:txBody>
      </p:sp>
      <p:sp>
        <p:nvSpPr>
          <p:cNvPr id="8" name="Shape 6"/>
          <p:cNvSpPr/>
          <p:nvPr/>
        </p:nvSpPr>
        <p:spPr>
          <a:xfrm>
            <a:off x="6184900" y="19030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FFAF0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184900" y="1903016"/>
            <a:ext cx="63500" cy="1663700"/>
          </a:xfrm>
          <a:prstGeom prst="rect">
            <a:avLst/>
          </a:prstGeom>
          <a:solidFill>
            <a:srgbClr val="E0960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6451600" y="20935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850"/>
          </a:p>
        </p:txBody>
      </p:sp>
      <p:sp>
        <p:nvSpPr>
          <p:cNvPr id="11" name="Text 9"/>
          <p:cNvSpPr txBox="1"/>
          <p:nvPr/>
        </p:nvSpPr>
        <p:spPr>
          <a:xfrm>
            <a:off x="6451600" y="2576116"/>
            <a:ext cx="4994402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a check that flips from "no" to "yes" exactly once</a:t>
            </a:r>
            <a:endParaRPr lang="en-US" sz="2100"/>
          </a:p>
        </p:txBody>
      </p:sp>
      <p:sp>
        <p:nvSpPr>
          <p:cNvPr id="12" name="Shape 10"/>
          <p:cNvSpPr/>
          <p:nvPr/>
        </p:nvSpPr>
        <p:spPr>
          <a:xfrm>
            <a:off x="812800" y="37445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FF6F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812800" y="3744516"/>
            <a:ext cx="63500" cy="1663700"/>
          </a:xfrm>
          <a:prstGeom prst="rect">
            <a:avLst/>
          </a:prstGeom>
          <a:solidFill>
            <a:srgbClr val="E46F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 txBox="1"/>
          <p:nvPr/>
        </p:nvSpPr>
        <p:spPr>
          <a:xfrm>
            <a:off x="1079500" y="39350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850"/>
          </a:p>
        </p:txBody>
      </p:sp>
      <p:sp>
        <p:nvSpPr>
          <p:cNvPr id="15" name="Text 13"/>
          <p:cNvSpPr txBox="1"/>
          <p:nvPr/>
        </p:nvSpPr>
        <p:spPr>
          <a:xfrm>
            <a:off x="1079500" y="4417616"/>
            <a:ext cx="4994402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both ends of a window only ever move forward</a:t>
            </a:r>
            <a:endParaRPr lang="en-US" sz="2100"/>
          </a:p>
        </p:txBody>
      </p:sp>
      <p:sp>
        <p:nvSpPr>
          <p:cNvPr id="16" name="Shape 14"/>
          <p:cNvSpPr/>
          <p:nvPr/>
        </p:nvSpPr>
        <p:spPr>
          <a:xfrm>
            <a:off x="6184900" y="37445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EBEC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184900" y="3744516"/>
            <a:ext cx="63500" cy="1663700"/>
          </a:xfrm>
          <a:prstGeom prst="rect">
            <a:avLst/>
          </a:prstGeom>
          <a:solidFill>
            <a:srgbClr val="7896A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 txBox="1"/>
          <p:nvPr/>
        </p:nvSpPr>
        <p:spPr>
          <a:xfrm>
            <a:off x="6451600" y="39286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>
                <a:solidFill>
                  <a:srgbClr val="848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850"/>
          </a:p>
        </p:txBody>
      </p:sp>
      <p:sp>
        <p:nvSpPr>
          <p:cNvPr id="19" name="Text 17"/>
          <p:cNvSpPr txBox="1"/>
          <p:nvPr/>
        </p:nvSpPr>
        <p:spPr>
          <a:xfrm>
            <a:off x="6451600" y="4411266"/>
            <a:ext cx="5001133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altLang="zh-CN" sz="210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r>
              <a:rPr lang="en-US" sz="210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3: the water-level idea</a:t>
            </a:r>
            <a:endParaRPr lang="en-US" sz="2100"/>
          </a:p>
        </p:txBody>
      </p:sp>
      <p:sp>
        <p:nvSpPr>
          <p:cNvPr id="20" name="Text 18"/>
          <p:cNvSpPr txBox="1"/>
          <p:nvPr/>
        </p:nvSpPr>
        <p:spPr>
          <a:xfrm>
            <a:off x="812800" y="56114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need the same thing: something monotone.</a:t>
            </a:r>
            <a:endParaRPr lang="en-US" sz="2250"/>
          </a:p>
        </p:txBody>
      </p:sp>
      <p:sp>
        <p:nvSpPr>
          <p:cNvPr id="21" name="Shape 1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· START FROM THE SOLUTION SPACE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SOLUTION SPACE LOOK LIKE?</a:t>
            </a:r>
            <a:endParaRPr lang="en-US" sz="3250"/>
          </a:p>
        </p:txBody>
      </p:sp>
      <p:sp>
        <p:nvSpPr>
          <p:cNvPr id="4" name="Text 2"/>
          <p:cNvSpPr txBox="1"/>
          <p:nvPr/>
        </p:nvSpPr>
        <p:spPr>
          <a:xfrm>
            <a:off x="812800" y="1757363"/>
            <a:ext cx="11200384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up every candidate answer x in order and ask check(x): yes ✓ or no ✗. The row of answers has a </a:t>
            </a: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735263"/>
          <a:ext cx="10566404" cy="1809750"/>
        </p:xfrm>
        <a:graphic>
          <a:graphicData uri="http://schemas.openxmlformats.org/drawingml/2006/table">
            <a:tbl>
              <a:tblPr/>
              <a:tblGrid>
                <a:gridCol w="2084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831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931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check(x)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boundary → binary search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boundary → binary search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monotone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boundary → check them all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691063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does not look for the answer. It looks for the boundary between ✗ and ✓.</a:t>
            </a:r>
            <a:endParaRPr lang="en-US" sz="225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· HOW THE LOOP USES THE SHAPE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CHECK THROWS AWAY HALF THE ROW</a:t>
            </a:r>
            <a:endParaRPr lang="en-US" sz="35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93875"/>
          <a:ext cx="10566401" cy="3292475"/>
        </p:xfrm>
        <a:graphic>
          <a:graphicData uri="http://schemas.openxmlformats.org/drawingml/2006/table">
            <a:tbl>
              <a:tblPr/>
              <a:tblGrid>
                <a:gridCol w="2096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2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4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0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0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40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240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749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check(x)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 from us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 l = 1, r = 10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5: ✗ → l = 6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2: l = 6, r = 10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8: ✓ → r = 7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3: l = 6, r = 7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6: ✗ → l = 7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4: l = 7, r = 7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7: ✓ → r = 6, stop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= last ✗, l = first 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5140325"/>
            <a:ext cx="11200384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always ends with l = r + 1. 10 candidates need 4 checks; 10⁹ candidates need about 30.</a:t>
            </a:r>
            <a:endParaRPr lang="en-US" sz="2100"/>
          </a:p>
        </p:txBody>
      </p:sp>
      <p:sp>
        <p:nvSpPr>
          <p:cNvPr id="4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TEMPLATE FOR THE WHOLE COURSE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WHILE (L &lt;= R) TEMPLATE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418455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value that passes → l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353866"/>
            <a:ext cx="5418455" cy="37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</a:t>
            </a:r>
            <a:r>
              <a:rPr lang="en-US" sz="2250" b="1" kern="0" spc="10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50"/>
          </a:p>
        </p:txBody>
      </p:sp>
      <p:sp>
        <p:nvSpPr>
          <p:cNvPr id="6" name="Shape 4"/>
          <p:cNvSpPr/>
          <p:nvPr/>
        </p:nvSpPr>
        <p:spPr>
          <a:xfrm>
            <a:off x="812800" y="2792016"/>
            <a:ext cx="5111750" cy="2603500"/>
          </a:xfrm>
          <a:prstGeom prst="roundRect">
            <a:avLst>
              <a:gd name="adj" fmla="val 1951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22350" y="2950766"/>
            <a:ext cx="5255768" cy="231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mid = (l + r) / 2;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(check(mid))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answer: l</a:t>
            </a:r>
            <a:endParaRPr lang="en-US" sz="1500"/>
          </a:p>
        </p:txBody>
      </p:sp>
      <p:sp>
        <p:nvSpPr>
          <p:cNvPr id="8" name="Text 6"/>
          <p:cNvSpPr txBox="1"/>
          <p:nvPr/>
        </p:nvSpPr>
        <p:spPr>
          <a:xfrm>
            <a:off x="6229350" y="1903016"/>
            <a:ext cx="5418455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value that passes → r</a:t>
            </a:r>
            <a:endParaRPr lang="en-US" sz="2400"/>
          </a:p>
        </p:txBody>
      </p:sp>
      <p:sp>
        <p:nvSpPr>
          <p:cNvPr id="9" name="Text 7"/>
          <p:cNvSpPr txBox="1"/>
          <p:nvPr/>
        </p:nvSpPr>
        <p:spPr>
          <a:xfrm>
            <a:off x="6229350" y="2353866"/>
            <a:ext cx="5418455" cy="37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</a:t>
            </a:r>
            <a:r>
              <a:rPr lang="en-US" sz="225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250"/>
          </a:p>
        </p:txBody>
      </p:sp>
      <p:sp>
        <p:nvSpPr>
          <p:cNvPr id="10" name="Shape 8"/>
          <p:cNvSpPr/>
          <p:nvPr/>
        </p:nvSpPr>
        <p:spPr>
          <a:xfrm>
            <a:off x="6229350" y="2792016"/>
            <a:ext cx="5111750" cy="2603500"/>
          </a:xfrm>
          <a:prstGeom prst="roundRect">
            <a:avLst>
              <a:gd name="adj" fmla="val 1951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 txBox="1"/>
          <p:nvPr/>
        </p:nvSpPr>
        <p:spPr>
          <a:xfrm>
            <a:off x="6438900" y="2950766"/>
            <a:ext cx="5255768" cy="231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mid = (l + r) / 2;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(check(mid))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answer: r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3D3253C-2662-1DE0-E9CD-A3D3ED599EBE}"/>
                  </a:ext>
                </a:extLst>
              </p14:cNvPr>
              <p14:cNvContentPartPr/>
              <p14:nvPr/>
            </p14:nvContentPartPr>
            <p14:xfrm>
              <a:off x="541800" y="2327760"/>
              <a:ext cx="11317320" cy="4340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3D3253C-2662-1DE0-E9CD-A3D3ED599E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9840" y="2311560"/>
                <a:ext cx="11355120" cy="4372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9643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AIO PROBLEM 6</a:t>
            </a:r>
            <a:endParaRPr lang="en-US" sz="1950"/>
          </a:p>
        </p:txBody>
      </p:sp>
      <p:sp>
        <p:nvSpPr>
          <p:cNvPr id="4" name="Text 1"/>
          <p:cNvSpPr txBox="1"/>
          <p:nvPr/>
        </p:nvSpPr>
        <p:spPr>
          <a:xfrm>
            <a:off x="812800" y="2104430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</a:t>
            </a:r>
            <a:endParaRPr lang="en-US" sz="6600"/>
          </a:p>
        </p:txBody>
      </p:sp>
      <p:sp>
        <p:nvSpPr>
          <p:cNvPr id="5" name="Text 2"/>
          <p:cNvSpPr txBox="1"/>
          <p:nvPr/>
        </p:nvSpPr>
        <p:spPr>
          <a:xfrm>
            <a:off x="812800" y="3254970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square that fits between two staircase cuts.</a:t>
            </a:r>
            <a:endParaRPr lang="en-US" sz="2550"/>
          </a:p>
        </p:txBody>
      </p:sp>
      <p:sp>
        <p:nvSpPr>
          <p:cNvPr id="6" name="Shape 3"/>
          <p:cNvSpPr/>
          <p:nvPr/>
        </p:nvSpPr>
        <p:spPr>
          <a:xfrm>
            <a:off x="812800" y="4232870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232870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/>
          </a:p>
        </p:txBody>
      </p:sp>
      <p:sp>
        <p:nvSpPr>
          <p:cNvPr id="8" name="Shape 5"/>
          <p:cNvSpPr/>
          <p:nvPr/>
        </p:nvSpPr>
        <p:spPr>
          <a:xfrm>
            <a:off x="3866158" y="4232870"/>
            <a:ext cx="3156148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232870"/>
            <a:ext cx="315614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optional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812800" y="4804370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804370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/>
          </a:p>
        </p:txBody>
      </p:sp>
      <p:sp>
        <p:nvSpPr>
          <p:cNvPr id="12" name="Shape 9"/>
          <p:cNvSpPr/>
          <p:nvPr/>
        </p:nvSpPr>
        <p:spPr>
          <a:xfrm>
            <a:off x="2561530" y="4804370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561530" y="4804370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N×N board. Two cuts run from the top-left corner to the bottom-right corner, using only R (right) and D (down).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A is the lower boundary, cut B the upper one. Find the side of the largest axis-aligned square that fits between them.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200 000</a:t>
            </a:r>
            <a:endParaRPr lang="en-US" sz="210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QUESTION 1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FORCE, AND WHY IT FAILS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every cell inside the shape, then try every top-left corner and every size: O(N⁴), or O(N³) with a 2D prefix sum.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 = 200 000 means 4×10¹⁰ cells. We cannot even store the grid.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1106150" cy="55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3"/>
              </a:lnSpc>
              <a:buNone/>
            </a:pPr>
            <a:r>
              <a:rPr lang="en-US" sz="25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must use the special shape of the cuts.</a:t>
            </a:r>
            <a:endParaRPr lang="en-US" sz="255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KEY OBSERVATION 1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SHAPE COLUMN BY COLUMN</a:t>
            </a:r>
            <a:endParaRPr lang="en-US" sz="3500"/>
          </a:p>
        </p:txBody>
      </p:sp>
      <p:sp>
        <p:nvSpPr>
          <p:cNvPr id="4" name="Text 2"/>
          <p:cNvSpPr txBox="1"/>
          <p:nvPr/>
        </p:nvSpPr>
        <p:spPr>
          <a:xfrm>
            <a:off x="812800" y="1844675"/>
            <a:ext cx="6980047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each cut. Each time it steps right through column x, record the current row: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12800" y="2929136"/>
            <a:ext cx="6980047" cy="1147961"/>
          </a:xfrm>
          <a:prstGeom prst="roundRect">
            <a:avLst>
              <a:gd name="adj" fmla="val 4425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3030736"/>
            <a:ext cx="6573647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yb[x] = top of column x</a:t>
            </a:r>
            <a:endParaRPr lang="en-US" sz="2400"/>
          </a:p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ya[x] = bottom of column x</a:t>
            </a:r>
            <a:endParaRPr lang="en-US" sz="2400"/>
          </a:p>
        </p:txBody>
      </p:sp>
      <p:sp>
        <p:nvSpPr>
          <p:cNvPr id="7" name="Text 5"/>
          <p:cNvSpPr txBox="1"/>
          <p:nvPr/>
        </p:nvSpPr>
        <p:spPr>
          <a:xfrm>
            <a:off x="812800" y="4216797"/>
            <a:ext cx="6980047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x holds rows yb[x] … ya[x] − 1.</a:t>
            </a:r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812800" y="4828877"/>
            <a:ext cx="6980047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arrays never decrease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cuts only go right and down): a staircase.</a:t>
            </a:r>
            <a:endParaRPr lang="en-US" sz="2400"/>
          </a:p>
        </p:txBody>
      </p:sp>
      <p:pic>
        <p:nvPicPr>
          <p:cNvPr id="9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550" y="1844675"/>
            <a:ext cx="3676650" cy="413385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976394" y="6029325"/>
            <a:ext cx="3128963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example (N = 8), not a sample</a:t>
            </a:r>
            <a:endParaRPr lang="en-US" sz="1500"/>
          </a:p>
        </p:txBody>
      </p:sp>
      <p:sp>
        <p:nvSpPr>
          <p:cNvPr id="11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593D789-7F60-C02B-DCF2-19312ABD9314}"/>
                  </a:ext>
                </a:extLst>
              </p14:cNvPr>
              <p14:cNvContentPartPr/>
              <p14:nvPr/>
            </p14:nvContentPartPr>
            <p14:xfrm>
              <a:off x="7209360" y="1613160"/>
              <a:ext cx="4032360" cy="4024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593D789-7F60-C02B-DCF2-19312ABD93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93160" y="1596960"/>
                <a:ext cx="4064760" cy="4057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KEY OBSERVATION 2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AN S×S SQUARE FIT AT COLUMNS X … X+S−1?</a:t>
            </a:r>
            <a:endParaRPr lang="en-US" sz="3000"/>
          </a:p>
        </p:txBody>
      </p:sp>
      <p:sp>
        <p:nvSpPr>
          <p:cNvPr id="4" name="Text 2"/>
          <p:cNvSpPr txBox="1"/>
          <p:nvPr/>
        </p:nvSpPr>
        <p:spPr>
          <a:xfrm>
            <a:off x="812800" y="1771650"/>
            <a:ext cx="6849108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edge: below every column's top → the strictest is the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rightmost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column, yb[x+s−1].</a:t>
            </a:r>
            <a:endParaRPr lang="en-US" sz="2250"/>
          </a:p>
        </p:txBody>
      </p:sp>
      <p:sp>
        <p:nvSpPr>
          <p:cNvPr id="5" name="Text 3"/>
          <p:cNvSpPr txBox="1"/>
          <p:nvPr/>
        </p:nvSpPr>
        <p:spPr>
          <a:xfrm>
            <a:off x="812800" y="2797175"/>
            <a:ext cx="6849108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edge: above every column's bottom → the strictest is the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leftmost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column, ya[x].</a:t>
            </a:r>
            <a:endParaRPr lang="en-US" sz="2250"/>
          </a:p>
        </p:txBody>
      </p:sp>
      <p:sp>
        <p:nvSpPr>
          <p:cNvPr id="6" name="Shape 4"/>
          <p:cNvSpPr/>
          <p:nvPr/>
        </p:nvSpPr>
        <p:spPr>
          <a:xfrm>
            <a:off x="812800" y="3822700"/>
            <a:ext cx="6849108" cy="577850"/>
          </a:xfrm>
          <a:prstGeom prst="roundRect">
            <a:avLst>
              <a:gd name="adj" fmla="val 8791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16000" y="3924300"/>
            <a:ext cx="6442708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⇔ ya[x] − yb[x+s−1] ≥ s</a:t>
            </a:r>
            <a:endParaRPr lang="en-US" sz="2550"/>
          </a:p>
        </p:txBody>
      </p:sp>
      <p:sp>
        <p:nvSpPr>
          <p:cNvPr id="8" name="Text 6"/>
          <p:cNvSpPr txBox="1"/>
          <p:nvPr/>
        </p:nvSpPr>
        <p:spPr>
          <a:xfrm>
            <a:off x="812800" y="4540250"/>
            <a:ext cx="68491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 fits, s−1 fits too. Solution space s = 1, 2, 3, …: </a:t>
            </a:r>
            <a:r>
              <a:rPr lang="en-US" sz="2250" b="1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for the last ✓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each check O(N).</a:t>
            </a:r>
            <a:endParaRPr lang="en-US" sz="2250"/>
          </a:p>
        </p:txBody>
      </p:sp>
      <p:pic>
        <p:nvPicPr>
          <p:cNvPr id="9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37" y="1771650"/>
            <a:ext cx="3676650" cy="413385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579023" y="5956300"/>
            <a:ext cx="3800177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board: x = 2, s = 3 → 5 − 2 = 3 ≥ 3, fits</a:t>
            </a:r>
            <a:endParaRPr lang="en-US" sz="1500"/>
          </a:p>
        </p:txBody>
      </p:sp>
      <p:sp>
        <p:nvSpPr>
          <p:cNvPr id="11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WORK IT BY HAND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2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= 6　A = DDDDDDRRRRRR　B = RDRRDDDRRRDD</a:t>
            </a:r>
            <a:endParaRPr lang="en-US" sz="210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391966"/>
          <a:ext cx="10566400" cy="914400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9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ya[x]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yb[x]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3966766"/>
            <a:ext cx="11200384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3: try x = ___ → ya − yb = ___ → fits? ____</a:t>
            </a:r>
            <a:endParaRPr lang="en-US" sz="2250"/>
          </a:p>
          <a:p>
            <a:pPr marL="0" indent="0" algn="l">
              <a:lnSpc>
                <a:spcPts val="42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4: x = 1, 2, 3 → ___, ___, ___ → fits? ____      Answer = ___</a:t>
            </a:r>
            <a:endParaRPr lang="en-US" sz="2250"/>
          </a:p>
        </p:txBody>
      </p:sp>
      <p:sp>
        <p:nvSpPr>
          <p:cNvPr id="7" name="Text 4"/>
          <p:cNvSpPr txBox="1"/>
          <p:nvPr/>
        </p:nvSpPr>
        <p:spPr>
          <a:xfrm>
            <a:off x="2501900" y="29273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/>
          </a:p>
        </p:txBody>
      </p:sp>
      <p:sp>
        <p:nvSpPr>
          <p:cNvPr id="8" name="Text 5"/>
          <p:cNvSpPr txBox="1"/>
          <p:nvPr/>
        </p:nvSpPr>
        <p:spPr>
          <a:xfrm>
            <a:off x="3981450" y="29273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/>
          </a:p>
        </p:txBody>
      </p:sp>
      <p:sp>
        <p:nvSpPr>
          <p:cNvPr id="9" name="Text 6"/>
          <p:cNvSpPr txBox="1"/>
          <p:nvPr/>
        </p:nvSpPr>
        <p:spPr>
          <a:xfrm>
            <a:off x="5461000" y="29273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/>
          </a:p>
        </p:txBody>
      </p:sp>
      <p:sp>
        <p:nvSpPr>
          <p:cNvPr id="10" name="Text 7"/>
          <p:cNvSpPr txBox="1"/>
          <p:nvPr/>
        </p:nvSpPr>
        <p:spPr>
          <a:xfrm>
            <a:off x="6940550" y="29273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/>
          </a:p>
        </p:txBody>
      </p:sp>
      <p:sp>
        <p:nvSpPr>
          <p:cNvPr id="11" name="Text 8"/>
          <p:cNvSpPr txBox="1"/>
          <p:nvPr/>
        </p:nvSpPr>
        <p:spPr>
          <a:xfrm>
            <a:off x="8420100" y="29273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/>
          </a:p>
        </p:txBody>
      </p:sp>
      <p:sp>
        <p:nvSpPr>
          <p:cNvPr id="12" name="Text 9"/>
          <p:cNvSpPr txBox="1"/>
          <p:nvPr/>
        </p:nvSpPr>
        <p:spPr>
          <a:xfrm>
            <a:off x="9899650" y="29273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/>
          </a:p>
        </p:txBody>
      </p:sp>
      <p:sp>
        <p:nvSpPr>
          <p:cNvPr id="5" name="Text 10"/>
          <p:cNvSpPr txBox="1"/>
          <p:nvPr/>
        </p:nvSpPr>
        <p:spPr>
          <a:xfrm>
            <a:off x="2501900" y="33909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/>
          </a:p>
        </p:txBody>
      </p:sp>
      <p:sp>
        <p:nvSpPr>
          <p:cNvPr id="14" name="Text 11"/>
          <p:cNvSpPr txBox="1"/>
          <p:nvPr/>
        </p:nvSpPr>
        <p:spPr>
          <a:xfrm>
            <a:off x="3981450" y="33909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/>
          </a:p>
        </p:txBody>
      </p:sp>
      <p:sp>
        <p:nvSpPr>
          <p:cNvPr id="15" name="Text 12"/>
          <p:cNvSpPr txBox="1"/>
          <p:nvPr/>
        </p:nvSpPr>
        <p:spPr>
          <a:xfrm>
            <a:off x="5461000" y="33909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/>
          </a:p>
        </p:txBody>
      </p:sp>
      <p:sp>
        <p:nvSpPr>
          <p:cNvPr id="16" name="Text 13"/>
          <p:cNvSpPr txBox="1"/>
          <p:nvPr/>
        </p:nvSpPr>
        <p:spPr>
          <a:xfrm>
            <a:off x="6940550" y="33909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/>
          </a:p>
        </p:txBody>
      </p:sp>
      <p:sp>
        <p:nvSpPr>
          <p:cNvPr id="17" name="Text 14"/>
          <p:cNvSpPr txBox="1"/>
          <p:nvPr/>
        </p:nvSpPr>
        <p:spPr>
          <a:xfrm>
            <a:off x="8420100" y="33909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/>
          </a:p>
        </p:txBody>
      </p:sp>
      <p:sp>
        <p:nvSpPr>
          <p:cNvPr id="18" name="Text 15"/>
          <p:cNvSpPr txBox="1"/>
          <p:nvPr/>
        </p:nvSpPr>
        <p:spPr>
          <a:xfrm>
            <a:off x="9899650" y="33909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/>
          </a:p>
        </p:txBody>
      </p:sp>
      <p:sp>
        <p:nvSpPr>
          <p:cNvPr id="19" name="Text 16"/>
          <p:cNvSpPr txBox="1"/>
          <p:nvPr/>
        </p:nvSpPr>
        <p:spPr>
          <a:xfrm>
            <a:off x="2311400" y="392430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/>
          </a:p>
        </p:txBody>
      </p:sp>
      <p:sp>
        <p:nvSpPr>
          <p:cNvPr id="20" name="Text 17"/>
          <p:cNvSpPr txBox="1"/>
          <p:nvPr/>
        </p:nvSpPr>
        <p:spPr>
          <a:xfrm>
            <a:off x="4489450" y="392430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/>
          </a:p>
        </p:txBody>
      </p:sp>
      <p:sp>
        <p:nvSpPr>
          <p:cNvPr id="21" name="Text 18"/>
          <p:cNvSpPr txBox="1"/>
          <p:nvPr/>
        </p:nvSpPr>
        <p:spPr>
          <a:xfrm>
            <a:off x="6013450" y="3924300"/>
            <a:ext cx="93980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/>
          </a:p>
        </p:txBody>
      </p:sp>
      <p:sp>
        <p:nvSpPr>
          <p:cNvPr id="22" name="Text 19"/>
          <p:cNvSpPr txBox="1"/>
          <p:nvPr/>
        </p:nvSpPr>
        <p:spPr>
          <a:xfrm>
            <a:off x="3155950" y="44640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/>
          </a:p>
        </p:txBody>
      </p:sp>
      <p:sp>
        <p:nvSpPr>
          <p:cNvPr id="23" name="Text 20"/>
          <p:cNvSpPr txBox="1"/>
          <p:nvPr/>
        </p:nvSpPr>
        <p:spPr>
          <a:xfrm>
            <a:off x="3790950" y="44640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/>
          </a:p>
        </p:txBody>
      </p:sp>
      <p:sp>
        <p:nvSpPr>
          <p:cNvPr id="24" name="Text 21"/>
          <p:cNvSpPr txBox="1"/>
          <p:nvPr/>
        </p:nvSpPr>
        <p:spPr>
          <a:xfrm>
            <a:off x="4425950" y="44640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/>
          </a:p>
        </p:txBody>
      </p:sp>
      <p:sp>
        <p:nvSpPr>
          <p:cNvPr id="25" name="Text 22"/>
          <p:cNvSpPr txBox="1"/>
          <p:nvPr/>
        </p:nvSpPr>
        <p:spPr>
          <a:xfrm>
            <a:off x="5949950" y="4464050"/>
            <a:ext cx="93980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/>
          </a:p>
        </p:txBody>
      </p:sp>
      <p:sp>
        <p:nvSpPr>
          <p:cNvPr id="26" name="Text 23"/>
          <p:cNvSpPr txBox="1"/>
          <p:nvPr/>
        </p:nvSpPr>
        <p:spPr>
          <a:xfrm>
            <a:off x="8337550" y="44640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/>
          </a:p>
        </p:txBody>
      </p:sp>
      <p:sp>
        <p:nvSpPr>
          <p:cNvPr id="27" name="Shape 2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CORE CODE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TRACE() AND CHECK(S)</a:t>
            </a:r>
            <a:endParaRPr lang="en-US" sz="390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4946650" cy="3975100"/>
          </a:xfrm>
          <a:prstGeom prst="roundRect">
            <a:avLst>
              <a:gd name="adj" fmla="val 127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5070856" cy="3688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record the row at each R step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 trace(char p[], int y[]){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row = 0, col = 1;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0; i &lt; 2 * n; i ++){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(p[i] == 'D')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row ++;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else{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y[col] = row;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col ++;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}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6013450" y="1903016"/>
            <a:ext cx="5365750" cy="3975100"/>
          </a:xfrm>
          <a:prstGeom prst="roundRect">
            <a:avLst>
              <a:gd name="adj" fmla="val 127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6223000" y="2061766"/>
            <a:ext cx="5540248" cy="2773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 check(int s){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x = 1; x + s - 1 &lt;= n; x ++)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(ya[x] - yb[x + s - 1] &gt;= s)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return true;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false;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largest s that fits: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"last value that passes" → r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SCORING ROUTE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SUBTASKS AND COMMON MISTAKES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ladder</a:t>
            </a:r>
            <a:endParaRPr lang="en-US" sz="2550"/>
          </a:p>
        </p:txBody>
      </p:sp>
      <p:sp>
        <p:nvSpPr>
          <p:cNvPr id="5" name="Text 3"/>
          <p:cNvSpPr txBox="1"/>
          <p:nvPr/>
        </p:nvSpPr>
        <p:spPr>
          <a:xfrm>
            <a:off x="8128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goes all the way down first: ya is all N, only the top matters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10, N ≤ 1000: brute force / 2D prefix sums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Full: binary search on s</a:t>
            </a:r>
            <a:endParaRPr lang="en-US" sz="2100"/>
          </a:p>
        </p:txBody>
      </p:sp>
      <p:sp>
        <p:nvSpPr>
          <p:cNvPr id="6" name="Text 4"/>
          <p:cNvSpPr txBox="1"/>
          <p:nvPr/>
        </p:nvSpPr>
        <p:spPr>
          <a:xfrm>
            <a:off x="62992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2550"/>
          </a:p>
        </p:txBody>
      </p:sp>
      <p:sp>
        <p:nvSpPr>
          <p:cNvPr id="7" name="Text 5"/>
          <p:cNvSpPr txBox="1"/>
          <p:nvPr/>
        </p:nvSpPr>
        <p:spPr>
          <a:xfrm>
            <a:off x="62992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Swapping which cut is the upper boundary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top and bottom in the same column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Printing l instead of r</a:t>
            </a:r>
            <a:endParaRPr lang="en-US" sz="21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COMPLEXITY RECAP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O(N³) TO O(N LOG N)</a:t>
            </a:r>
            <a:endParaRPr lang="en-US" sz="390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5494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Brute force: every corner, every size, 2D prefix sums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O(N³)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× 10¹⁵ ✗ (the grid does not even fit)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Staircase arrays yb, ya; try every s with an O(N) check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O(N²)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× 10¹⁰ 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Binary Search on s</a:t>
                      </a: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(fits is monotone)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 log N)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3.6 × 10⁶ 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Optional: one forward-moving pointer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× 10⁵ 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85576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turns "try all N sizes" into about 18 checks, because "an s × s square fits" is monotone in s.</a:t>
            </a:r>
            <a:endParaRPr lang="en-US" sz="225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78375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AIO PROBLEM 5</a:t>
            </a:r>
            <a:endParaRPr lang="en-US" sz="1950"/>
          </a:p>
        </p:txBody>
      </p:sp>
      <p:sp>
        <p:nvSpPr>
          <p:cNvPr id="4" name="Text 1"/>
          <p:cNvSpPr txBox="1"/>
          <p:nvPr/>
        </p:nvSpPr>
        <p:spPr>
          <a:xfrm>
            <a:off x="812800" y="2291755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</a:t>
            </a:r>
            <a:endParaRPr lang="en-US" sz="6600"/>
          </a:p>
        </p:txBody>
      </p:sp>
      <p:sp>
        <p:nvSpPr>
          <p:cNvPr id="5" name="Text 2"/>
          <p:cNvSpPr txBox="1"/>
          <p:nvPr/>
        </p:nvSpPr>
        <p:spPr>
          <a:xfrm>
            <a:off x="812800" y="344229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array is not monotone. Make one that is.</a:t>
            </a:r>
            <a:endParaRPr lang="en-US" sz="2550"/>
          </a:p>
        </p:txBody>
      </p:sp>
      <p:sp>
        <p:nvSpPr>
          <p:cNvPr id="6" name="Shape 3"/>
          <p:cNvSpPr/>
          <p:nvPr/>
        </p:nvSpPr>
        <p:spPr>
          <a:xfrm>
            <a:off x="812800" y="4045545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045545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/>
          </a:p>
        </p:txBody>
      </p:sp>
      <p:sp>
        <p:nvSpPr>
          <p:cNvPr id="8" name="Shape 5"/>
          <p:cNvSpPr/>
          <p:nvPr/>
        </p:nvSpPr>
        <p:spPr>
          <a:xfrm>
            <a:off x="3866158" y="4045545"/>
            <a:ext cx="4257873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045545"/>
            <a:ext cx="425787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 (prefix min)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812800" y="461704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61704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/>
          </a:p>
        </p:txBody>
      </p:sp>
      <p:sp>
        <p:nvSpPr>
          <p:cNvPr id="12" name="Shape 9"/>
          <p:cNvSpPr/>
          <p:nvPr/>
        </p:nvSpPr>
        <p:spPr>
          <a:xfrm>
            <a:off x="2798961" y="4617045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798961" y="4617045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portal on day i costs C[i] fuel. Pick a launch day i and a return day j (i &lt; j) with C[i] + C[j] ≤ F.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Maximise the number of days j − i + 1. Print −1 if impossible.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100 000, F, C[i] ≤ 10⁹</a:t>
            </a:r>
            <a:endParaRPr lang="en-US" sz="2100"/>
          </a:p>
        </p:txBody>
      </p:sp>
      <p:sp>
        <p:nvSpPr>
          <p:cNvPr id="7" name="Text 5"/>
          <p:cNvSpPr txBox="1"/>
          <p:nvPr/>
        </p:nvSpPr>
        <p:spPr>
          <a:xfrm>
            <a:off x="812800" y="4044057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force: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pair (i, j), O(N²). Subtask 1 only.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KEY OBSERVATION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MONOTONE QUESTION INSTEAD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j. We want the leftmost i with C[i] ≤ need = F − C[j]. C itself has no order, so we cannot binary search it.</a:t>
            </a:r>
            <a:endParaRPr lang="en-US" sz="225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"some day among the first t costs ≤ need" can only switch from no to yes as t grows. It is the same as:</a:t>
            </a:r>
            <a:endParaRPr lang="en-US" sz="2250"/>
          </a:p>
        </p:txBody>
      </p:sp>
      <p:sp>
        <p:nvSpPr>
          <p:cNvPr id="6" name="Shape 4"/>
          <p:cNvSpPr/>
          <p:nvPr/>
        </p:nvSpPr>
        <p:spPr>
          <a:xfrm>
            <a:off x="812800" y="3954066"/>
            <a:ext cx="11200384" cy="641350"/>
          </a:xfrm>
          <a:prstGeom prst="roundRect">
            <a:avLst>
              <a:gd name="adj" fmla="val 7921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16000" y="4055666"/>
            <a:ext cx="10793984" cy="48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pm[t] ≤ need,　where pm[t] = min(C[1..t])</a:t>
            </a:r>
            <a:endParaRPr lang="en-US" sz="2550"/>
          </a:p>
        </p:txBody>
      </p:sp>
      <p:sp>
        <p:nvSpPr>
          <p:cNvPr id="8" name="Text 6"/>
          <p:cNvSpPr txBox="1"/>
          <p:nvPr/>
        </p:nvSpPr>
        <p:spPr>
          <a:xfrm>
            <a:off x="812800" y="47351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never increases, so t = 1 … j−1 gives </a:t>
            </a:r>
            <a:r>
              <a:rPr lang="en-US" sz="2250" b="1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for the first ✓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WORK IT BY HAND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2: F = 14</a:t>
            </a:r>
            <a:endParaRPr lang="en-US" sz="390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83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i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C[i]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pm[i]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3484166"/>
            <a:ext cx="11200384" cy="1671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6: need = ___ → first i = ___ → days = ___</a:t>
            </a:r>
            <a:endParaRPr lang="en-US" sz="2250"/>
          </a:p>
          <a:p>
            <a:pPr marL="0" indent="0" algn="l">
              <a:lnSpc>
                <a:spcPts val="42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7: need = ___ → first i = ___ → days = ___</a:t>
            </a:r>
            <a:endParaRPr lang="en-US" sz="2250"/>
          </a:p>
          <a:p>
            <a:pPr marL="0" indent="0" algn="l">
              <a:lnSpc>
                <a:spcPts val="42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4: need = ____ → _____      Answer = ___</a:t>
            </a:r>
            <a:endParaRPr lang="en-US" sz="2250"/>
          </a:p>
        </p:txBody>
      </p:sp>
      <p:sp>
        <p:nvSpPr>
          <p:cNvPr id="6" name="Text 3"/>
          <p:cNvSpPr txBox="1"/>
          <p:nvPr/>
        </p:nvSpPr>
        <p:spPr>
          <a:xfrm>
            <a:off x="2501900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400"/>
          </a:p>
        </p:txBody>
      </p:sp>
      <p:sp>
        <p:nvSpPr>
          <p:cNvPr id="7" name="Text 4"/>
          <p:cNvSpPr txBox="1"/>
          <p:nvPr/>
        </p:nvSpPr>
        <p:spPr>
          <a:xfrm>
            <a:off x="3771900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/>
          </a:p>
        </p:txBody>
      </p:sp>
      <p:sp>
        <p:nvSpPr>
          <p:cNvPr id="8" name="Text 5"/>
          <p:cNvSpPr txBox="1"/>
          <p:nvPr/>
        </p:nvSpPr>
        <p:spPr>
          <a:xfrm>
            <a:off x="5041900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/>
          </a:p>
        </p:txBody>
      </p:sp>
      <p:sp>
        <p:nvSpPr>
          <p:cNvPr id="9" name="Text 6"/>
          <p:cNvSpPr txBox="1"/>
          <p:nvPr/>
        </p:nvSpPr>
        <p:spPr>
          <a:xfrm>
            <a:off x="6305550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/>
          </a:p>
        </p:txBody>
      </p:sp>
      <p:sp>
        <p:nvSpPr>
          <p:cNvPr id="10" name="Text 7"/>
          <p:cNvSpPr txBox="1"/>
          <p:nvPr/>
        </p:nvSpPr>
        <p:spPr>
          <a:xfrm>
            <a:off x="7575550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/>
          </a:p>
        </p:txBody>
      </p:sp>
      <p:sp>
        <p:nvSpPr>
          <p:cNvPr id="11" name="Text 8"/>
          <p:cNvSpPr txBox="1"/>
          <p:nvPr/>
        </p:nvSpPr>
        <p:spPr>
          <a:xfrm>
            <a:off x="8845550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/>
          </a:p>
        </p:txBody>
      </p:sp>
      <p:sp>
        <p:nvSpPr>
          <p:cNvPr id="12" name="Text 9"/>
          <p:cNvSpPr txBox="1"/>
          <p:nvPr/>
        </p:nvSpPr>
        <p:spPr>
          <a:xfrm>
            <a:off x="10109200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/>
          </a:p>
        </p:txBody>
      </p:sp>
      <p:sp>
        <p:nvSpPr>
          <p:cNvPr id="13" name="Text 10"/>
          <p:cNvSpPr txBox="1"/>
          <p:nvPr/>
        </p:nvSpPr>
        <p:spPr>
          <a:xfrm>
            <a:off x="2330450" y="344170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50"/>
          </a:p>
        </p:txBody>
      </p:sp>
      <p:sp>
        <p:nvSpPr>
          <p:cNvPr id="14" name="Text 11"/>
          <p:cNvSpPr txBox="1"/>
          <p:nvPr/>
        </p:nvSpPr>
        <p:spPr>
          <a:xfrm>
            <a:off x="4178300" y="344170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/>
          </a:p>
        </p:txBody>
      </p:sp>
      <p:sp>
        <p:nvSpPr>
          <p:cNvPr id="15" name="Text 12"/>
          <p:cNvSpPr txBox="1"/>
          <p:nvPr/>
        </p:nvSpPr>
        <p:spPr>
          <a:xfrm>
            <a:off x="6026150" y="344170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/>
          </a:p>
        </p:txBody>
      </p:sp>
      <p:sp>
        <p:nvSpPr>
          <p:cNvPr id="16" name="Text 13"/>
          <p:cNvSpPr txBox="1"/>
          <p:nvPr/>
        </p:nvSpPr>
        <p:spPr>
          <a:xfrm>
            <a:off x="2330450" y="39814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/>
          </a:p>
        </p:txBody>
      </p:sp>
      <p:sp>
        <p:nvSpPr>
          <p:cNvPr id="17" name="Text 14"/>
          <p:cNvSpPr txBox="1"/>
          <p:nvPr/>
        </p:nvSpPr>
        <p:spPr>
          <a:xfrm>
            <a:off x="4178300" y="39814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/>
          </a:p>
        </p:txBody>
      </p:sp>
      <p:sp>
        <p:nvSpPr>
          <p:cNvPr id="18" name="Text 15"/>
          <p:cNvSpPr txBox="1"/>
          <p:nvPr/>
        </p:nvSpPr>
        <p:spPr>
          <a:xfrm>
            <a:off x="6026150" y="39814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/>
          </a:p>
        </p:txBody>
      </p:sp>
      <p:sp>
        <p:nvSpPr>
          <p:cNvPr id="19" name="Text 16"/>
          <p:cNvSpPr txBox="1"/>
          <p:nvPr/>
        </p:nvSpPr>
        <p:spPr>
          <a:xfrm>
            <a:off x="2330450" y="4527550"/>
            <a:ext cx="93980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2250"/>
          </a:p>
        </p:txBody>
      </p:sp>
      <p:sp>
        <p:nvSpPr>
          <p:cNvPr id="4" name="Text 17"/>
          <p:cNvSpPr txBox="1"/>
          <p:nvPr/>
        </p:nvSpPr>
        <p:spPr>
          <a:xfrm>
            <a:off x="3409950" y="4527550"/>
            <a:ext cx="10985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2250"/>
          </a:p>
        </p:txBody>
      </p:sp>
      <p:sp>
        <p:nvSpPr>
          <p:cNvPr id="21" name="Text 18"/>
          <p:cNvSpPr txBox="1"/>
          <p:nvPr/>
        </p:nvSpPr>
        <p:spPr>
          <a:xfrm>
            <a:off x="5956300" y="45275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/>
          </a:p>
        </p:txBody>
      </p:sp>
      <p:sp>
        <p:nvSpPr>
          <p:cNvPr id="22" name="Shape 1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CORE CODE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98"/>
              </a:lnSpc>
              <a:buNone/>
            </a:pPr>
            <a:r>
              <a:rPr lang="en-US" sz="36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MINIMUM, THEN ONE SEARCH PER J</a:t>
            </a:r>
            <a:endParaRPr lang="en-US" sz="3650"/>
          </a:p>
        </p:txBody>
      </p:sp>
      <p:sp>
        <p:nvSpPr>
          <p:cNvPr id="4" name="Shape 2"/>
          <p:cNvSpPr/>
          <p:nvPr/>
        </p:nvSpPr>
        <p:spPr>
          <a:xfrm>
            <a:off x="812800" y="1866503"/>
            <a:ext cx="10318750" cy="4441627"/>
          </a:xfrm>
          <a:prstGeom prst="roundRect">
            <a:avLst>
              <a:gd name="adj" fmla="val 1144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47750" y="2025253"/>
            <a:ext cx="11017250" cy="4154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pm[1] = c[1];</a:t>
            </a:r>
            <a:endParaRPr lang="en-US" sz="160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2; i &lt;= n; i ++)</a:t>
            </a:r>
            <a:endParaRPr lang="en-US" sz="160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pm[i] = min(pm[i-1], c[i]);</a:t>
            </a:r>
            <a:endParaRPr lang="en-US" sz="160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j = 2; j &lt;= n; j ++){</a:t>
            </a:r>
            <a:endParaRPr lang="en-US" sz="160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need = F - c[j];</a:t>
            </a:r>
            <a:endParaRPr lang="en-US" sz="160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l = 1, r = j - 1;   </a:t>
            </a:r>
            <a:r>
              <a:rPr lang="en-US" sz="160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first i with pm[i] &lt;= need → l</a:t>
            </a:r>
            <a:endParaRPr lang="en-US" sz="160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while (l &lt;= r){</a:t>
            </a:r>
            <a:endParaRPr lang="en-US" sz="160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int mid = (l + r) / 2;</a:t>
            </a:r>
            <a:endParaRPr lang="en-US" sz="160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(pm[mid] &lt;= need) r = mid - 1;</a:t>
            </a:r>
            <a:endParaRPr lang="en-US" sz="160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 l = mid + 1;</a:t>
            </a:r>
            <a:endParaRPr lang="en-US" sz="160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60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(l &lt;= j - 1) ans = max(ans, j - l + 1);</a:t>
            </a:r>
            <a:endParaRPr lang="en-US" sz="160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PAIR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USE BINARY SEARCH</a:t>
            </a:r>
            <a:endParaRPr lang="en-US" sz="390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2127250"/>
        </p:xfrm>
        <a:graphic>
          <a:graphicData uri="http://schemas.openxmlformats.org/drawingml/2006/table">
            <a:tbl>
              <a:tblPr/>
              <a:tblGrid>
                <a:gridCol w="2747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9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9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 (P5)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 (P6)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over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index in the array pm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answer (square side)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 because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built it (prefix min)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problem gave it (staircase)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many searches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per j: N searches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search, O(N) check each step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COMPLEXITY RECAP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O(N²) TO O(N LOG N)</a:t>
            </a:r>
            <a:endParaRPr lang="en-US" sz="390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5494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Brute force: every pair (i, j)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O(N²)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10¹⁰ 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minimum pm + Binary Search</a:t>
                      </a: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for each j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 log N)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1.7 × 10⁶ 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Optional: Two Pointers on pm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10⁵ 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10646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has no order, so we built one: pm never increases. Then each j needs about 17 checks instead of j.</a:t>
            </a:r>
            <a:endParaRPr lang="en-US" sz="225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1834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AIO PROBLEM 6</a:t>
            </a:r>
            <a:endParaRPr lang="en-US" sz="1950"/>
          </a:p>
        </p:txBody>
      </p:sp>
      <p:sp>
        <p:nvSpPr>
          <p:cNvPr id="4" name="Text 1"/>
          <p:cNvSpPr txBox="1"/>
          <p:nvPr/>
        </p:nvSpPr>
        <p:spPr>
          <a:xfrm>
            <a:off x="812800" y="2026345"/>
            <a:ext cx="7740650" cy="155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52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LOLLIPOPS, SWEETS AND CHOCOLATES II</a:t>
            </a:r>
            <a:endParaRPr lang="en-US" sz="5200"/>
          </a:p>
        </p:txBody>
      </p:sp>
      <p:sp>
        <p:nvSpPr>
          <p:cNvPr id="5" name="Text 2"/>
          <p:cNvSpPr txBox="1"/>
          <p:nvPr/>
        </p:nvSpPr>
        <p:spPr>
          <a:xfrm>
            <a:off x="812800" y="370770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condition is not monotone. Its sum is.</a:t>
            </a:r>
            <a:endParaRPr lang="en-US" sz="2550"/>
          </a:p>
        </p:txBody>
      </p:sp>
      <p:sp>
        <p:nvSpPr>
          <p:cNvPr id="6" name="Shape 3"/>
          <p:cNvSpPr/>
          <p:nvPr/>
        </p:nvSpPr>
        <p:spPr>
          <a:xfrm>
            <a:off x="812800" y="4310955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310955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/>
          </a:p>
        </p:txBody>
      </p:sp>
      <p:sp>
        <p:nvSpPr>
          <p:cNvPr id="8" name="Shape 5"/>
          <p:cNvSpPr/>
          <p:nvPr/>
        </p:nvSpPr>
        <p:spPr>
          <a:xfrm>
            <a:off x="3866158" y="4310955"/>
            <a:ext cx="3111500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310955"/>
            <a:ext cx="311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812800" y="4882455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882455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/>
          </a:p>
        </p:txBody>
      </p:sp>
      <p:sp>
        <p:nvSpPr>
          <p:cNvPr id="12" name="Shape 9"/>
          <p:cNvSpPr/>
          <p:nvPr/>
        </p:nvSpPr>
        <p:spPr>
          <a:xfrm>
            <a:off x="2561530" y="4882455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561530" y="4882455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shops and M houses on a line. For a radius R, each house counts the shops within distance R.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given the M counts </a:t>
            </a: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sorted order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matched to houses. Find any R (0 ≤ R ≤ L) that produces exactly these counts, or −1.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601325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N, M ≤ 100 000, L ≤ 10⁹</a:t>
            </a:r>
            <a:endParaRPr lang="en-US" sz="2100"/>
          </a:p>
        </p:txBody>
      </p:sp>
      <p:sp>
        <p:nvSpPr>
          <p:cNvPr id="7" name="Text 5"/>
          <p:cNvSpPr txBox="1"/>
          <p:nvPr/>
        </p:nvSpPr>
        <p:spPr>
          <a:xfrm>
            <a:off x="812800" y="4516438"/>
            <a:ext cx="10601325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 compare </a:t>
            </a: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multisets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sort our counts and compare with s.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QUESTION 1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VALUES OF R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every R from 0 to L: count, sort, compare. O(L · M log M), and L is 10⁹.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binary search R? Only if something is monotone in R.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12800" y="3127177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0, 1, 2, …: </a:t>
            </a:r>
            <a:r>
              <a:rPr lang="en-US" sz="2400" b="1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A ✗ at mid could be left </a:t>
            </a:r>
            <a:r>
              <a:rPr lang="en-US" sz="2400" i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of the ✓ block.</a:t>
            </a:r>
            <a:endParaRPr lang="en-US" sz="2400"/>
          </a:p>
        </p:txBody>
      </p:sp>
      <p:sp>
        <p:nvSpPr>
          <p:cNvPr id="7" name="Text 5"/>
          <p:cNvSpPr txBox="1"/>
          <p:nvPr/>
        </p:nvSpPr>
        <p:spPr>
          <a:xfrm>
            <a:off x="812800" y="4211638"/>
            <a:ext cx="11106150" cy="105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3"/>
              </a:lnSpc>
              <a:buNone/>
            </a:pPr>
            <a:r>
              <a:rPr lang="en-US" sz="25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"Sorted counts equal s" is not monotone. You cannot binary search it directly.</a:t>
            </a:r>
            <a:endParaRPr lang="en-US" sz="255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KEY OBSERVATIONS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MONOTONE QUANTITY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house's count never decreases as R grows.</a:t>
            </a:r>
            <a:endParaRPr lang="en-US" sz="2250"/>
          </a:p>
        </p:txBody>
      </p:sp>
      <p:sp>
        <p:nvSpPr>
          <p:cNvPr id="5" name="Text 3"/>
          <p:cNvSpPr txBox="1"/>
          <p:nvPr/>
        </p:nvSpPr>
        <p:spPr>
          <a:xfrm>
            <a:off x="812800" y="2422128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the sorted vector v(R) never decreases in any position.</a:t>
            </a:r>
            <a:endParaRPr lang="en-US" sz="2250"/>
          </a:p>
        </p:txBody>
      </p:sp>
      <p:sp>
        <p:nvSpPr>
          <p:cNvPr id="6" name="Text 4"/>
          <p:cNvSpPr txBox="1"/>
          <p:nvPr/>
        </p:nvSpPr>
        <p:spPr>
          <a:xfrm>
            <a:off x="812800" y="2992041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Let S = sum of s. If two radii both give sum S, every position must be equal: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radii with sum S give the same vector.</a:t>
            </a:r>
            <a:endParaRPr lang="en-US" sz="2250"/>
          </a:p>
        </p:txBody>
      </p:sp>
      <p:sp>
        <p:nvSpPr>
          <p:cNvPr id="7" name="Shape 5"/>
          <p:cNvSpPr/>
          <p:nvPr/>
        </p:nvSpPr>
        <p:spPr>
          <a:xfrm>
            <a:off x="812800" y="4004866"/>
            <a:ext cx="11200384" cy="895350"/>
          </a:xfrm>
          <a:prstGeom prst="roundRect">
            <a:avLst>
              <a:gd name="adj" fmla="val 5674"/>
            </a:avLst>
          </a:prstGeom>
          <a:solidFill>
            <a:srgbClr val="F6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90600" y="4081066"/>
            <a:ext cx="10844784" cy="780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 b="1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 for 3:</a:t>
            </a:r>
            <a:r>
              <a:rPr lang="en-US" sz="19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R₁ &lt; R₂ with the same sum S. By 2, every difference v(R₂)[k] − v(R₁)[k] is ≥ 0. The differences add up to S − S = 0. What must each one be?</a:t>
            </a:r>
            <a:endParaRPr lang="en-US" sz="1950"/>
          </a:p>
        </p:txBody>
      </p:sp>
      <p:sp>
        <p:nvSpPr>
          <p:cNvPr id="9" name="Shape 7"/>
          <p:cNvSpPr/>
          <p:nvPr/>
        </p:nvSpPr>
        <p:spPr>
          <a:xfrm>
            <a:off x="812800" y="5027216"/>
            <a:ext cx="11200384" cy="958850"/>
          </a:xfrm>
          <a:prstGeom prst="roundRect">
            <a:avLst>
              <a:gd name="adj" fmla="val 5298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016000" y="5128816"/>
            <a:ext cx="10793984" cy="801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sum(v(R)) ≥ S?　</a:t>
            </a:r>
            <a:r>
              <a:rPr lang="en-US" sz="2400" b="1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binary search the first ✓, then compare once.</a:t>
            </a:r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WHY ONE CHECK IS ENOUGH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THAT R FAILS, EVERY R FAILS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at the smallest R is already &gt; S: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bigger R give sums &gt; S, smaller R give sums &lt; S. No R reaches exactly S.</a:t>
            </a:r>
            <a:endParaRPr lang="en-US" sz="225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is S but the vector differs: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observation 3 every R with sum S has this same vector. All fail.</a:t>
            </a:r>
            <a:endParaRPr lang="en-US" sz="2250"/>
          </a:p>
        </p:txBody>
      </p:sp>
      <p:sp>
        <p:nvSpPr>
          <p:cNvPr id="6" name="Text 4"/>
          <p:cNvSpPr txBox="1"/>
          <p:nvPr/>
        </p:nvSpPr>
        <p:spPr>
          <a:xfrm>
            <a:off x="812800" y="395406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check first: if even R = L gives a sum below S, print −1.</a:t>
            </a:r>
            <a:endParaRPr lang="en-US" sz="225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COUNTING FAST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 FOR EVERY COUNT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79216"/>
            <a:ext cx="6753296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Houses go left to right, so the window [h − R, h + R] slides right. Both pointers only move forward: at most N steps in total → O(N + M) per R.</a:t>
            </a:r>
            <a:endParaRPr lang="en-US" sz="1950"/>
          </a:p>
        </p:txBody>
      </p:sp>
      <p:sp>
        <p:nvSpPr>
          <p:cNvPr id="5" name="Shape 3"/>
          <p:cNvSpPr/>
          <p:nvPr/>
        </p:nvSpPr>
        <p:spPr>
          <a:xfrm>
            <a:off x="7437834" y="1903016"/>
            <a:ext cx="4177848" cy="1266825"/>
          </a:xfrm>
          <a:prstGeom prst="roundRect">
            <a:avLst>
              <a:gd name="adj" fmla="val 4010"/>
            </a:avLst>
          </a:prstGeom>
          <a:solidFill>
            <a:srgbClr val="FF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15634" y="1979216"/>
            <a:ext cx="3822248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= first index with sh[hi] &gt; h + R</a:t>
            </a:r>
            <a:endParaRPr lang="en-US" sz="1950"/>
          </a:p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= first index with sh[lo] ≥ h − R</a:t>
            </a:r>
            <a:endParaRPr lang="en-US" sz="1950"/>
          </a:p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= hi − lo</a:t>
            </a:r>
            <a:endParaRPr lang="en-US" sz="1950"/>
          </a:p>
        </p:txBody>
      </p:sp>
      <p:pic>
        <p:nvPicPr>
          <p:cNvPr id="7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pic>
        <p:nvPicPr>
          <p:cNvPr id="8" name="Image 1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COUNTING FAST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 FOR EVERY COUNT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79216"/>
            <a:ext cx="6753296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Houses go left to right, so the window [h − R, h + R] slides right. Both pointers only move forward: at most N steps in total → O(N + M) per R.</a:t>
            </a:r>
            <a:endParaRPr lang="en-US" sz="1950"/>
          </a:p>
        </p:txBody>
      </p:sp>
      <p:sp>
        <p:nvSpPr>
          <p:cNvPr id="5" name="Shape 3"/>
          <p:cNvSpPr/>
          <p:nvPr/>
        </p:nvSpPr>
        <p:spPr>
          <a:xfrm>
            <a:off x="7437834" y="1903016"/>
            <a:ext cx="4177848" cy="1266825"/>
          </a:xfrm>
          <a:prstGeom prst="roundRect">
            <a:avLst>
              <a:gd name="adj" fmla="val 4010"/>
            </a:avLst>
          </a:prstGeom>
          <a:solidFill>
            <a:srgbClr val="FF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15634" y="1979216"/>
            <a:ext cx="3822248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= first index with sh[hi] &gt; h + R</a:t>
            </a:r>
            <a:endParaRPr lang="en-US" sz="1950"/>
          </a:p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= first index with sh[lo] ≥ h − R</a:t>
            </a:r>
            <a:endParaRPr lang="en-US" sz="1950"/>
          </a:p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= hi − lo</a:t>
            </a:r>
            <a:endParaRPr lang="en-US" sz="1950"/>
          </a:p>
        </p:txBody>
      </p:sp>
      <p:pic>
        <p:nvPicPr>
          <p:cNvPr id="7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pic>
        <p:nvPicPr>
          <p:cNvPr id="8" name="Image 1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COUNTING FAST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 FOR EVERY COUNT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79216"/>
            <a:ext cx="6753296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Houses go left to right, so the window [h − R, h + R] slides right. Both pointers only move forward: at most N steps in total → O(N + M) per R.</a:t>
            </a:r>
            <a:endParaRPr lang="en-US" sz="1950"/>
          </a:p>
        </p:txBody>
      </p:sp>
      <p:sp>
        <p:nvSpPr>
          <p:cNvPr id="5" name="Shape 3"/>
          <p:cNvSpPr/>
          <p:nvPr/>
        </p:nvSpPr>
        <p:spPr>
          <a:xfrm>
            <a:off x="7437834" y="1903016"/>
            <a:ext cx="4177848" cy="1266825"/>
          </a:xfrm>
          <a:prstGeom prst="roundRect">
            <a:avLst>
              <a:gd name="adj" fmla="val 4010"/>
            </a:avLst>
          </a:prstGeom>
          <a:solidFill>
            <a:srgbClr val="FF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15634" y="1979216"/>
            <a:ext cx="3822248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= first index with sh[hi] &gt; h + R</a:t>
            </a:r>
            <a:endParaRPr lang="en-US" sz="1950"/>
          </a:p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= first index with sh[lo] ≥ h − R</a:t>
            </a:r>
            <a:endParaRPr lang="en-US" sz="1950"/>
          </a:p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= hi − lo</a:t>
            </a:r>
            <a:endParaRPr lang="en-US" sz="1950"/>
          </a:p>
        </p:txBody>
      </p:sp>
      <p:pic>
        <p:nvPicPr>
          <p:cNvPr id="7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pic>
        <p:nvPicPr>
          <p:cNvPr id="8" name="Image 1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COUNTING FAST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 FOR EVERY COUNT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79216"/>
            <a:ext cx="6753296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Houses go left to right, so the window [h − R, h + R] slides right. Both pointers only move forward: at most N steps in total → O(N + M) per R.</a:t>
            </a:r>
            <a:endParaRPr lang="en-US" sz="1950"/>
          </a:p>
        </p:txBody>
      </p:sp>
      <p:sp>
        <p:nvSpPr>
          <p:cNvPr id="5" name="Shape 3"/>
          <p:cNvSpPr/>
          <p:nvPr/>
        </p:nvSpPr>
        <p:spPr>
          <a:xfrm>
            <a:off x="7437834" y="1903016"/>
            <a:ext cx="4177848" cy="1266825"/>
          </a:xfrm>
          <a:prstGeom prst="roundRect">
            <a:avLst>
              <a:gd name="adj" fmla="val 4010"/>
            </a:avLst>
          </a:prstGeom>
          <a:solidFill>
            <a:srgbClr val="FF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15634" y="1979216"/>
            <a:ext cx="3822248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= first index with sh[hi] &gt; h + R</a:t>
            </a:r>
            <a:endParaRPr lang="en-US" sz="1950"/>
          </a:p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= first index with sh[lo] ≥ h − R</a:t>
            </a:r>
            <a:endParaRPr lang="en-US" sz="1950"/>
          </a:p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= hi − lo</a:t>
            </a:r>
            <a:endParaRPr lang="en-US" sz="1950"/>
          </a:p>
        </p:txBody>
      </p:sp>
      <p:pic>
        <p:nvPicPr>
          <p:cNvPr id="7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pic>
        <p:nvPicPr>
          <p:cNvPr id="8" name="Image 1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COUNTING FAST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 FOR EVERY COUNT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79216"/>
            <a:ext cx="6753296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Houses go left to right, so the window [h − R, h + R] slides right. Both pointers only move forward: at most N steps in total → O(N + M) per R.</a:t>
            </a:r>
            <a:endParaRPr lang="en-US" sz="1950"/>
          </a:p>
        </p:txBody>
      </p:sp>
      <p:sp>
        <p:nvSpPr>
          <p:cNvPr id="5" name="Shape 3"/>
          <p:cNvSpPr/>
          <p:nvPr/>
        </p:nvSpPr>
        <p:spPr>
          <a:xfrm>
            <a:off x="7437834" y="1903016"/>
            <a:ext cx="4177848" cy="1266825"/>
          </a:xfrm>
          <a:prstGeom prst="roundRect">
            <a:avLst>
              <a:gd name="adj" fmla="val 4010"/>
            </a:avLst>
          </a:prstGeom>
          <a:solidFill>
            <a:srgbClr val="FF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15634" y="1979216"/>
            <a:ext cx="3822248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= first index with sh[hi] &gt; h + R</a:t>
            </a:r>
            <a:endParaRPr lang="en-US" sz="1950"/>
          </a:p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= first index with sh[lo] ≥ h − R</a:t>
            </a:r>
            <a:endParaRPr lang="en-US" sz="1950"/>
          </a:p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= hi − lo</a:t>
            </a:r>
            <a:endParaRPr lang="en-US" sz="1950"/>
          </a:p>
        </p:txBody>
      </p:sp>
      <p:pic>
        <p:nvPicPr>
          <p:cNvPr id="7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pic>
        <p:nvPicPr>
          <p:cNvPr id="8" name="Image 1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COUNTING FAST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 FOR EVERY COUNT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79216"/>
            <a:ext cx="6753296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Houses go left to right, so the window [h − R, h + R] slides right. Both pointers only move forward: at most N steps in total → O(N + M) per R.</a:t>
            </a:r>
            <a:endParaRPr lang="en-US" sz="1950"/>
          </a:p>
        </p:txBody>
      </p:sp>
      <p:sp>
        <p:nvSpPr>
          <p:cNvPr id="5" name="Shape 3"/>
          <p:cNvSpPr/>
          <p:nvPr/>
        </p:nvSpPr>
        <p:spPr>
          <a:xfrm>
            <a:off x="7437834" y="1903016"/>
            <a:ext cx="4177848" cy="1266825"/>
          </a:xfrm>
          <a:prstGeom prst="roundRect">
            <a:avLst>
              <a:gd name="adj" fmla="val 4010"/>
            </a:avLst>
          </a:prstGeom>
          <a:solidFill>
            <a:srgbClr val="FF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15634" y="1979216"/>
            <a:ext cx="3822248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= first index with sh[hi] &gt; h + R</a:t>
            </a:r>
            <a:endParaRPr lang="en-US" sz="1950"/>
          </a:p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= first index with sh[lo] ≥ h − R</a:t>
            </a:r>
            <a:endParaRPr lang="en-US" sz="1950"/>
          </a:p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= hi − lo</a:t>
            </a:r>
            <a:endParaRPr lang="en-US" sz="1950"/>
          </a:p>
        </p:txBody>
      </p:sp>
      <p:pic>
        <p:nvPicPr>
          <p:cNvPr id="7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pic>
        <p:nvPicPr>
          <p:cNvPr id="8" name="Image 1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365500"/>
            <a:ext cx="10566400" cy="2857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WORK IT BY HAND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1: S = 10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Shops 1 5 8 9　Houses 3 6 8 10 14　s = 0 2 2 3 3</a:t>
            </a:r>
            <a:endParaRPr lang="en-US" sz="225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400" cy="914400"/>
        </p:xfrm>
        <a:graphic>
          <a:graphicData uri="http://schemas.openxmlformats.org/drawingml/2006/table">
            <a:tbl>
              <a:tblPr/>
              <a:tblGrid>
                <a:gridCol w="1056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3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6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8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10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14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3985816"/>
            <a:ext cx="1120038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R with sum ≥ 10: ___   Sorted counts = s? ____   Answer: ___</a:t>
            </a:r>
            <a:endParaRPr lang="en-US" sz="2250"/>
          </a:p>
        </p:txBody>
      </p:sp>
      <p:sp>
        <p:nvSpPr>
          <p:cNvPr id="7" name="Text 4"/>
          <p:cNvSpPr txBox="1"/>
          <p:nvPr/>
        </p:nvSpPr>
        <p:spPr>
          <a:xfrm>
            <a:off x="186690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/>
          </a:p>
        </p:txBody>
      </p:sp>
      <p:sp>
        <p:nvSpPr>
          <p:cNvPr id="8" name="Text 5"/>
          <p:cNvSpPr txBox="1"/>
          <p:nvPr/>
        </p:nvSpPr>
        <p:spPr>
          <a:xfrm>
            <a:off x="345440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/>
          </a:p>
        </p:txBody>
      </p:sp>
      <p:sp>
        <p:nvSpPr>
          <p:cNvPr id="9" name="Text 6"/>
          <p:cNvSpPr txBox="1"/>
          <p:nvPr/>
        </p:nvSpPr>
        <p:spPr>
          <a:xfrm>
            <a:off x="504190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/>
          </a:p>
        </p:txBody>
      </p:sp>
      <p:sp>
        <p:nvSpPr>
          <p:cNvPr id="10" name="Text 7"/>
          <p:cNvSpPr txBox="1"/>
          <p:nvPr/>
        </p:nvSpPr>
        <p:spPr>
          <a:xfrm>
            <a:off x="662305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/>
          </a:p>
        </p:txBody>
      </p:sp>
      <p:sp>
        <p:nvSpPr>
          <p:cNvPr id="11" name="Text 8"/>
          <p:cNvSpPr txBox="1"/>
          <p:nvPr/>
        </p:nvSpPr>
        <p:spPr>
          <a:xfrm>
            <a:off x="821055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/>
          </a:p>
        </p:txBody>
      </p:sp>
      <p:sp>
        <p:nvSpPr>
          <p:cNvPr id="12" name="Text 9"/>
          <p:cNvSpPr txBox="1"/>
          <p:nvPr/>
        </p:nvSpPr>
        <p:spPr>
          <a:xfrm>
            <a:off x="979170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50"/>
          </a:p>
        </p:txBody>
      </p:sp>
      <p:sp>
        <p:nvSpPr>
          <p:cNvPr id="13" name="Text 10"/>
          <p:cNvSpPr txBox="1"/>
          <p:nvPr/>
        </p:nvSpPr>
        <p:spPr>
          <a:xfrm>
            <a:off x="186690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/>
          </a:p>
        </p:txBody>
      </p:sp>
      <p:sp>
        <p:nvSpPr>
          <p:cNvPr id="14" name="Text 11"/>
          <p:cNvSpPr txBox="1"/>
          <p:nvPr/>
        </p:nvSpPr>
        <p:spPr>
          <a:xfrm>
            <a:off x="345440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/>
          </a:p>
        </p:txBody>
      </p:sp>
      <p:sp>
        <p:nvSpPr>
          <p:cNvPr id="15" name="Text 12"/>
          <p:cNvSpPr txBox="1"/>
          <p:nvPr/>
        </p:nvSpPr>
        <p:spPr>
          <a:xfrm>
            <a:off x="504190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/>
          </a:p>
        </p:txBody>
      </p:sp>
      <p:sp>
        <p:nvSpPr>
          <p:cNvPr id="16" name="Text 13"/>
          <p:cNvSpPr txBox="1"/>
          <p:nvPr/>
        </p:nvSpPr>
        <p:spPr>
          <a:xfrm>
            <a:off x="662305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/>
          </a:p>
        </p:txBody>
      </p:sp>
      <p:sp>
        <p:nvSpPr>
          <p:cNvPr id="17" name="Text 14"/>
          <p:cNvSpPr txBox="1"/>
          <p:nvPr/>
        </p:nvSpPr>
        <p:spPr>
          <a:xfrm>
            <a:off x="821055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/>
          </a:p>
        </p:txBody>
      </p:sp>
      <p:sp>
        <p:nvSpPr>
          <p:cNvPr id="18" name="Text 15"/>
          <p:cNvSpPr txBox="1"/>
          <p:nvPr/>
        </p:nvSpPr>
        <p:spPr>
          <a:xfrm>
            <a:off x="979170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50"/>
          </a:p>
        </p:txBody>
      </p:sp>
      <p:sp>
        <p:nvSpPr>
          <p:cNvPr id="19" name="Text 16"/>
          <p:cNvSpPr txBox="1"/>
          <p:nvPr/>
        </p:nvSpPr>
        <p:spPr>
          <a:xfrm>
            <a:off x="403860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/>
          </a:p>
        </p:txBody>
      </p:sp>
      <p:sp>
        <p:nvSpPr>
          <p:cNvPr id="20" name="Text 17"/>
          <p:cNvSpPr txBox="1"/>
          <p:nvPr/>
        </p:nvSpPr>
        <p:spPr>
          <a:xfrm>
            <a:off x="7226300" y="3943350"/>
            <a:ext cx="9398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/>
          </a:p>
        </p:txBody>
      </p:sp>
      <p:sp>
        <p:nvSpPr>
          <p:cNvPr id="21" name="Text 18"/>
          <p:cNvSpPr txBox="1"/>
          <p:nvPr/>
        </p:nvSpPr>
        <p:spPr>
          <a:xfrm>
            <a:off x="921385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/>
          </a:p>
        </p:txBody>
      </p:sp>
      <p:sp>
        <p:nvSpPr>
          <p:cNvPr id="22" name="Shape 1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CORE CODE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TOTAL(R) AND THE SEARCH</a:t>
            </a:r>
            <a:endParaRPr lang="en-US" sz="390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969000" cy="4279900"/>
          </a:xfrm>
          <a:prstGeom prst="roundRect">
            <a:avLst>
              <a:gd name="adj" fmla="val 1187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6215888" cy="399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total(long long R){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lo = 1, hi = 1;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sum = 0;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1; i &lt;= m; i ++){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while (hi &lt;= n &amp;&amp; sh[hi] &lt;= ho[i] + R)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hi ++;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while (lo &lt;= n &amp;&amp; sh[lo] &lt; ho[i] - R)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lo ++;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cnt[i] = hi - lo;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sum += cnt[i];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sum;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7035800" y="1903016"/>
            <a:ext cx="4343400" cy="4279900"/>
          </a:xfrm>
          <a:prstGeom prst="roundRect">
            <a:avLst>
              <a:gd name="adj" fmla="val 1187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7245350" y="2061766"/>
            <a:ext cx="4395216" cy="3688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first R with sum &gt;= S → l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l = 0, r = L;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mid = (l + r) / 2;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(total(mid) &gt;= S)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total(l);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sort(cnt + 1, cnt + m + 1);</a:t>
            </a:r>
            <a:endParaRPr lang="en-US" sz="160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compare cnt with s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COMPLEXITY RECAP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TECHNIQUES, TWO SPEED-UPS</a:t>
            </a:r>
            <a:endParaRPr lang="en-US" sz="390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5494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R, count each house by scanning all shops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O(L · N · M)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10¹⁹ 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R, </a:t>
                      </a: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Pointers</a:t>
                      </a: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count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O(L · (N + M))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× 10¹⁴ 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on R</a:t>
                      </a: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(the sum is monotone) + Two Pointers count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O((N + M) log L)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6 × 10⁶ 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Then sort the counts once and compare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O(M log M)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1.7 × 10⁶ 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84941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cuts 10⁹ radii to about 30. Two Pointers cuts each count from N · M to N + M.</a:t>
            </a:r>
            <a:endParaRPr lang="en-US" sz="225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BIG IDEA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MONOTONICITY COME FROM?</a:t>
            </a:r>
            <a:endParaRPr lang="en-US" sz="325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08163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9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16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monotone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 instead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 space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Staircase cuts: given by the problem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s: </a:t>
                      </a:r>
                      <a:r>
                        <a:rPr lang="en-US" sz="1950" b="1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last ✓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cost array C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minimum pm: we built it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t: </a:t>
                      </a:r>
                      <a:r>
                        <a:rPr lang="en-US" sz="1950" b="1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first ✓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Lollipops II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"Sorted counts equal s"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of counts: we built it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R: </a:t>
                      </a:r>
                      <a:r>
                        <a:rPr lang="en-US" sz="1950" b="1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first ✓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506913"/>
            <a:ext cx="11200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monotone quantity? Look for one you can build: a prefix min, a sum, a count.</a:t>
            </a:r>
            <a:endParaRPr lang="en-US" sz="240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E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25 MINUTES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SPACE MISSION FROM SCRATCH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N, F and C[1..N] (long long)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pm[i] = min(pm[i-1], C[i])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j: binary search the first i in [1, j−1] with pm[i] ≤ F − C[j]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best j − i + 1; start ans at −1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samples: expect 4, 5, −1</a:t>
            </a:r>
            <a:endParaRPr lang="en-US" sz="2250"/>
          </a:p>
        </p:txBody>
      </p:sp>
      <p:sp>
        <p:nvSpPr>
          <p:cNvPr id="5" name="Text 3"/>
          <p:cNvSpPr txBox="1"/>
          <p:nvPr/>
        </p:nvSpPr>
        <p:spPr>
          <a:xfrm>
            <a:off x="812800" y="4535091"/>
            <a:ext cx="11200384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Write total(R) for Lollipops II and check sample 1 gives sums 8 and 10 for R = 2, 3.</a:t>
            </a:r>
            <a:endParaRPr lang="en-US" sz="2100"/>
          </a:p>
        </p:txBody>
      </p:sp>
      <p:sp>
        <p:nvSpPr>
          <p:cNvPr id="6" name="Text 4"/>
          <p:cNvSpPr txBox="1"/>
          <p:nvPr/>
        </p:nvSpPr>
        <p:spPr>
          <a:xfrm>
            <a:off x="812800" y="5347891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orac2.info/problem/1101</a:t>
            </a:r>
            <a:endParaRPr lang="en-US" sz="195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USED SO FAR</a:t>
            </a:r>
            <a:endParaRPr lang="en-US" sz="390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3479800"/>
        </p:xfrm>
        <a:graphic>
          <a:graphicData uri="http://schemas.openxmlformats.org/drawingml/2006/table">
            <a:tbl>
              <a:tblPr/>
              <a:tblGrid>
                <a:gridCol w="2958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21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Pointers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 Rivers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bridges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Lollipops II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counting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LESSON 3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Cutter: full program · </a:t>
            </a:r>
            <a:r>
              <a:rPr lang="en-US" sz="2250" u="sng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orac2.info/problem/1100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II: full program · </a:t>
            </a:r>
            <a:r>
              <a:rPr lang="en-US" sz="2250" u="sng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orac2.info/problem/147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Laser Cutter without binary search, using one forward-moving pointer (O(N))</a:t>
            </a:r>
            <a:endParaRPr lang="en-US" sz="2250"/>
          </a:p>
        </p:txBody>
      </p:sp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A81911F-6933-7B48-A027-13A9248F618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78154bb8-a5f9-49ee-92e0-3ceb8a4e126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40</Slides>
  <Notes>40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AIO Lessons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2: Binary Search + Two Pointers</dc:title>
  <dc:subject>PptxGenJS Presentation</dc:subject>
  <dc:creator>Bryan</dc:creator>
  <cp:revision>1</cp:revision>
  <dcterms:created xsi:type="dcterms:W3CDTF">2026-10-02T13:29:13Z</dcterms:created>
  <dcterms:modified xsi:type="dcterms:W3CDTF">2026-10-04T00:15:04Z</dcterms:modified>
</cp:coreProperties>
</file>