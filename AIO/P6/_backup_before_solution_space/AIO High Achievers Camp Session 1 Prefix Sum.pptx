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2.xml" ContentType="application/inkml+xml"/>
  <Override PartName="/ppt/notesSlides/notesSlide21.xml" ContentType="application/vnd.openxmlformats-officedocument.presentationml.notesSlide+xml"/>
  <Override PartName="/ppt/ink/ink3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core techniques and the three questions" id="{D5778487-FED3-5AB8-1C90-42C68646F77C}">
          <p14:sldIdLst>
            <p14:sldId id="256"/>
            <p14:sldId id="257"/>
            <p14:sldId id="258"/>
            <p14:sldId id="259"/>
          </p14:sldIdLst>
        </p14:section>
        <p14:section name="2022 P6 Spaceship Shuffle: prefix sums and the median" id="{9C9038D2-AC7E-3534-42ED-B5414938FCD8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4 P5 Tennis Robot II: net change per round and binary search on rounds" id="{B175B0B7-192C-D671-E92C-360DB115C191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24 P6 Twin Rivers: second-order differences" id="{CF19CFFA-171E-FB97-0315-B9F8E69D1C76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Live coding, recap and homework" id="{CB9D1C20-385A-B97F-34EE-74524D9C406C}">
          <p14:sldIdLst>
            <p14:sldId id="286"/>
            <p14:sldId id="287"/>
            <p14:sldId id="28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8ECE58-2F4A-DF4B-A3A4-9905376B23C2}" v="3" dt="2026-10-03T00:55:0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03T00:55:07.317" v="2" actId="7634"/>
      <pc:docMkLst>
        <pc:docMk/>
      </pc:docMkLst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58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58"/>
            <ac:inkMk id="11" creationId="{DF0BDEFD-F21B-D14D-4AE0-2B0295A03C6F}"/>
          </ac:inkMkLst>
        </pc:inkChg>
      </pc:sldChg>
      <pc:sldChg chg="addSp delSp mod">
        <pc:chgData name="Bryan Sun" userId="851caa7714272873" providerId="LiveId" clId="{9CD94D5E-0A18-4CEF-A655-0E4C15651F93}" dt="2026-10-03T00:55:07.317" v="2" actId="7634"/>
        <pc:sldMkLst>
          <pc:docMk/>
          <pc:sldMk cId="0" sldId="275"/>
        </pc:sldMkLst>
        <pc:inkChg chg="add del">
          <ac:chgData name="Bryan Sun" userId="851caa7714272873" providerId="LiveId" clId="{9CD94D5E-0A18-4CEF-A655-0E4C15651F93}" dt="2026-10-03T00:49:42.122" v="1" actId="478"/>
          <ac:inkMkLst>
            <pc:docMk/>
            <pc:sldMk cId="0" sldId="275"/>
            <ac:inkMk id="9" creationId="{3E66E205-A01E-9B5D-DCF0-89D381A80D95}"/>
          </ac:inkMkLst>
        </pc:inkChg>
        <pc:inkChg chg="add">
          <ac:chgData name="Bryan Sun" userId="851caa7714272873" providerId="LiveId" clId="{9CD94D5E-0A18-4CEF-A655-0E4C15651F93}" dt="2026-10-03T00:55:07.317" v="2" actId="7634"/>
          <ac:inkMkLst>
            <pc:docMk/>
            <pc:sldMk cId="0" sldId="275"/>
            <ac:inkMk id="10" creationId="{F055BB84-6931-6216-9597-472950E3A5BF}"/>
          </ac:inkMkLst>
        </pc:inkChg>
      </pc:sldChg>
      <pc:sldChg chg="addSp mod">
        <pc:chgData name="Bryan Sun" userId="851caa7714272873" providerId="LiveId" clId="{9CD94D5E-0A18-4CEF-A655-0E4C15651F93}" dt="2026-10-03T00:49:24.863" v="0" actId="7634"/>
        <pc:sldMkLst>
          <pc:docMk/>
          <pc:sldMk cId="0" sldId="276"/>
        </pc:sldMkLst>
        <pc:inkChg chg="add">
          <ac:chgData name="Bryan Sun" userId="851caa7714272873" providerId="LiveId" clId="{9CD94D5E-0A18-4CEF-A655-0E4C15651F93}" dt="2026-10-03T00:49:24.863" v="0" actId="7634"/>
          <ac:inkMkLst>
            <pc:docMk/>
            <pc:sldMk cId="0" sldId="276"/>
            <ac:inkMk id="12" creationId="{C757C451-2503-D6D4-4915-8B986021F655}"/>
          </ac:inkMkLst>
        </pc:inkChg>
      </pc:sldChg>
    </pc:docChg>
  </pc:docChgLst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2T13:33:21.920" v="6" actId="20577"/>
      <pc:docMkLst>
        <pc:docMk/>
      </pc:docMkLst>
      <pc:sldChg chg="modSp mod">
        <pc:chgData name="Bryan Sun" userId="851caa7714272873" providerId="LiveId" clId="{1DF0C224-3A3E-55A6-A8D1-F8F2208D385B}" dt="2026-10-02T13:32:05.172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32:05.172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2T13:33:05.227" v="5" actId="20577"/>
        <pc:sldMkLst>
          <pc:docMk/>
          <pc:sldMk cId="0" sldId="268"/>
        </pc:sldMkLst>
        <pc:spChg chg="mod">
          <ac:chgData name="Bryan Sun" userId="851caa7714272873" providerId="LiveId" clId="{1DF0C224-3A3E-55A6-A8D1-F8F2208D385B}" dt="2026-10-02T13:33:05.227" v="5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2T13:33:21.920" v="6" actId="20577"/>
        <pc:sldMkLst>
          <pc:docMk/>
          <pc:sldMk cId="0" sldId="274"/>
        </pc:sldMkLst>
        <pc:spChg chg="mod">
          <ac:chgData name="Bryan Sun" userId="851caa7714272873" providerId="LiveId" clId="{1DF0C224-3A3E-55A6-A8D1-F8F2208D385B}" dt="2026-10-02T13:33:21.920" v="6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0:55:08.57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19811 2381 7998,'-28'-31'255,"1"3"1,6-1 0,-1 5 0,4 2 589,1 4 0,1-1 1,-1 14-1,1 1-293,-1 2 0,1 1 0,-1-3 0,1-2-131,-1 3 1,1 1 0,-1 2 0,0 0-72,1 0 0,-2 7 1,-3 6-1,-3 9-244,-1 11 1,-3 15 0,-5 14 0,0 10-62,0 11 1,19-37 0,0 1 0,1 8 0,1 3 0,0 4-1,2 2-74,1 5 0,3 2 0,0 2 0,3 1 1,3 0-1,3-1 0,2-2 0,3-1-69,4-3 1,4-1 0,2-5 0,4-3 0,4-7 0,3-5 0,1-6 0,1-6-188,33 16 0,2-14 0,1-19 0,-1-8 57,0-5 0,7-21 1,5-10-1,2-16 232,-38 18 0,-1-3 1,0-4-1,-3-2 0,-1-4 1,-2-3-1,-4-1 1,-2-2 40,-1-2 1,-2-2 0,-2-4 0,-1-1 0,1-2 0,-2 0-1,-1-1 1,-1 0-7,-2 1 1,-1 0-1,-4 1 1,-4 1-1,-6 4 1,-4 1-1,-2 0 1,-4 2 114,-15-42 0,5 42 0,-4 0 1,-2 0-1,-2 0 0,-2-1 0,-1 0 33,-1 0 1,-1 1-1,3 3 1,1 1-1,-2 0 1,1 1-1,-27-28 425,-1 12 1,-3 16 0,-9 21 0,1 7-316,0 8 0,2 5 0,3 5 1,6 6-431,4 4 1,1 9-1,0 3 1,1 6-693,-1 6 1,10-2 0,7 9 0,11 5-1852,9 8 2676,5 5 0,8 2 0,0 0 0,0 1 0</inkml:trace>
  <inkml:trace contextRef="#ctx0" brushRef="#br0" timeOffset="1">21349 2199 8453,'-37'-33'0,"4"2"1323,7 3 0,0 6 0,4 11-403,2 6 1,7 10-1,2 10-587,-2 11 0,-1 11 0,-3 20 0,1 12-72,-1 18 0,6-35 1,0 2-1,-1 10 1,2 3-1,0 3 1,2 1-243,0 6 1,3 1-1,0 3 1,2 1-1,3 3 1,2-1-1,1-1 1,1-1-351,3-4 1,3-3 0,3-8 0,5-5 0,3-14 0,2-3 0,25 32-1060,2-12 0,7-6 0,5-15 1390,8-13 0,2-5 0,10-10 0,5-3 0</inkml:trace>
  <inkml:trace contextRef="#ctx0" brushRef="#br0" timeOffset="2">21812 2679 7965,'-22'-2'1467,"-1"-2"-245,3-1 0,4 1 0,5 10-280,5 5 1,12 11 0,3 7 0,2 10-578,0 10 1,5 10 0,7 15 0,-3 7-762,-2 5 0,-3 4 0,-2-6 0,-4-1 26,-2-8 1,-1-10 83,-6-16 0,0-19 1,0-30-1,0-11-435,0-9 0,0-17 1,0-17-1,0-12 653,0-7 0,0-4 0,0-4 0,0 4 420,0 5 1,7 4-1,4 2 1,4 2 66,1 3 1,8 11 0,4 14-1,3 8 125,2 11 0,0 3 0,-2 10 0,-1 8-66,-3 10 1,-6 12-1,1 15 1,-6 10-256,-5 13 0,2 17 0,-10-35 1,0 2-1,-1 1 0,-1 1-330,0 2 1,0 1 0,2 3 0,0 0 0,-1 2-1,1 0 1,-1-5 0,0-2-266,0 41 1,-1-20 0,3-22-1,3-14-1538,3-12 0,1-9 1910,5-15 0,23-59 0,5-14 0</inkml:trace>
  <inkml:trace contextRef="#ctx0" brushRef="#br0" timeOffset="3">22539 2199 7936,'-33'-16'0,"4"-1"426,7 1 0,1 5 1028,16 0 0,1 7 0,12-1 0,6 3-744,7 2 0,15 0 0,1 0 0,5 0-565,2 0 0,-1 2 0,3 1 0,-4 5-380,-2 1 1,-3 9 0,-9 10-1,-6 5-336,-4 5 1,-9 6 0,-3 12 0,-6 2 39,-6 1 1,-3-4 0,-8-11 0,1-7 765,-1-8 1,1-1 0,-1-10 1013,1-3 1,5-8-1052,0 4 0,9-9 0,4-2 1,12-9-1124,12-6 1,15-10-1,10-8 1,13-10 924,12-4 0,-32 0 0,3-13 0,1-1 0,4-4 0,0-1 0,0 1 0</inkml:trace>
  <inkml:trace contextRef="#ctx0" brushRef="#br0" timeOffset="4">23664 2084 8426,'16'16'0,"3"3"805,3 3 1,3 5-1,8 14 1,1 8-1,-1 12 308,0 9 0,-8 5 0,-3 8-866,-3-1 1,-14-35-1,-1 2 1,-1 1-1,-2 1 1,-3 2 0,-2 0-379,-3 3 1,-2 1-1,-2-1 1,-2 1 0,-5 2-1,-1 0 1,-1 1 0,-2-1-486,-2 3 1,-2-2-1,-4-3 1,-2-2 0,0-4-1,-3-3 315,-1-2 1,-3-2 0,-4-4 0,-2-3-1,-1 0 1,0 0 0</inkml:trace>
  <inkml:trace contextRef="#ctx0" brushRef="#br0" timeOffset="5">26690 1918 8397,'-28'-14'0,"3"1"346,1 2 0,-4 7 1,6-2-1,0 5 0,0 1 505,0 0 0,0 9 0,7 6-440,4 5 1,-7 16 0,5 3 0,0 9-199,-2 7 0,1 15 0,-3 20 0,9-38 0,1 2-251,2 4 1,-1 2-1,0 5 1,0 0-1,2 1 1,2 1-1,1 1 1,0 2-178,2-2 1,2-1-1,1-3 1,3-3 0,2-11-1,4-4 1,16 26-147,8-23 1,-2-27 0,5-11 0,1-9 10,3-7 0,4-14 1,3-16-1,2-14 378,3-16 0,-26 27 1,-2-3-1,-2-4 1,-2-1-1,-3-2 0,-2 0 10,-2-2 0,-2-1 1,-3 0-1,-2-1 1,-3 2-1,-1 1 1,-2-1-1,1 1 149,-1-1 1,-1 0 0,-3 2 0,-4-1 0,-2 2 0,-2 0 0,-14-39 281,-4 7 1,-7 7 0,-6 13 0,1 12 286,-3 12 1,1 9 0,-6 11-1,4 4-498,1 6 1,-3 5 0,7 5 0,4 8-566,4 7 1,3 12 0,0 8-1,10 2-1568,9 4 0,5 4 1875,2 5 0,21-15 0,9 1 0,2 6 0,0 0 0</inkml:trace>
  <inkml:trace contextRef="#ctx0" brushRef="#br0" timeOffset="6">27632 1885 7909,'0'-33'181,"0"2"0,0 1 1,0 5-1,-1 1 1188,-5 4 1,-3 9-707,-8 5 0,3 6 1,1 7-1,2 12-220,-2 12 0,-2 11 0,1 13 0,1 8-462,2 7 0,1 7 0,-1 11 0,7-41 0,1 2-91,-1 2 1,1 1 0,2 1 0,0 0 0,-1 3-1,0 0 1,4-2 0,2-1-507,3-2 1,2-1-1,15 36 1,11-22 0,4-12 615,5-12 0,18-41 0,12-14 0,6-1 0,0 1 0</inkml:trace>
  <inkml:trace contextRef="#ctx0" brushRef="#br0" timeOffset="7">28095 2199 7906,'-9'17'257,"4"-1"1,3 8 0,2 6-1,0 8 428,0 12 1,0 1 0,0 8 0,0 0-567,0 0 1,0-8-1,2-3 1,1-13-304,3-11 1,1-8 0,-3-7-304,1-9 1,6-9 0,-5-15 0,0-9-13,1-9 0,-5-8 0,5-3 0,-1-4 534,-1-2 1,1 1-1,-5-5 1,3 6 568,2 6 0,1-1 0,-2 16 0,6 4 73,4 8 0,2 8 1,-1 5-1,3 7-186,3 8 0,2 12 0,5 12 0,-3 5-70,-2 6 1,-2 5 0,-8 11-1,-3 4-263,-5-1 1,-4 12 0,-2-5-1,0-3-603,0-5 0,0-13 0,0-7 0,2-8-1466,3-7 1,4-5 1910,8-6 0,14-41 0,4-15 0</inkml:trace>
  <inkml:trace contextRef="#ctx0" brushRef="#br0" timeOffset="8">28988 2001 7882,'8'-9'606,"3"1"0,9 10 0,4 4 1346,2 5 0,1 5 0,8 4-1083,4 3 1,-3 11 0,7 1 0,-3 8-1046,-3 8 1,-11 13-1,-10 14 1,-10 4-292,-10 6 0,-13-1 1,4-40-1,-3 1 1,-1 2-1,-1 0 467,1 0 0,-4 2 0,-21 15 0,-7 1 0,1 0 0,-1 0 0</inkml:trace>
  <inkml:trace contextRef="#ctx0" brushRef="#br0" timeOffset="9">26128 4448 7885,'-17'0'138,"1"0"0,-1 6 0,0 1 0,1 2 0,-1 6 940,1 5 1,5 8-712,0 10 0,5 7 0,-3 10 0,2 9 0,3 9-88,2 10 1,2-34 0,0 1 0,1-1-1,0 0 1,1-1 0,2-1-157,7 43 1,11-16-1,5-15 1,6-21-369,6-18 1,9-12 0,10-16 0,5-10-36,5-13 0,-6-13 0,-8-15 0,-8-11-44,-8-9 1,-10-5 0,-17 38 0,-2 0 0,4-39 119,-8 6 1,3 4-1,-5-6 1,-4 2 438,-9 0 0,-4 4 0,-5 14 0,-3 8 336,-5 7 0,-5 5 0,-1 12 0,-2 5-209,-3 8 0,1 10 0,-9 2 1,-2 10-497,1 10 1,-5 8 0,15 11 0,6 6-1011,7 8 1,8 8 1143,5 9 0,49-28 0,19-2 0,8 1 0,-1 1 0</inkml:trace>
  <inkml:trace contextRef="#ctx0" brushRef="#br0" timeOffset="10">27417 4051 7885,'-14'-27'0,"1"1"833,2 2 0,0 2 1,-6 8-1,1 6 29,-1 14 1,1 10 0,-1 21-439,1 7 1,-8 15-1,-2 18 1,0 8-263,15-39 0,0 1 0,2 6 0,0 1 0,0 8 0,1 1 0,1 0 0,0 1-276,1 0 1,1 0 0,1-1 0,2-1 0,4-7 0,3-1 0,3-5-1,3-1-1019,20 36 1,9-12 0,12-15-1,1-9 1133,2-6 0,8-11 0,-4-7 0</inkml:trace>
  <inkml:trace contextRef="#ctx0" brushRef="#br0" timeOffset="11">27980 4184 7864,'-15'-19'0,"2"1"650,2 1 0,6-3 0,-5 13 497,3 3 0,2 8 0,5 18-514,0 5 0,-2 14 0,-2 9 1,-1 10-100,1 10 0,2 5 0,2 10 0,0 1-720,0 2 0,2 1 1,3-7-1,6-1-247,4-4 0,0-5 1,-2-13-1,-2-10-1520,2-8 1,-1-8 1952,-1-6 0,11-32 0,-3-15 0</inkml:trace>
  <inkml:trace contextRef="#ctx0" brushRef="#br0" timeOffset="12">28294 4812 7864,'-15'11'194,"2"-2"1,2-1 1012,-2-5 0,4 7 1,0 1-514,2 3 0,1 3 0,6 1 0,0 4-524,0 6 1,2 1-1,5 1 1,8-5-94,5-1 0,15-4 0,-2-9 0,4-7-340,3-8 0,-5-7 1,4-11-1,-4-7-325,-2-8 0,-7-5 0,-4-8 1,-6 1 405,-5-1 1,-3 0 0,-10 3 0,-4 3 337,-5 5 0,-5 6 0,-6 7 0,-6 10 315,-3 8 1,-8 8 0,1 6 0,1 7-146,2 7 1,9 6 0,4 7 0,6 2-1126,5 3 0,3-3 1,12 4-1,7-4 799,11-2 0,21-21 0,10-6 0,5 1 0,-1 1 0</inkml:trace>
  <inkml:trace contextRef="#ctx0" brushRef="#br0" timeOffset="13">28658 4746 8046,'-11'-17'0,"1"1"542,3-1 1,-6 3 0,4 1-1,-2 2 721,0-2 1,0 0-971,-6 2 1,1 4 0,-1 10 0,-1 7-79,-4 6 0,-2 13 1,-7 5-1,0 8 16,-4 6 0,0 1 0,5 3 0,5 1-141,1 2 1,9-7 0,10-10 0,3-5-136,2-5 1,9-11-1,7-12 1,10-3-240,5-2 0,10-9 0,3-8 0,2-10-265,-2-10 1,-4 0-1,-7-7 1,-1-2 135,-5-2 0,3 1 0,-10 2 0,-4 9 491,-3 6 0,-9 6 0,0 10 563,-8 3 0,-5 5 1,-8 12 4,1 5 1,5 13 0,1 7-1,3 7-193,3 5 1,3 8 0,1 12 0,0 5-340,0 3 1,1 3 0,5-4 0,5 1-336,4-1 0,1 2 1,1-6-1,-1-9-151,1-9 1,-2-2 0,-4-8 0,-6-3 43,-3-6 1,-11-3 0,-6-6 0,-7 2 230,-4-1 1,1-5 0,-5-3-1,3-4 94,-3-1 0,-1-5 0,-4-8 0,-2-8-311,-1-7 0,-1-1 1,6-6-1,2-4 314,3-6 0,-4-16 0,-4-10 0,0-8 0,1 1 0</inkml:trace>
  <inkml:trace contextRef="#ctx0" brushRef="#br0" timeOffset="14">28592 4746 7864,'-23'-28'341,"1"1"0,0 7 1,6-2-1,-1 3 0,1 3 799,-1-1 1,1 8 0,-1 5-588,1 8 0,-3 7 0,-1 13 0,-4 9-32,-2 9 0,6 11 0,-2 6 0,6 4-229,5 5 1,3 2-1,8-6 1,4-4-271,7-4 0,7-14 0,17-9 0,4-11-111,5-9 1,2-8-1,0-12 1,-2-11-200,2-14 0,-6-8 0,-3-10 0,-8-1-57,-7-4 1,-11-4-1,-3-7 1,-3 2 273,1 3 0,-10 4 1,-12 9-1,-10 6 78,-5 9 1,-8 3-1,-1 14 1,-3 7 1229,-3 5 0,-1 11 0,-3 6 0,2 7-1212,4 8 0,11 5 0,13 4 0,7 3-640,8 3 0,17-1 0,12 4 615,11-2 0,39-23 0,19-5 0,-24-3 0,0 1 0,-1-1 0</inkml:trace>
  <inkml:trace contextRef="#ctx0" brushRef="#br0" timeOffset="15">29137 4713 7864,'0'-24'675,"-2"6"0,-1-6 0,-3 2 1,3 0 854,1 1 1,-4 3-686,1 2 0,-8 1 1,2 4-461,-4 5 0,-1 6 0,-1 6 0,-1 7-272,-4 7 1,-4 11 0,-7 11 0,2 4-311,3 6 0,-3 7 1,5-4-1,0 0-256,4 2 1,6-6 0,5 4 0,7-5-141,8-6 0,12-18 0,14-15 0,6-9 238,8-8 1,4-10 0,2-14 0,-2-7 300,-4-7 1,-4 4 0,-5-1 0,0 5 358,-2 3 0,-2 5 0,-10 17 150,1 6 0,0 19 0,-8 14 0,-3 14 46,-5 11 0,-2 6 0,-1 9 0,3 4-238,-3 5 1,-1 6 0,-4 5-1,0-42 1,-1 2-412,-2 0 0,-1 1 0,-2 2 0,-1-1 1,0-2-1,-2-2 0,-13 35-150,-2-10 1,-7-8 0,-5-6 0,-1-10 331,-1-4 1,-1-19 0,-5-13 0,2-11 233,-2-11 1,0-10-1,2-19 1,6-12-352,3-12 1,15-4-1,5-9 1,6-2-161,5-2 1,11 4 0,10 2 0,11 1-363,8 4 1,8 4 0,10 7 0,3 10-561,1 8 1,-4 6 1164,1 2 0,-13 7 0,4-3 0,2-1 0,0 0 0</inkml:trace>
  <inkml:trace contextRef="#ctx0" brushRef="#br0" timeOffset="16">29600 5060 7864,'-9'8'638,"2"-5"482,7 8 1,7-2 0,2 4 0,2-2-335,0 2 1,-5 2 0,5 3-1,0 2-598,-2 2 1,-2 6-1,-5-4 1,2 0-537,1 0 1,1-2-19,-6-6 1,0-10 0,0-12-16,0-14 0,2-15 0,1-5 1,3-3 254,-2-2 1,3 4-1,0 3 1,1 3 429,-1 2 1,6 5 0,-2 2 60,4 2 0,1 12 1,-1 12-118,-4 9 1,-4 13 0,-7 7-1,0 6-123,0 4 0,0 5 1,0-6-1,0-1-554,0-2 1,0-2 428,0 0 0,37-22 0,9-5 0</inkml:trace>
  <inkml:trace contextRef="#ctx0" brushRef="#br0" timeOffset="17">29782 4333 7864,'0'-17'287,"0"6"0,-2 2 911,-3 1 0,3 5-514,-4 8 1,5 12 0,1 12-1,0 8-68,0 7 0,5 13 1,1 7-1,-5 8-535,-4 3 1,-1 17-1,-1-40 1,-1 1 0,0 3-1,-1 0-233,0 2 1,0 0-1,1-7 1,1-1 0,-5 40-1,1-17-49,0-18 1,3-18 359,-5-15 0,8-13 0,-3-10 52,4-14 1,2-11-1,0-12 1,2-10-38,4-11 0,5-5 1,9-17-1,4-4-162,2 1 0,-4-1 0,5 3 0,3-1 247,1 0 1,2 2-1,0 4 1,0 7-102,0 8 1,-5 5 0,-3 9 0,1 6 60,0 9 1,-8 7 0,1 10 0,-7 1 123,1 4 0,-3 5 1,-1 12-1,0 7-200,0 7 1,-5 15 0,1 15 0,-3 12-117,-2 13 1,-7 12 0,2-37 0,-1 3 0,-1 0 0,1 0-167,0 1 0,1 1 0,-2-4 0,1 0 0,3 1 0,0-1 0,2 41-388,4-15 0,6-10 1,10-20-1,3-4-200,5-10 0,7-8 0,4-10 0,8-2-491,7-2 1,1-9 1217,6-2 0,-9-28 0,3-10 0,7-7 0,-1 0 0</inkml:trace>
  <inkml:trace contextRef="#ctx0" brushRef="#br0" timeOffset="18">31089 3969 7864,'0'9'968,"11"7"0,14 12 0,14 11 132,10 10 0,8 14 1,-24-27-1,1 1-802,-1 0 0,0 2 0,0 2 0,-2 2 0,-1 3 0,-3 2 0,-3 0 0,-4 1-274,-3 1 1,-5-1 0,-5-2 0,-4 0-1,-5 1 1,-4 0 0,-5 1 0,-5 1-311,-5 1 0,-4 1 0,-3 1 0,-3 0-1,-3-2 1,-2-1 0,1 0 0,-1 0-1663,1-4 1,0-1 1948,1-1 0,0-1 0,1 0 0,0 0 0,0-1 0,-1-1 0,1-2 0,0 1 0</inkml:trace>
  <inkml:trace contextRef="#ctx0" brushRef="#br0" timeOffset="19">26078 6747 7865,'-2'-11'546,"-3"0"1,-6 0-876,-4 2 1,-2 3 1012,1 12 0,-3 12 1,-1 15-1,-2 11 1,2 11-172,2 11 1,1 17 0,9-34-1,0 1 1,-1 5 0,1 1-394,-1 3 0,1 1 1,3-1-1,1 0 1,2 0-1,1-1 1,2-4-1,3-3-279,13 37 0,8-27 0,12-25 0,4-15-21,1-14 1,4-14 0,9-14 0,7-15-11,8-18 0,-35 21 0,-2-3 1,3-2-1,-2-2 0,-2 0 1,-3-2-39,-3-2 1,-3 0 0,-1 1-1,-3-1 1,-4-1 0,-3-2 0,0 1-1,-2-1-8,0-2 1,-1 0 0,0-39 0,-7-6 0,-12 8 365,-12 3 0,-9 6 1,-7 4-1,-7 8 409,-2 18 1,-18 14-1,-6 21 1,-8 11-190,-4 10 0,13 17 0,6 20 0,5 7-182,6 7 1,1 12-1,3 5-242,23-37 1,2 1-1,2 7 1,2 1 0,0 2-1,0 0 1</inkml:trace>
  <inkml:trace contextRef="#ctx0" brushRef="#br0" timeOffset="20">27616 6582 7865,'-20'-17'0,"1"2"63,5 4 0,1 4 0,-6 7 0,-1 2-46,-2 3 1,0 6 0,4 9 764,-4 3 1,1 8-1,-4 0 1,1 8 123,4 3 1,1 9 0,5 10 0,1 9-813,2 12 0,9-1 0,1-32 0,2 1 0,3-1 0,3 0-367,2 0 0,2-1 1,4 2-1,3-1 1,3 0-1,2-2 1,1-2-1,0-2-1468,26 34 0,1-21 1741,4-12 0,11-52 0,10-14 0</inkml:trace>
  <inkml:trace contextRef="#ctx0" brushRef="#br0" timeOffset="21">27847 6912 11985,'8'24'697,"3"4"0,2 18 1,-1 9-1,0 9 1,0 6-265,3 2 1,-6 5-1,-3-7-426,-4-6 1,-2-15 0,0-15-1,0-11-207,0-4 0,0-12 1,0-7-1,0-11-514,0-9 1,5-8 0,2-10 0,3-8 131,3-7 0,-4-6 1,0-7-1,0-1 547,0 1 0,0 2 1,4 5-1,-3 10 159,-3 8 1,4 14 0,-4 6 646,2 9 0,-5 12 0,3 11 0,1 5 293,3 6 0,-4 6 0,1 12 1,-3 10-682,1 9 0,5-1 0,-4 3 0,0 0-550,1-3 0,3 5 0,-4-6 1,4 0-974,7 0 1,1-4 1139,8-9 0,38-18 0,14-11 0</inkml:trace>
  <inkml:trace contextRef="#ctx0" brushRef="#br0" timeOffset="22">28724 6780 7849,'-17'-31'0,"3"3"1090,3 6 0,1 0 0,7 4 385,-3 3 0,3 9 0,6 5-848,3 10 0,5 11 0,-4 20 0,2 10-103,4 9 0,-4 13 0,1 5 0,-3 5-677,-3 7 0,-3 2 0,-1-40 0,0-1 0,0 2 0,0-1-388,0 2 1,0-1 0,0 1 0,0-1 0,0-4 0,0-1 0,0 40 540,0-16 0,15-47 0,3-20 0</inkml:trace>
  <inkml:trace contextRef="#ctx0" brushRef="#br0" timeOffset="23">29121 7293 7738,'-17'0'-204,"2"1"1,3 5 0,1 3-22,-2 0 1,-2 12 0,-2-3 1037,1 6 1,5 5 0,0 10 0,0 5-17,2 4 1,1 1 0,10-1-1,4-4-520,5-5 0,9-8 0,4-7 0,2-9-197,3-6 1,-3-11 0,1-11-1,3-7 18,1-8 1,-4-9 0,1-3-1,0-4-146,-3-7 0,-1 1 0,-7-5 0,-3 3 59,-3 3 0,-3-3 0,-12-1 0,-5-2 350,-8 2 1,-8 8-1,1 9 1,-2 6-95,-3 8 0,-3 11 1,-1 8-1,0 6-39,0 8 1,-2 6 0,0 5 0,0 5-440,4 5 0,11 1 1,3 0-1,10 0-1504,5 0 1,10-7 0,3-2 1714,3-1 0,69-19 0,-33-1 0,-1 0 0</inkml:trace>
  <inkml:trace contextRef="#ctx0" brushRef="#br0" timeOffset="24">29749 7061 7470,'-16'0'-182,"5"0"0,0 0 1417,-2 0 0,-2 2 1,-2 5-633,1 10 0,-3 7 0,-3 12 1,-3 9-72,-1 10 0,-3 7 1,7 4-1,3 0-355,6 1 0,8-12 0,12-11 0,10-17-228,8-12 1,7-9 0,1-14 0,0-10-279,0-13 1,-2-4-1,-1-9 1,-3-2-252,2-2 1,-5-2 0,-2 1 0,-5 1 349,-6 4 0,4-2 1,-6 9-1,0 6 595,-3 7 1,-12 13 0,-5 7 0,-4 10 151,-1 10 1,-1 16 0,1 13 0,1 9 354,4 6 0,4-1 0,7 4 1,0 3-524,0 4 0,9 7 0,6-4 0,7 3-521,3 3 1,3-11 0,3-4 0,-2-3-260,-1-3 0,-10-3 0,-1 4 1,-10-2-107,-5-3 0,-9-5 0,-6-7 0,-7-7 181,-8-5 0,-9-17 1,-3-2-1,0-8 439,-1-3 0,-5-14 0,2-8 0,-2-10 24,2-6 0,-4-5 0,4-8 0,-2-4-327,2-6 0,7-3 0,15-2 0,13 0-680,11 0 0,24-4 0,18-6 900,-20 37 0,9-4 0,11-3 0,13-5 0,6-3 0,-1 1 0,5-5 0,0 1 0,0-1 0,0 1 0</inkml:trace>
  <inkml:trace contextRef="#ctx0" brushRef="#br0" timeOffset="25">30394 6796 7814,'-11'8'0,"2"3"224,1 4 0,3 3 0,5 4 0,0 7 1293,0 8 0,5 13 0,1 12 1,-2 6-876,-3 4 1,-1 0-1,-1-8 1,-3-4-652,-2-4 1,-5-20 0,4-10 25,-2-11 0,5-15 1,1-13-1,6-7-372,8-8 0,4-10 0,3-7 1,4-4-174,6-6 1,-2-2-1,-1-4 1,1 8 572,0 7 1,-4 0 0,4 11 0,-3 9 511,-2 13 1,-3 10 0,-1 6 0,-3 10 78,-3 15 1,2 7-1,-7 13 1,-3 3 87,-1 0 1,-2 1 0,0-2 0,0-1-961,0 1 0,0-3 0,0-1 0,0-1-1881,0 0 1,0-4-1,0-4 2117,0-8 0,28-54 0,10-22 0,4-4 0,-1-1 0</inkml:trace>
  <inkml:trace contextRef="#ctx0" brushRef="#br0" timeOffset="26">31287 6697 8374,'17'2'1228,"-1"4"0,6 10 0,2 12 0,2 7-14,3 9 0,2 9 1,-1 20-1,-8 12-966,-15-37 0,-3 1 1,-5 2-1,-4 1 0,-2 4 1,-4 0-1,-3 1 0,-3-2-579,-3-1 0,-3-1 1,-3 2-1,-3 0 0,-1 0 1,-2-1-1,-2 1 0,-2 0-375,-2 1 0,-1-2 706,0-7 0,-3 2 0,-2-2 0,-4 4 0,-1 0 0,-4-2 0,1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0:55:08.63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114" units="cm"/>
      <inkml:brushProperty name="height" value="0.12114" units="cm"/>
      <inkml:brushProperty name="color" value="#FF0000"/>
    </inkml:brush>
  </inkml:definitions>
  <inkml:trace contextRef="#ctx0" brushRef="#br0">19232 1885 7624,'0'-16'0,"0"-3"892,0-3 1,-6 9-1,3-1-264,5 4 1,7-1-1,13 6 1,5 1-567,5 2 1,6 2 0,3 0 0,-1 2-67,0 4 0,5-4 1,-5 5-1,0-2 157,1 1 1,3-1 0,-4-5-1,1 0-88,-1 0 1,4 0 0,-5 0 0,-2 0 182,-2 0 0,-4 0 1,-2 0-1,-3 0 137,-2 0 0,-2 0-609,-6 0 1,1 0-1,-1 0 51,1 0 1,1 0 0,3 2 0,1 2-204,-2 1 0,6 7 1,-1-7-1,3-1-535,-1-2 1,6-2 0,6 0 910,-2 0 0,5-15 0,0-4 0</inkml:trace>
  <inkml:trace contextRef="#ctx0" brushRef="#br0" timeOffset="1">18984 1918 7608,'-11'-5'-73,"0"-1"0,5-1 0,-5 3 346,-2-1 1,1-3-62,1 3 1,3 1 0,10-5-234,4 2 0,3-4 0,7 5 0,-1 1-1,-4-3 0,4 6 0,-4-5 0,3 1 119,3 1 1,-6-1 0,0 5 226,2-5 0,2 4 1,1-3-45,1 3 0,-1 2 1,3 0-1,1 0-187,2 0 1,9 0 0,2 0 0,9 0-161,6 0 1,4-6 0,1-1 0,2-2-58,-2-4 0,-3 6 1,-6-1-1,-5 3 31,-5-1 1,5 1 0,0 5 0,-3 2 205,-1 3 1,0-1-1,2 5 1,2 0-57,-3 0 1,-1 1 0,-2 2 0,0-2-27,0-3 0,2-2 1,4-5-1,5 0 25,4 0 1,7-1 0,2-3-1,2-3-54,3-3 0,-10 7 0,-5-3 0,-3 4-57,-1 2 1,-5 0 0,5 0-1,-1 0 48,0 0 0,0 6 1,4-1-1,-2-1 4,2-2 1,-3 3 0,-1 1-1,-4-2 58,-6-3 1,1-1-1,-6 0 1,4 0-44,3 0 0,-9 6 0,-1-1 1,-2-1-186,0-2 1,0-2 0,-7 2 0,-2 2-418,-2 1 0,-6 1 1,6-6-16,2 0 1,-5 1 0,-1 3 172,0 2 1,-3 1 431,7-2 0,-15 5 0,3 6 0</inkml:trace>
  <inkml:trace contextRef="#ctx0" brushRef="#br0" timeOffset="2">21646 1918 7626,'11'0'1000,"0"0"1,-7 2 0,3 2-952,1 1 0,-5 8 0,8-2 1,2 6-63,2 5 1,1 3-1,1 9 1,1 2 75,4 8 1,-3 2-1,5 15 1,-2 1 131,0 3 0,2 3 0,-4 2 0,4-1-77,1-4 0,-2-1 0,4-7 0,1 2-61,-3 3 0,7-3 1,-7 2-1,3 1-26,-1 2 0,-1-1 0,4 1 1,-3 6-27,3 3 1,-1 5-1,0 4 1,-1-1-3,1-4 1,3-5 0,1-11 0,0-4-53,0 0 1,0-6-1,0 2 1,-2-7 33,-3-7 1,-4-6 0,-8-4-1,1-3-44,-1-2 1,1-2-41,-1-6 0,-1-4-225,-4-1 1,2-6-254,-8 6 1,3-5-663,-3 5-95,-3-8 1334,5-3 0,-7-38 0,0-16 0</inkml:trace>
  <inkml:trace contextRef="#ctx0" brushRef="#br0" timeOffset="3">22804 4333 7603,'5'-11'282,"3"1"0,-1 1 1,2 2-852,0-1 431,2 3 1,8-1-1,1 1 1,4 1 0,2 2-1,3 2 283,2 0 0,4 0 0,4 0 1,3 0 93,0 0 1,6 6-1,-4-1 1,4-1-56,1-2 0,1-2 1,2 0-1,3 0-46,5 0 1,5 0 0,-1 0 0,-3 0-113,-6 0 0,-2 0 1,0 0-1,4 0 64,2 0 1,3 0-1,8 0 1,4 0-50,1 0 0,-5 0 0,2 0 1,-3 0-83,3 0 0,9 0 0,7 0 0,-3 0-25,-6 0 0,1 0 0,-1 0 0,8 0 132,7 0 0,-6 0 0,-4 0 0,-3 0 140,4 0 0,1 0 1,8 0-1,-4 2-246,-11 3 1,-13-3 0,-5 4 0,1-5 4,2-1 0,-7 6 0,-7 0 0,-12-1-219,-8 2 1,-6-3 0,-8 7-182,1 2 0,-6-4-1677,0 2 2112,0-7 0,5-12 0,1-10 0</inkml:trace>
  <inkml:trace contextRef="#ctx0" brushRef="#br0" timeOffset="4">26739 4448 8427,'0'-16'150,"0"-1"0,0 1 0,0-1-630,0 1 0,2-6 1,6-2-1,6-2 506,7-3 1,8-5-1,0-4 1,6-8-4,4-7 0,-1-8 0,-5-11 0,-1-5 46,-5-4 0,-11 37 0,0-2 0,-3-1 0,1-1 0,2-3 0,-1-1 85,1-3 1,1 0-1,2 1 1,1 1 0,0 1-1,0 1 1,1 2 0,-1 1 90,0 1 1,0 0 0,2 3 0,0 0-1,-2-1 1,-1 0 0,18-40-29,-2 10 0,0-2 0,1-2 1,-16 35-1,1-2-305,0-6 1,0-1-1,1 3 1,0-1 0,2-4-1,2 0 1,-1 3 0,1 1-8,2 1 0,-1 1 0,-4 2 1,-2 2-1,1 2 0,-1 1 1,10-29 227,-9 16 1,-6 10-1,-3 12 1,-4-2 117,-1-3 1,5 8 0,-4-3 0,2 2-100,0 0 0,-6 0 0,5 1-726,-3 3 1,-2 7-88,-5-3 1,-7 12-1,-4 6 205,-4 3 0,4 2 0,2 2 0,0 2 556,0 1 0,-10-7 0,-6-7 0</inkml:trace>
  <inkml:trace contextRef="#ctx0" brushRef="#br0" timeOffset="5">28095 1472 7617,'0'9'2394,"2"-2"-2474,4-7 1,8 2 0,10 2 0,4 1 8,7-1 0,0 3 1,9-1-1,2-2 296,2-3 1,-4 5 0,0-1 0,0-1 154,-2-2 0,4-2 0,-4 0 0,6 0-134,9 0 1,13-6 0,7-1 0,4 0-228,2-1 0,7 1 0,-44 5 0,1 0 0,2 0 0,0-1-41,0 1 0,1 0 0,44 0 0,-4 2 1,-2 0 63,-2 0 0,-3 0 0,11 0 0,-1 2 67,-1 4 0,-42-5 1,-1-1-1,1 3 0,0 0 1,3-1-1,0 0-48,1 1 1,1-1-1,-2-1 1,0 0-1,-3 2 1,-1 1 0,2-1-1,1 0-123,3-1 1,0 1 0,-4 1 0,0 0-1,0-2 1,0-1 0,38 5-375,-10-2 1,-8-3 0,5-1 0,-3 0 354,-3 0 1,-11 0 0,-10 0-1,-8 0 173,-6 0 0,-2 2 0,0 2 1,0 3-33,0 2 0,2-5 0,2 3 0,1-1 6,-1 0 0,-2 1 0,-2-3 0,2 3-45,3 2 1,-8-5-1,1 1 1,-3-1-85,-3 1 1,1-3 0,3 4 0,-3-3-224,-2 3 0,-2-4 0,-5 3-1803,-1-3 637,-7-2 1452,-1 0 0,-45-22 0,-9-5 0</inkml:trace>
  <inkml:trace contextRef="#ctx0" brushRef="#br0" timeOffset="6">21547 1769 8085,'-17'-7'0,"1"-2"412,-1 0 1,8-6-1,4 4 1,3-4 1021,2-1-872,0 7 0,0-1 615,0 5 1,2 3-496,3-4 0,-3 6-605,4 6 0,-6-2 0,-4 7 0,-3 3-179,-3 7 0,5 4 1,-4 8-1,-1 2 46,1 4 0,6-4 0,-3 3 0,4-3-102,2-2 1,2 0 0,4-1 0,6-5-74,9-5 0,4-3 1,8-5-1,1-3 26,-1-5 1,-6-4 0,-1-4 0,0-4 280,-1-5 1,-4-9 0,1-2 0,-6 2 160,-5 2 1,2-1 0,-6-1 0,1-4 44,-1-2 0,-1 6 1,-6-4-1,0 0 127,0-3 0,-2 1 0,-4-2 1,-3-1 0,0-2 0,-6 5 0,4 2 0,-4 2-35,-1 0 0,-2 2 0,-3 7 0,-3 4-163,-1 2 1,-3-4-1,-5 5 1,2 2-169,3 2 1,-3 2 0,5 0 0,-1 0-756,-1 0 1,10 8 0,1 5 0,10 5 710,5 4 0,17 22 0,3 0 0</inkml:trace>
  <inkml:trace contextRef="#ctx0" brushRef="#br0" timeOffset="7">22705 4035 8129,'-22'0'454,"-1"0"1,1 2 0,6 1 0,1 5 55,4 1 1,2 2 0,5 6-325,-1-1 1,-1 2 0,4 3 0,-1 3 75,-3 1 0,1 1 0,5 3 1,2-3-30,3-2 0,4-2 1,8-5-1,-1-1-245,1 1 0,7-1 0,1-1 0,3-4-314,0-6 0,-3-3 0,5-2 1,-3 0-24,3 0 0,-5-2 0,1-3 0,-2-8 152,-4-7 1,-7 0-1,-4-6 1,-1 0 346,-5 0 1,-1-1 0,-2-4 0,-2 1 477,-3 3 1,-10 1-1,-9-2 1,-2 5 149,-3-1 0,-2 5 1,-2-1-1,-2 5-409,-4 4 1,3 8-1,-7-3 1,1 6-616,0 6 1,5 3-1,0 7 1,8 1-1575,7-1 1,11 3 1819,5 3 0,34 18 0,9 12 0</inkml:trace>
  <inkml:trace contextRef="#ctx0" brushRef="#br0" timeOffset="8">26558 4266 7894,'-17'0'898,"0"0"1,1 0 1808,-1 0-2229,8 0 1,0 0 0,5 2 0,-1 4-189,1 5 0,2 3 1,2 3-1,2 1-204,4 4 0,-3-1 0,8 4 0,2 1-116,2 0 1,3-8 0,4 1 0,6-8-307,3-4 1,4-3-1,2-10 1,3-5 63,3-4 0,-9-9 0,1-3 0,-7-4 247,-4-2 0,-10 0 0,-8-1 0,-4 1 412,-2 0 1,-8 0 0,-4 2 0,-9 3 51,-6 6 1,-6 4 0,-4 3 0,-2 4 167,3 6 1,-5 3 0,3 2 0,3 2-1037,5 3 0,1 5 0,9 6 1,5 2-1794,8 4 2222,5-3 0,39 12 0,9-5 0</inkml:trace>
  <inkml:trace contextRef="#ctx0" brushRef="#br0" timeOffset="9">28095 1191 7979,'-16'0'218,"5"0"1,0 0 0,-2 0 0,-2 0 352,-1 0 1,-1 7 0,1 6-188,-1 7 0,-5 0 1,0 8-1,2 1 110,1 2 1,5 1 0,3-3-1,5-1-137,4 1 1,2-5-1,4-2 1,5-4-281,8-1 1,10-6 0,1-2 0,3-2-119,2-3 1,0-2-1,2-4 1,2-3-64,2-6 1,-1-4 0,-7-3 0,-3-3-106,-6-1 1,-4-7 0,-3 1 0,-4-3 425,-5-2 0,-6-2 1,-6-2-1,-5-1 235,-4 1 0,-7 4 1,-2 5-1,-1 4-156,-5 1 0,-1 10 0,-2-2 0,0 6-483,0 5 1,0 2 0,0 4 0,0 4-2955,0 5 3141,-1 3 0,1 32 0,0 8 0</inkml:trace>
  <inkml:trace contextRef="#ctx0" brushRef="#br0" timeOffset="10">19794 695 8065,'-16'-8'253,"-1"6"0,1-3 0,-1 3 1067,0 2 0,1 2-973,-1 3 0,1 6 0,-1 10 0,1 4 0,-1 5-5,1 5 0,-1 1 0,1-1 0,-1 2-108,1 2 1,5 7 0,1-4 0,3 0-122,3-3 1,4-4-1,6-2 1,5-2-157,4-4 0,8-5 0,5-11 1,5-5-204,6-4 0,3-4 1,6-4-1,-2-6-44,-2-9 1,-8-1 0,3-9-1,-4-6 297,-2-3 0,-9 1 0,-6-5 0,-7-2 186,-3-1 0,-3-9 1,-7 1-1,-5 2 292,-10 2 0,-1 8 1,-11 7-1,-4 6-306,-4 8 0,-4 11 1,5 6-1,-3 3-1188,2 2 0,4 9 1,6 7 1008,5 10 0,17 21 0,6 11 0,0 4 0,0 1 0</inkml:trace>
  <inkml:trace contextRef="#ctx0" brushRef="#br0" timeOffset="11">18190 1389 8070,'-7'-16'1422,"3"-1"-514,-7 0 0,9 3 0,2 3-490,9 5 0,13 4 0,6 2 1,5 0 0,6 0 1,8 6-1,10 1 1,4 2-313,7 4 0,20-4 0,-35-2 0,1-1 0,3 2 1,2 1-202,1 1 1,1 0 0,1 1 0,1-2-1,1-2 1,0-1 0,6 0 0,2-1-188,2 2 0,3-1 0,6-2 0,1-1 0,-2 0 0,-1 0 0,0-2 0,-2 0 124,-3-1 1,-1 0-1,-2 0 1,-1 0 0,-5 0-1,-2 0 1,-3 0-1,-3 0 61,-3 0 0,-3 0 1,31-8-1,-17-1 0,-3-2 101,0 0 1,-9 0 0,-11-4-1,-14 3 153,-10 1 0,-11 5-524,-3-5 0,-6 7 0,-6-1 0,-5 3-240,-4 2 0,-7-6 1,-1 1-1,-1 1-1602,0 2 2208,-6 2 0,-17-14 0,-14-5 0</inkml:trace>
  <inkml:trace contextRef="#ctx0" brushRef="#br0" timeOffset="12">20704 1224 8070,'-17'-8'143,"1"-3"0,5-2 0,0 1 1183,-2 1 1,3 5 242,-1-5 0,10 7-1321,1-1 0,9 5 0,11 5 0,4 6-232,2 4 0,9 2 0,9-1 0,2-1-108,-2-4 1,3 4 0,-4-4 0,-1 3-145,-3 3 1,-6-1 0,-6-1 0,-7-2 77,-7-2 1,-7-2 0,-12 2 0,-8-3 348,-12-1 0,-5 0 1,-17 6-1,-5-2-906,-4 2 1,3 4 0,-3 3 714,0 2 0,-8-1 0,-9 2 0,-10-1 0,1 0 0</inkml:trace>
  <inkml:trace contextRef="#ctx0" brushRef="#br0" timeOffset="13">21398 2547 7826,'-7'-10'-168,"-2"-2"1,-6 4 663,4-1 1,2 5-79,3-1 1,4 1-153,-3-1 1,5 3-1,4-6 991,1 1-773,1 5 1,-5-7-306,5 4 0,-4 5 0,5-2 1,-1 7-23,-1 4 1,1 2-1,-5 6 1,3 0-59,2-1 0,1 2 0,-3 3 0,1 1-96,-1-2 0,3-2 0,1-1 0,-1-1-19,0 1 0,6 5 1,-2 2-1,4 3-114,1 8 0,1 0 0,-1 11 0,1 4 44,0 3 1,5 10 0,0-5-1,-2-1 12,-2-7 1,1-2 0,1-8 0,2 1-162,-2-1 0,-2 0 0,-1-3 0,0 2-54,-1-3 0,4 5 1,-1-3-1,-5 1 74,1 1 1,0-3 0,1 7-1,1 0 229,-1-1 1,-1 3 0,-2-6 0,-2 0 216,2 1 1,-4-3 0,0-6 44,-1-5 0,-1-8-76,-2-8 0,-1-8-344,7 3 1,-5-4-384,5-2 1,-6 0-27,6 0 1,-7-2-92,1-4 1,-5-1 643,-5-4 0,-24-28 0,-10-10 0,-6-2 0,0 1 0</inkml:trace>
  <inkml:trace contextRef="#ctx0" brushRef="#br0" timeOffset="14">21729 3886 7802,'2'26'56,"3"-4"0,-1 4 1,7 1-1,0 4 189,-2 2 1,8-1-1,-3-3 1,7-1-310,-1 1 1,0-5 0,0-2 0,2-4 57,-1-1 0,-3-2 0,-2-4 915,1-6-273,-1-3 0,-1-4 0,-4-3-341,-5-6 0,-4-4 0,-1-4 0,3-3-327,2-5 0,-1-10 1,-5-3-1,0-3-274,0-2 1,0-1-1,0 0 1,0 3-480,0 3 1,0 1-1,0 8 785,0 4 0,-7-19 0,-2 2 0</inkml:trace>
  <inkml:trace contextRef="#ctx0" brushRef="#br0" timeOffset="15">20224 3704 7788,'-16'0'712,"-1"0"0,0 0 1552,1 0 1,9 0-1891,7 0 1,12 0 0,14 2 0,4 2-396,4 1 1,11 1-1,-1-6 1,5 0-509,6 0 0,-5 0 0,1 0 0,-6 0 529,-5 0 0,-16-15 0,-9-3 0</inkml:trace>
  <inkml:trace contextRef="#ctx0" brushRef="#br0" timeOffset="16">20671 3572 7788,'-11'-6'2630,"0"1"1,9-1-2333,2 6 0,13 0 1,10 0-1,3 0-451,4 0 0,6 0 1,5 2-1,-1 2 11,1 1 0,1 3 0,-7-5 0,-4 5 25,0 1 0,-9-4 0,-3 6 1,-8 2 259,-4 2 1,-3 2 0,-8-1 0,-3 2 40,-3 5 1,-2-3 0,-9 7 0,-1 3-186,2 1 0,2 4 0,1 2 0,1 1-62,-1-1 1,1-2-1,1-2 1,2-2 255,2-3 0,7-4 0,-3-10 114,0-3 1,7-3-1,1-8-206,14 0 0,4-8 0,8-5 0,3-7-563,1-7 0,7-5 0,3-1 1,-1-2-3150,1-3 3611,5 3 0,7-5 0,9-5 0,9 1 0,0 0 0</inkml:trace>
  <inkml:trace contextRef="#ctx0" brushRef="#br0" timeOffset="17">23333 4845 7910,'-9'-16'105,"-4"5"1,6 1 0,-1 1 0,-1 2 1362,0 0-910,5-6 0,-3 9 0,5-5 0,-2 0 1053,-1-1 0,-1 5-1067,6-6 1,2 7-576,4-1 1,8 3 0,12 4 0,5 1 9,10 3 1,6 1 0,10-3 0,10 1 1,8-1 1,8 3 0,5 1 0,-40-4 0,1-1 29,5 1 1,1 0 0,0 1 0,2 1 0,4-3-1,1 1 1,-3 0 0,-1 1-57,-3 1 0,-1 1 0,1-1 0,0 1 0,-1-1 0,0 1 0,1-2 0,-1 1-39,-1 0 0,-1 1 1,-5-3-1,-1 1 1,44 4-1,0-2 4,-43-5 0,0 0 0,43 0 0,-4-2 0,-7 0 243,-7 0 0,2 0 0,-3 0 0,-3 0-59,-5 0 0,-10 0 1,-13 2-1,-8 1-298,-7 3 0,-3 1 0,-5-3-575,-1 1 1,-6 3-1,-3-5-824,0 3 1,3 5-936,6-6 2592,-7 1 1,-38-58 0,-17-12 0</inkml:trace>
  <inkml:trace contextRef="#ctx0" brushRef="#br0" timeOffset="18">25896 4779 7910,'0'-11'258,"0"0"1,2 2 52,3-2 0,5 3 0,6 8 0,3 0 99,3 0 0,5 0 0,12 0 1,7 2 23,7 4 1,4-3 0,5 8 0,-5 2-196,-5 2 1,-6 2-1,-15-1 1,-3 1-128,-6-1 0,-11 1 0,-8-1 1,-8 1 6,-12-1 1,-9-5 0,-12 0 0,-8 0-461,-7-1 1,-6 4 0,-7-3-1,0 6 341,-1 5 0,14-6 0,-4 1 0,-3 4 0,-1 0 0</inkml:trace>
  <inkml:trace contextRef="#ctx0" brushRef="#br0" timeOffset="19">24772 5226 7910,'-26'-2'126,"4"-2"1,3-2 255,3 3-144,-1 8 0,8 5 0,4 6 1,3 2-1,2 4 0,0 6 94,0 3 0,13 1 0,5-3 0,6-2-363,5 3 0,8-6 1,2-4-1,-3-7 20,-1-8 1,2-5 0,-2-5 0,-4-8-63,0-7 0,-12-6 1,-4-9-1,-6-2 134,-6-1 1,-8-3 0,-8 5 0,-5-1 438,-4 6 0,-13-1 1,0 10-1,-6 4-704,-5 5 1,-3 0 0,-4 8 0,-1 3 203,7 6 0,4 19 0,10 12 0</inkml:trace>
  <inkml:trace contextRef="#ctx0" brushRef="#br0" timeOffset="20">27451 4151 7826,'0'-24'352,"0"-4"1,0-3 0,0-4 0,0-4 0,0-6 627,0-9 1,7-1 0,4-11-681,4-8 1,7-6-1,2-9 1,-12 42-1,1-1-192,2-3 0,0-1 1,1 1-1,1 1 0,1-2 1,0-1-1,2 3 0,-1-1 81,0 1 1,-1 1 0,-1 3 0,1 0 0,-2 2 0,1 0 0,16-41 191,0 3 1,-7 12-1,-4 6 1,-4 5-205,-1 5 0,-6 10 0,-2 8 0,0 8 6,0 12 1,-3 1 0,5 7-280,2-1 0,1 4 0,3-4 0,-2-1-320,-4 1 1,3 4 0,-3-4 0,2-1-1792,-2 1 306,4 5 1422,-13-3 0,3 7 422,-10 0 1,1 0 122,-7 0 0,5 0 0,-5 0 375,-1 0 0,-3 7 0,-2 5-191,1 2 1,-1 3-1,1-1 1,-1 1-347,1-1 1,-8 8 0,-4 2 0,-5 3-295,-5 4 1,3-3-1,-4 7 1,6-8-257,5-7 1,6-4 0,13-3-617,9-4 1262,15-11 0,47-41 0,19-23 0,-21 19 0,0 0 0,0-1 0</inkml:trace>
  <inkml:trace contextRef="#ctx0" brushRef="#br0" timeOffset="21">28195 2117 8499,'0'-17'1360,"0"1"0,-2 1 0,-2 6-695,-1 9 1,-6 9 0,5 13 0,2 6-608,3 3 0,1 4 1,1 3-59,5 6 0,16 0 0,9 4 0,5 5 0,0-1 0</inkml:trace>
  <inkml:trace contextRef="#ctx0" brushRef="#br0" timeOffset="22">28377 3192 7928,'-24'0'2445,"9"-2"497,4-4-2612,18 4 0,21-11 0,10 6 1,7 0-1,2-1 0,1 5-458,-4 1 1,2 2-1,-5 0 1,-1 0-1501,0 0 0,-7 5 1628,-5 1 0,-59-30 0,-10-13 0</inkml:trace>
  <inkml:trace contextRef="#ctx0" brushRef="#br0" timeOffset="23">28707 3026 7928,'-16'-16'0,"1"-1"620,4 1 1,-2 5 0,6 1 177,-2 3 1,-1 9-1,-1 11 1,4 5-245,0 4 1,5 9 0,-4 1-1,5 4-1004,1 1 0,0 4 1,1-1-1,5 0-3391,5 1 3841,4 5 0,45-33 0,12-1 0</inkml:trace>
  <inkml:trace contextRef="#ctx0" brushRef="#br0" timeOffset="24">29021 3076 7928,'-16'-15'1996,"1"2"-1102,4 2 1,4 9 0,11 1-273,7 4 1,0 12-1,12 0 1,0 5-566,-1 0 0,-2 0 0,-7 0 1,-2 4-412,2 2 1,-6-4 0,-2 6 0,-3 1 121,-2 2 1,-7 2-1,-4 0 1,-4-1-78,-1-5 0,-6 3 0,1-8 0,5-2 275,3-2 0,11-3 0,2-4 221,9-5 0,13-12 1,6-7-1,5-5-332,6-4 0,3-6 1,9 6-1,6 0-780,9-2 925,1 6 0,2-13 0,9-6 0,1 1 0,0 0 0</inkml:trace>
  <inkml:trace contextRef="#ctx0" brushRef="#br0" timeOffset="25">28757 728 9317,'2'11'821,"5"-2"0,8 0 0,7-2-378,4 1 0,3 3 1,10-6-260,5-1 0,5 3 1,6-1-1,8-3-4,7-1 0,14-2 1,-35 0-1,1 0 1,5 0-1,1 0-77,3 0 0,1 0 1,3 0-1,1 0 1,4 0-1,2 0 1,0 0-1,1 0-140,0 0 0,0 0 0,0 1 0,-1 0 0,-2 1 0,-2 2 1,-1 1-1,-1 1 16,-6 1 0,-2 0 0,-5-1 0,-1-1 0,32 5 0,-1-3-62,-3-3 1,-12-3-1,-13-1 1,-7 0-124,-8 0 0,-10 0 1,-6 0-1,-4 0-272,-1 0 1,0-1 0,-1-3-1616,1-2 1398,-8 1 0,-4-1 0,-10 1 1,-6 1 694,-4 2 0,-16-5 0,-4-2 0</inkml:trace>
  <inkml:trace contextRef="#ctx0" brushRef="#br0" timeOffset="26">31022 628 8054,'-11'-7'872,"2"-4"1927,2-4-2505,1-1 1,10 7 0,5 5 0,10 6-211,4 3 0,7 8 0,7-2 1,3 4-118,2 1 0,4 3 0,7 1 0,4 4-65,2 2 1,6-4 0,3 3-1,-4 1-86,0 0 1,-16-6-1,-9 2 239,-14-4 1,-17-8-1,-14-3 1,-18-2 161,-16 1 0,-19 1 0,-18-3 1,-4 3-442,-2 3 0,8-1 0,5 4 0,8-2-759,7 1 0,5 3 0,8 2 983,9-1 0,95-7 0,-15-5 0,0 0 0</inkml:trace>
  <inkml:trace contextRef="#ctx0" brushRef="#br0" timeOffset="27">30311 380 8020,'-16'-9'42,"-1"-6"1,3 4 0,1-3 620,2-3 1,7 6-199,-2 0 0,5 0 0,1-5 314,0-1 1,0 6 75,0 0 0,-2 9-637,-4 2 0,3 9 0,-8 15 0,-4 9-152,-5 10 1,-1 6 0,-4 4 0,3 1-188,7-6 0,0-6 1,12-11-1,4-3 0,9-6 1,6-11 0,6-8-1,6-6-211,3-8 0,9-13 0,3-8 0,-1-4 207,-3-1 0,-3-3 0,-1-1 0,0-1 149,-4-4 0,-9 4 1,-1-1-1,-9 1 244,-6 0 0,-12 11 1,-6-1-1,-9 9-47,-6 8 1,-4 0 0,-2 10 0,-1 1-550,1 2 1,2 2-1,2 2 1,3 2-1001,2 1 1,2 8 1327,6-2 0,-1 41 0,0 10 0</inkml:trace>
  <inkml:trace contextRef="#ctx0" brushRef="#br0" timeOffset="28">15263 13957 8654,'-15'-22'0,"3"0"26,1 1 0,7 1 1,-2 0-1,5-2 1,1 2 538,0 1 0,0 3 0,0-1-8,0 1 1,-6-1 0,-1 3-1,-3 3-239,-2 5 0,-3 4 0,-3 6 0,-4 7-201,-6 11 1,-5 9-1,-6 10 1,-3 10-55,0 13 1,0 12-1,23-33 1,1 2-1,-1 1 1,1 0 18,2 0 0,1 0 1,1 0-1,2-1 1,-3 42-1,4 1 87,6-2 1,12-16-1,8-11 1,7-13-15,4-13 0,9-2 1,9-11-1,5-5-103,6-7 0,4-8 0,7-8 0,0-8-376,1-10 1,-10-7-1,-8-8 1,-8-6-56,-6-7 0,-8-14 0,-3 2 1,-6-2 89,-8 0 1,-7 4 0,-5 1 0,-3 3 41,-6-3 0,-11 6 1,-8 4-1,-5 7 183,-3 8 1,-8 5-1,2 5 1,-6 8 288,-5 7 1,4 0 0,-4 8 0,5 1-114,6 2 1,5 6 0,14 5-2088,8 7 1975,15 12 0,70 20 0,-23-18 0,0 0 0</inkml:trace>
  <inkml:trace contextRef="#ctx0" brushRef="#br0" timeOffset="29">16057 13692 8358,'-7'-16'0,"-3"-1"586,1 1 1,4 1 76,10 4 1,6 4 0,9 8 0,4 5-376,2 5 1,2 11 0,5 5 0,-2 7-213,-4 4 0,-3 4 0,-9 8 1,-4 1 79,-5 5 0,-6 10 1,-8 11-1,-8 4-56,-10 1 1,-5 7-1,14-44 1,1 0 0,0 0-1,0 0-96,2 0 1,1 0 0,-9 34 0,11-15 0,5-14-108,4-15 1,2-10 0,2-10 61,4-4 0,-3-4 0,8-7 0,2 0 307,2 0 0,2 0 1,1 2-1,2 2-214,2 1 0,6 1 0,-6-4 0,-2 1-276,-2 3 0,-1 1 0,-1-1 0,1 3-576,0 0 1,-6 4-1,-2-6-19,-2 3 1,6-7-1,-2 3-624,4-4 1443,1-2 0,15-67 0,4-15 0</inkml:trace>
  <inkml:trace contextRef="#ctx0" brushRef="#br0" timeOffset="30">16536 13676 8230,'-25'-17'130,"1"1"1,7 1 0,1 2 0,-1 4 1922,1 1-1162,7-4 1,1 8 282,8-7-910,0 7 0,0-1 1,-2 12-163,-3 10 0,-4 1 0,-8 8 0,1-1 190,-1 1 0,-7 9 0,-2 9 0,-3 8-21,-4 8 1,4 10-1,9-26 1,-1 2 0,2 2-1,0 1-113,-1 2 1,1 1-1,1 7 1,3 0 0,2-2-1,2 0 1,1-2-1,3 0-101,4-3 0,3-3 0,9 28 0,19-18 1,12-9-108,11-6 0,8-13 1,7 0-1,0-3-800,1-2 1,-1-4-1,2 2 1,3-4-1636,7-6 1,1-3 2484,-2 1 0,-26-30 0,1-9 0,-1-5 0,1 0 0</inkml:trace>
  <inkml:trace contextRef="#ctx0" brushRef="#br0" timeOffset="31">17330 13742 8468,'6'-31'565,"-1"3"1,6 8-1,-5 14 289,-3 12 1,-1 8-1,-4 10-617,-3 9 1,1 8 0,-7 8 0,-3 3-105,-7 3 0,3 4 0,-4 9 0,4 2-89,1 1 1,0 8 0,1-3 0,-1-3-63,1-7 0,7-12 1,3-14-1,4-3 28,2-6 0,0-3 0,2-1 77,4-5 0,-3-11 0,10-3 0,4-3 98,3 1 1,9-1 0,-1-5 0,3 0-112,2 0 1,2 0-1,2 0 1,1 0-230,-1 0 0,5 2 1,1 2-1,-1 1-512,-3-1 1,-6-2 0,-4-2 0,-3 1-1511,-2 5 2177,-2-4 0,-6-2 0,1-9 0</inkml:trace>
  <inkml:trace contextRef="#ctx0" brushRef="#br0" timeOffset="32">18289 13808 8238,'8'-17'219,"-5"1"0,8 1 0,2 4 426,2 6 0,1 3-236,1 2 1,7 2 0,3 5 0,5 8 0,1 9 0,0 5 181,0 6 0,-6 9 0,1 2 0,1 7-252,3 8 0,-7 14 1,-4 4-1,-9 0-344,-6 2 0,-6 0 0,-7 2 0,-10-3-147,-9-2 1,-7-12 0,-3-13 0,-5-7-274,-1-7 1,3-12 0,-5-5 0,-2-4-1359,-2-1 1783,-8 0 0,3-18 0,-5-4 0,-7 0 0,0-1 0</inkml:trace>
  <inkml:trace contextRef="#ctx0" brushRef="#br0" timeOffset="33">19993 14354 8238,'-17'-15'192,"1"2"479,-1 2 0,10 7 0,7-1 291,9 3 0,7 2 1,8 0-1,9 0-433,10 0 0,12 0 0,11 0 0,13 0-441,15 0 1,-43 0 0,0 0 0,1 0 0,-1 0 0,2 0 0,-1 0-252,0 0 0,-1 0 0,1 1 0,1 0 0,-3 0 0,-1 2 0,39 2-644,-13-1 1,-5-1 0,-15 1 0,-3 2-1199,-6-3 1,-8-1 2004,-10-2 0,-26-7 0,-13-2 0</inkml:trace>
  <inkml:trace contextRef="#ctx0" brushRef="#br0" timeOffset="34">21101 14155 8134,'-17'-5'0,"2"-3"-446,4-1 0,6 5 717,10-1 0,6 3 0,11 2 0,8 0 293,6 0 1,14 0 0,13 0 0,6 0 249,9 0 0,2 2 1,-1 3-1,-7 5-452,-11-1 1,-12 7 0,-10-1 0,-13 5-311,-12 1 1,-10-3 0,-15 0 0,-11 2 248,-7 3 1,-21 6 0,-14-2-1,-21 7-113,34-15 0,-1 0 0,-3 2 0,0 0 0,-1 4 1,2 0-1,2-1 0,1 0-263,2-2 1,2 0 0,3 1 0,2 0 0,-30 15-1051,12-1 0,32-11 0,24-10 1125,26-8 0,54-14 0,-28 2 0,-1-1 0</inkml:trace>
  <inkml:trace contextRef="#ctx0" brushRef="#br0" timeOffset="35">22242 14089 8349,'-8'-26'165,"6"-3"0,-3 7 1,1 2 351,-1 1 1,1 5-1,-7 3 41,-2 5 1,-2 12 0,-1 6 0,-3 9-107,-3 6 1,4 6 0,-4 8 0,4 6-13,1 7 1,2 1 0,4-4 0,6 3-239,3 1 1,13 7-1,9-5 1,13-2-224,8-5 0,3-13 0,7-4 0,3-11-550,1-9 0,0-8 0,-6-14 0,-1-13 17,-4-15 0,0-11 1,-11-5-1,-9-4 146,-9-2 1,-8 1 0,-8-5-1,-7 2 332,-8-1 0,-10 3 0,-13-1 0,-7 1 152,-7 5 1,0 3 0,-4 20 0,4 11-98,5 10 1,4 10 0,0 6-1,5 7-983,4 7 1004,17 6 0,25 21 0,21 5 0</inkml:trace>
  <inkml:trace contextRef="#ctx0" brushRef="#br0" timeOffset="36">23416 13709 8238,'0'-33'153,"1"5"1,3 2-1,2 2 1,-3 4 541,-1 2 1,4 1 0,-1 1 1209,-1-1-1589,-2 1 1,-15 14 0,-4 9 0,-3 13-70,-4 14 1,-2 6-1,-7 11 1,0 6 21,0 10 1,-2 8 0,17-32-1,0 2 1,-2 2 0,1 2-188,0 2 0,1 0 1,0 3-1,1 1 1,2 3-1,1 1 1,2 0-1,2-2-335,3-1 1,3-2 0,5-2 0,3-2 0,15 25-1,14-11-950,15-12 0,7-12 1,7-12 1202,-1-6 0,-8-28 0,13-11 0,0-1 0,9-1 0,-1 0 0,0 0 0</inkml:trace>
  <inkml:trace contextRef="#ctx0" brushRef="#br0" timeOffset="37">24044 13858 8238,'17'0'278,"-3"1"1,-1 3 0,-2 3 0,2 4 651,2 8 1,-6 7 0,-4 12-573,-3 6 1,-2 6-1,-3 5 1,-8 6-500,-12 3 0,-4 6 1,-2-4-1,5-7-371,5-6 512,-1-3 0,55-45 0,4-10 0</inkml:trace>
  <inkml:trace contextRef="#ctx0" brushRef="#br0" timeOffset="38">24639 13576 8238,'28'0'0,"-1"2"372,3 4 0,7 3 1,3 9-1,0 6 0,3 9 733,-1 10 1,2 6 0,6 4-588,-1 3 1,6 13-1,-1 3 1,-8 7-111,-11 4 0,-19-6 0,-20 2 1,-20 4-431,3-40 0,-5 0 0,-5 8 0,-4-1 0,-8 0 0,-3-1 0,0 2 0,-1-1-1123,-1 1 0,-2-1 1,-9 6-1,-3 0 1145,-4 2 0,0 0 0,-1 0 0,0 0 0,-5 0 0,0 0 0</inkml:trace>
  <inkml:trace contextRef="#ctx0" brushRef="#br0" timeOffset="39">22870 12568 8016,'-33'-74'145,"7"8"0,4 0 1,4 11-1,1 9 675,1 7 0,-1 10-547,1 1 1,-10 15 0,-5 2-1,-10 10 1,-7 8-124,-9 9 1,-5 18 0,-6 17 0,33-20-1,0 2-247,-1 4 1,1 2-1,-5 4 1,1 2-1,-1 1 1,0 2-1,-2 0 1,-2 1-183,-2 0 0,-2 1 0,0 5 0,1 2 0,0 1 1,0 0-1,2 1 0,0 0 240,0-1 0,0 1 1,2 3-1,0 1 0,-3 3 1,2 2-1,0 3 0,3 2 178,2-1 1,3 3 0,4 2-1,3 2 1,2-3 0,3 0-1,1 6 1,2 2-116,0 1 0,1 2 0,1 2 0,3 1 0,5-1 1,4 0-1,5-4 0,6-1 100,5-1 1,6-1 0,8-4 0,7-1 0,4-1 0,4 0 0,2-2 0,2-1-84,3 1 0,4-3 1,6-1-1,6-4 0,6-3 1,4-3-1,-22-19 1,1-1-1,1 0-79,3 2 1,1-1 0,2-2 0,2-1 0,2-2 0,2-2 0,6-2-1,3-2 1,1-4 0,0-1 0,2-3 0,1-3-136,2 0 1,1-3 0,1-1-1,4-1 1,1-2 0,1-1-1,2-2 1,1-2 0,1-1 0,-1-1-1,0-2 1,1 0 139,-1 0 1,0-2 0,1-1 0,2-4 0,-1-3-1,0-1 1,-7-1 0,-1-2 0,0-2 0,1-3 0,0-2-1,-1-1-22,1-2 1,-1-1-1,0-3 1,4-5 0,0-3-1,-2-1 1,-2-3-1,-2-2 1,0-1 0,-2-2-1,-1-2 1,0-1 13,-1-1 0,-1-2 0,-1-1 0,-3 0 0,-1-2 0,-1-2 1,-2-2-1,-1-3 0,-2-1 0,-2 0 0,-1-1 0,-3-1-9,-4 0 0,-2-1 0,-1-1 0,-2 0 1,-1-2-1,-3 0 0,-6 2 0,-2-1 0,-2 0 1,-1 0-1,-2 0 0,-2-1 67,-2 1 1,-1-1 0,-4-1 0,-4 2 0,-4 0 0,-3-1 0,0-24 0,-5 0 0,-5 3-1,-4 1 269,-4 5 1,-5 1 0,-5 2 0,-5 1 0,-7 2 0,-5 1 0,-6 2 0,-5 2-109,-6 5 0,-3 2 1,1-1-1,-2 3 0,-1 5 1,-1 1-1,-1-1 0,-2 2-194,-4-1 0,-3 3 0,-3 0 0,-3 3 0,-3 0 0,-1 2 0,2 2 0,-1 2-138,-2 1 1,-2 3 0,-2 4 0,-2 3-1,-4 5 1,-3 3 0,0 3 0,-2 3 67,2 3 0,-2 4 0,26 5 1,-1 1-1,1 2 0,-26 6 0,0 3 1,26 0-1,-1 1 0,0 1-35,-3 1 1,-1 1 0,0 3 0,-2 3 0,1 2 0,-1 2 0,-3 2 0,-1 2 0,1 0 0,0 2 0,1 2 0,0 0 40,0 1 0,0 2 0,0 0 0,-1 0 0,-1 1 0,1 1 0,-2 1 0,0 0 0,1 1 0,3 1 0,1 1 0,1 1-434,1 0 0,2 1 0,2 1 514,3-1 0,2 0 0,1 1 0,5-3 0,2 0 0,1 0 0,-23 17 0</inkml:trace>
  <inkml:trace contextRef="#ctx0" brushRef="#br0" timeOffset="40">14569 16983 8484,'-17'-7'13,"1"-4"1,1 1 153,4-1 0,3 15 5,8 2 1,6 8 0,-1 8 0,1 10 0,0 10 428,-1 13 1,2 15-1,-3 7 1,3 6-559,3 5 1,-5 4 0,0-43-1,1 1 1,1-2 0,1-1-206,12 42 0,0-10 1,6-21-1,-2-8-763,-4-10 1,-2-8-249,-1-10 1173,-8-8 0,-15-63 0,-10-34 0,-2 0 0,-1 1 0</inkml:trace>
  <inkml:trace contextRef="#ctx0" brushRef="#br0" timeOffset="41">14552 17066 8567,'2'-32'128,"3"5"1,6 1-1,12 6 1,4-2 193,4 2 1,2 3 0,2 4 0,2 4-37,2 2 0,-3 1 1,-6 6-1,-3 2-149,3 4 0,6 3 0,3 9 0,-2 2-229,-2 2 0,-4 8 0,-5-3 0,-10 6 107,-8 6 1,-8 1-1,-10 6 1,-12-2 128,-14 2 1,-10 2-1,-6 2 1,-1-2 171,-2-4 0,0-6 0,7-10 0,4-6-401,5-4 0,4-3 0,4-6-855,4-9 0,10-9 0,13-11 0,10-4 940,10-2 0,30-24 0,15-10 0</inkml:trace>
  <inkml:trace contextRef="#ctx0" brushRef="#br0" timeOffset="42">15346 16867 8548,'16'-7'323,"1"-1"1,-1 1 337,1 13 0,-8 10 0,-3 19-581,-4 4 0,-2 3 1,0 11-1,0 6-91,0 7 1,-2 4 0,-2-6 0,-2-5 24,3-9 1,1-4 0,2-13-253,0-8 1,0-15 312,0-16 1,0-7-1,0-18 1,0-6 0,0-3 1,0-12-1,0-6 1,2-3 176,3 0 0,3 8 0,5-2 1,-1 3 36,7 3 1,-1 7 0,10 3 0,1 6-309,2 5 0,4 1 0,2 8 0,2 7-840,-3 2 1,-6 5 0,-5 5 0,-1 2 857,-3 3 0,-10 19 0,-4 11 0</inkml:trace>
  <inkml:trace contextRef="#ctx0" brushRef="#br0" timeOffset="43">15792 17396 9235,'0'-16'571,"0"-1"0,2 1 1,6-1-1,6-1-95,6-4 0,15-4 0,0-9-584,6-3 0,-3 3 1,5-6-1,-3 3-224,-3-1 1,-4 0-1,-8 6 1,-8 2 103,-10 4 1,-12-3 0,-6 8-1,-4 4 1,-1 5 1,-8 6 0,-2 8 0,-2 7 523,1 8 0,-6 8 0,-4 11 0,4 4 358,4 5 1,7 4 0,-4 3-1,4 4-149,7 6 0,6-4 1,9-2-1,2-6-345,3-4 1,12-1 0,14-13 0,9-11-340,10-11 0,16-9 1,4-7-1,7-10-682,8-8 1,-6-16 0,-10-7 0,-6-7-19,-8-3 1,-5-7 0,-8-3-1,-9 4 486,-9 0 1,-6-1 0,-3-3 0,-4-3 310,-5-6 0,-5 9 0,-1 5 1,-1 10 756,-5 11 0,4 12 0,-5 10 3755,-1 7-3796,7-2 0,-7 23 1,8 3-1,0 14-436,0 12 1,-5 9 0,-1 17 0,3 14-131,1 13 0,-1-39 1,0 3-1,0 1 1,1 2-1,0 2 1,2 1-301,1 4 1,2-1-1,0-4 1,3-1 0,1-1-1,2-2 1,-1-3 0,1-2-177,7 36 1,1-13 0,-2-17 0,-4-12 14,-6-8 0,-3-10 0,-2-4 147,0-3 1,-7-10 0,-4-4 0,-4-5-180,-2-5 1,-5-6 0,0-13 423,2-9 0,-6-29 0,-7-25 0,0-3 0,6 15 0,0 1 0,0 0 0,0-1 0</inkml:trace>
  <inkml:trace contextRef="#ctx0" brushRef="#br0" timeOffset="44">16388 17033 8417,'-26'-28'1841,"4"2"-1127,3 2 1,14 10 0,10 8-1,18 4-608,11 2 1,11 0 0,10-2 0,7-1-427,8-3 1,5-5 0,8 6 319,0 1 0,-1-5 0,1 0 0</inkml:trace>
  <inkml:trace contextRef="#ctx0" brushRef="#br0" timeOffset="45">17132 16536 8417,'-26'-7'0,"4"-2"347,4 0 0,8 3 0,5 12 1,5 5-531,5 3 1,5 9 0,4 0-1,-1 3-1000,-2 4 1,-5-7 1182,5-1 0,0-3 0,5-3 0</inkml:trace>
  <inkml:trace contextRef="#ctx0" brushRef="#br0" timeOffset="46">17297 17082 8304,'0'50'-203,"-5"1"0,-3 4 0,1 4 208,0 0 1,-4-2 0,3-11 0,1-6 50,0-7 1,-1-11-57,3 0 0,-5-25 0,-6-8 0</inkml:trace>
  <inkml:trace contextRef="#ctx0" brushRef="#br0" timeOffset="47">17396 17033 8304,'0'-32'0,"0"3"243,0 1 0,8 10 1,3 0-1,2 5 364,-2 0 0,9 6 0,-4-1 1,3 3-72,-1-1 0,0 6 0,3 9 0,3 4-433,1 6 1,-3 6 0,8-1 0,3 0-313,4 0 1,7 4 0,-6-6 0,-1-2-357,-2-2 0,2 2 0,-2-1 0,-6-5-193,-3 1 0,1-6 0,-3 2 0,0 2-1213,0 2 1971,-2-6 0,-6-2 0,1-7 0</inkml:trace>
  <inkml:trace contextRef="#ctx0" brushRef="#br0" timeOffset="48">18058 16867 8616,'-17'0'718,"1"-3"1,1 3 0,2 7-201,2 6 0,-2 12 0,-9 7-198,-5 4 0,-6 12 1,-8 2-1,-7 9-498,-5 5 0,0 0 0,11-3 178,9-6 0,51-33 0,20-9 0</inkml:trace>
  <inkml:trace contextRef="#ctx0" brushRef="#br0" timeOffset="49">18951 16619 8304,'7'-33'489,"-5"-6"1,3 3 0,-1 4 1328,2 9-1738,-4 4 0,5 12 0,-7 7-172,0 9 1,-7 6 0,-5 3 0,-4 4-85,-6 6 0,-4 9 0,-9 3 0,-1 2 109,-3 4 0,2-4 1,11 1-1,8-5 20,5-7 0,11 1 0,4-8 1,15-1-7,14 1 0,9-7 0,10-8 0,0 0 54,-1 0 0,1 1 0,-2 3 0,-6-2 129,-9 1 1,-4 3 0,-10 3 0,-6 5 56,-4 4 0,-11 4 0,-11 4 1,-7 4-9,-8 5 1,-7 4-1,0-1 1,6-2-372,3-7 1,4-10 0,6-6-1190,-1-4 0,8-11 1381,4-7 0,32-80 0,-9 25 0,1 1 0</inkml:trace>
  <inkml:trace contextRef="#ctx0" brushRef="#br0" timeOffset="50">19282 16851 8304,'7'-17'310,"2"6"1,8 2 247,-1 2 0,-5 8 0,-2 12 1,-1 7 48,-5 8 0,-1 3 0,-2 4 0,-2 2-298,-3 2 1,3 5 0,-4-4 0,5 0-466,1 1 0,7-10 1,4-9-1,4-5-247,1-6 0,1-6 0,1-12 0,2-10-258,2-8 1,0-14 0,-7-5 0,-2-2 171,-2 2 0,-5-4 0,3 6 0,-2 0 375,-3 3 1,-2 6 671,-2 5 0,-2 14 0,-2 16 0,-3 10 216,-2 9 0,3 10 0,-3 0 0,0 8-29,0 3 1,5-3-1,-2 3 1,4-2-506,2-3 1,0-2 0,2-2 0,6-2-399,8-3 0,1-10 0,7-9 0,0-3-488,3-8 0,10-13 0,1-12 0,-1-6-169,-2-6 1,-4-3 0,-1-8 0,-5 1 380,-1-1 1,-2 2 0,-7 4 0,-4 5 995,-5 5-140,3 8 1,-13 17 0,2 14-1,-5 10 300,-6 7 1,0 5-1,0 10 1,2 4 124,-2 1 0,4-3 1,0 3-1,0-2-507,0-3 0,5-2 1,-1-4-1,3-3-570,2-6 1,9-11 0,6-6-1,7-5-428,3-5 0,3-6 0,5-13 0,0-7 10,0-6 0,-5-7 0,-3 3 0,-1 1-21,-4-1 1,-3-3 0,-4 8 0,-4 3 610,-2 3 1,-1 15 0,-6 3 667,0 8 1,-6 8 0,-1 12 0,0 2 103,-1 5 0,1 2 1,3 8-1,-1-1-21,1-5 1,2 3 0,2-8 0,0-2-31,0-2 1,2-9-1125,4-3 1,5-8-1,11-7 1,5-10-626,5-4 0,6-5 0,3-7 0,-1-2 289,0-1 1,1-1-1,-6 8 1,-2 3 432,-7 6 1,-8 8 791,-7 8 0,-6 15 0,-10 19 0,-6 3 494,-4 2 1,1 8 0,1 1 0,3 0-605,3-3 0,2-3 0,5 1 0,1 4-1206,5 1 1,10-5 887,12 1 0,28-42 0,15-16 0,5 0 0,0 0 0</inkml:trace>
  <inkml:trace contextRef="#ctx0" brushRef="#br0" timeOffset="51">22242 16867 8304,'-11'-16'0,"-1"-1"573,0 1 1,-3 8-1,-2 10 1,-1 13 0,-6 10 104,-9 7 1,-9 8 0,-11 4-455,-3 4 0,-6 2 0,1 1 0,-3 4-29,-2 6 1,7 1-1,4-1 1,5-6-797,6-4 0,4-10 0,9-8-334,3-9 935,11-13 0,10-48 0,7-18 0</inkml:trace>
  <inkml:trace contextRef="#ctx0" brushRef="#br0" timeOffset="52">21597 16834 8304,'7'-15'104,"6"6"154,7 9 0,0 17 0,10 16 1,3 9 968,3 6 1,12 3 0,0 4 0,5 10-1290,1 10 0,-26-36 0,1 1 0,-2 5 0,-1 0 1,-2-2-1,0-1-1269,16 33 0,-7-7 1331,-5-7 0,-4-4 0,-8-8 0</inkml:trace>
  <inkml:trace contextRef="#ctx0" brushRef="#br0" timeOffset="53">22572 17016 8304,'8'-17'193,"4"1"1,9 1 0,6 4 692,4 6 0,10 3 1,1 4-538,0 3 1,6-1 0,-4 7 0,4 0-46,2-2 0,-3 6 1,-2-2-1,-9 5-157,-6 4 1,-8 8 0,-11-1 0,-6 6-158,-3 3 0,-17 8 0,-7-2 0,-7 4 140,-4 2 1,3-8 0,7-5 0,8-8 181,6-7 1,18-5 0,15-6 0,13-6 103,12-3 0,10-17 1,14-7-1,14-9-497,-37 12 1,3 0-1,6 0 1,3 1-1,8-4 1,1 0 0,4-1-1,1 0 81,2 2 0,11-6 0,-25 3 0,8-6 0,6-4 0,3-2 0,2-1 0,-1 1 0,-4 3 0,0 0 0,0-1 0,1 1 0,-1 0 0,0-1 0,0 1 0</inkml:trace>
  <inkml:trace contextRef="#ctx0" brushRef="#br0" timeOffset="54">26541 16437 8310,'-33'-42'200,"2"3"0,1 14 0,5 8 0,-1 10 278,0 5-381,-1 9 1,-6 10 0,-2 12 0,-4 8-1,-3 7 1,-2 4 570,0 1 1,7 8-1,0 6 1,8 7-155,7 7 1,3-4 0,5-1 0,3-4-283,5-2 1,4 2 0,4 4 0,5 3-426,10 0 1,3-7-1,13-9 1,9-4-391,10-7 0,9-13 1,10-15-1,5-9 126,-1-11 0,-4-14 0,-10-16 0,-8-8 16,-7-12 0,-5-7 0,-10-13 0,-3-7 204,-6-11 0,-6-2 1,-5-2-1,-5 0 211,-4 0 1,-6 45-1,-2 1 1,-1-3 0,-2 0-1,-4 3 1,-2 0 543,-22-36 0,1 14 0,-8 14 0,-2 8 64,-2 8 1,4 10 0,2 8 0,-1 7 57,1 8 1,3 3-1,-1 2 1,5 0-675,9 0 0,14 7 0,6 4 1,6 6-1138,6 5 1,5-2 1170,11 8 0,47 21 0,-24-19 0,-1 1 0</inkml:trace>
  <inkml:trace contextRef="#ctx0" brushRef="#br0" timeOffset="55">27649 16272 8298,'0'-17'-49,"0"1"1,0-1 465,0 1 0,0-1 128,0 1 1,-6 5 0,-1 1-95,-2 3 0,0 3 0,-4 10 1,2 7-86,-2 7 0,-4 8 0,-3 10 0,-4 6-122,-1 4 0,4 9 0,-2 4 1,-1 7-143,-4 9 1,4 9 0,13-35 0,0 1 0,2 1 0,2 1-148,0 0 1,3 0-1,0-2 1,2-1 0,4 1-1,3 1 1,4-3 0,3-1-474,4-1 1,4-2 0,24 27 0,17-18 0,2-14-1154,1-12 1671,17-5 0,-13-27 0,7-7 0,11 0 0,1 0 0</inkml:trace>
  <inkml:trace contextRef="#ctx0" brushRef="#br0" timeOffset="56">28492 16437 8752,'-5'-25'0,"-3"4"816,-1 8 0,6 2 0,-3 11 117,4 8 1,2 12-1,-2 9-532,-3 8 1,3 0-1,-3 9 1,3 5-234,2 8 0,-8 9 0,-3 6 0,-3 5-339,-3 0 1,6-2 0,2 0-1,2-5-58,3-4 1,9-17-1,8-9 1,6-12 75,3-14 0,0-1 1,-6-10-1,1-1 217,-1-2 0,-5-2 1,0-2-1,4-2 317,5-1 1,0-6-1,6 3 1,2 1-195,3 0 1,2-4 0,15 3-1,5-1-446,4-4 0,4 4 1,3 0-1,-3 2-334,-6 3 0,-11 2 0,-7 2 0,-8 0 593,-7 0 0,-18-7 0,-6-2 0</inkml:trace>
  <inkml:trace contextRef="#ctx0" brushRef="#br0" timeOffset="57">29997 16355 8158,'17'-11'310,"-1"1"0,3 3 1,1 5 1252,2 6-1144,7 5 1,-5 15-1,6 5 1,-3 6-1,2 6 1,3 1 358,1 4 0,0 2 0,0 3 0,0 4-453,0 6 1,0 3 0,-2 2 0,-5 0-235,-9 1 1,-12 1 0,-16 3 0,-15 10-256,8-35 0,-4 0 0,-3-3 1,-3 0-1,-7 5 0,-2 0 1,-1-2-1,-1 0-910,-1 1 0,-1-1 1,-7 4-1,-1 0 1074,-3 2 0,-1 0 0,-1-1 0,0-1 0,-4 4 0,0 1 0,-3 1 0</inkml:trace>
  <inkml:trace contextRef="#ctx0" brushRef="#br1" timeOffset="58">15048 15759 26282,'2'-9'-8726,"2"2"8075,1-1 1061,1 7 1567,-6-14-3940,0 13 913,0-5 294,7-1 666,2 6 1,8-5 783,-1 7 0,-5 0 0,0 0-55,2 0 1,-4 2-428,2 3 0,0-3 0,6 4-254,0-4 0,-6-2 0,0 0 880,1 0 0,3 0 0,2 0-34,-1 0 0,1 0 1,-1 0-7,1 0 1,-1 0 0,1 0-666,-1 0 0,6-6 1,1 1-1,-3 1-165,-2 2 0,0 2 1,3 0-1,3 0 56,1 0 1,3 0 0,5 0-1,0-2 205,0-3 0,0 3 0,-2-5 0,-1 1-65,-3 1 0,-1-6 0,3 3 0,-1 1-104,1-1 0,-3-3 0,2 4 0,-1 0-9,-1-1 0,11-3 0,-4 6 0,2 1-24,0 2 1,-2-3 0,2-1-1,1 3-96,3 1 1,-6 2 0,-5 0 0,-1 0 18,-1 0 0,5 0 0,-5-2 0,1-2 85,1-1 0,0-1 0,6 6 1,3 0-126,2 0 0,1 0 0,-3 0 1,2-2 109,-3-3 1,5 3 0,-3-3 0,-3 3-23,-5 2 1,3 0 0,-2-2 0,7-2 22,5-1 1,1-1 0,5 4-1,1-1 11,0-3 0,-1-1 0,-1 3 1,-4-3 45,-5-2 1,-10 5-1,1-3 1,3 1 43,3 1 1,8-6-1,-3 5 1,1 2-118,4 3 1,2 1-1,0 0 1,-4 0 31,-6 0 1,3 0 0,-1 0 0,2 0-31,4 0 0,2 0 0,2 0 0,-1 0-5,1 0 1,0 0 0,-3 0 0,-3 0-6,-5 0 0,-2 0 0,1 0 0,6 0-1,4 0 1,7-2 0,2-2 0,2-2-25,4 3 1,-1 1 0,-1 2 0,-6 0-31,-4 0 1,1 0 0,3 0 0,4 0 46,-1 0 1,5 0 0,-8 0 0,-2 0-47,-1 0 1,-3 0 0,1 0 0,1 2 17,4 3 1,-1-3 0,8 4-1,3-4 68,-1-2 0,-2-2 0,-10-2 0,1-2 58,2 3 0,8-1 0,-3 0 0,3-1-8,-3 1 0,-3 2 1,-7 2-1,0 0-56,-1 0 1,-5 0 0,2 0-1,6 0 5,6 0 1,5 0 0,-2 0-1,-6 0-23,-4 0 1,-7 0-1,0 0 1,2 0 72,2 0 1,2-1-1,-1-3 1,3-2 530,3 3 1,-4-5 0,3 3 0,-9-1-610,-6-1 0,1 5 0,1-1 0,-1 4 0,1 5 0,5 5 0,0-4 0,5 1 0,4-1 0,0 4 0,-7-6 0,-4 1 0,-5 1 0,-4-5 0,1 6 0,7-3 0,6 1 0,5-1 0,-5-5 0,1 0 0,-1 0 0,-1 0 0,-4 0 0,-5 0 0,-4 0 0,-2 0 0,2 0 0,3 2 0,6 3 0,4-3 0,2 4 0,-2-4 0,-4-2 0,3 5 0,-4 1 0,-1-3 0,-3-1 0,-3-7 0,1-1 0,3 2 0,3 3 0,-5 1 0,6 0 0,1 0 0,-3 0 0,9 0 0,-5 0 0,-2 1 0,-1 5 0,-5-2 0,-3 7 0,2 0 0,1-2 0,6 4 0,-3-8 0,1-1 0,4-2 0,0-2 0,-2 0 0,-7 0 0,-8 0 0,1 0 0,-8 0 0,-4-2 0,-5-4 0,2 5 0,-4-5 0,3 4 0,3 2 0,-1 0-251,1 0 1,-1 0-170,1 0 0,-10 0 0,-7 0-246,-9 0 709,-6 8 0,-33-15 0,-16-7 0,-4 4 1,0 0-1</inkml:trace>
  <inkml:trace contextRef="#ctx0" brushRef="#br1" timeOffset="59">15726 15825 27742,'-11'-7'-1012,"0"-4"0,7-4 0,-1-1 0,5 1-3221,5 4 4430,-3-4 1,18 8-1,-3-6 1,3 2-1,2 0 1,2 0 272,2 0 0,-4 7 0,7-3 1,4 2-149,4-1 1,11-1 0,2 3-1,8-2-106,7 3 0,6-5 0,1 1 0,0-2-49,1-4 1,4 4 0,11-2-1,-41 5 1,0-1-151,2 0 1,0-1-1,42-6 1,1 1-1,-45 8 1,0 1 298,2 0 1,1 0 0,1 1 0,-1 1 0,42 0 0,-5-2 69,-3-1 0,2-1 1,-36 5-1,1 0 0,0 0 1,0-1-292,-2-1 1,1 0 0,5-3 0,0-1 0,-2 3 0,1-1 0,2 0-1,1-1-122,1 0 0,0 1 0,0 2 1,-2 0-1,-3-1 0,-1-1 0,3 1 1,0-1 22,2 0 0,0 1 1,2 1-1,0 0 1,-3-2-1,0-1 1,-3 1-1,0-1 43,2 2 1,1-1 0,-3-2-1,0-1 1,5 4 0,0-1-1,-4 0 1,-2-1 13,-1 0 0,-1 1 0,1 2 1,0 1-1,0-3 0,0-1 1,1 0-1,-1 1 21,-2 0 1,0 1 0,4-3 0,0 1 0,-1 2-1,1 2 1,2-1 0,0 1-41,0-2 0,0 0 1,-1 3-1,-1 0 0,-2-1 1,-1-1-1,2 2 0,1 0-104,2 1 1,0 0-1,-5 0 1,-1 0 0,45 0-1,-6 0-12,0 0 0,-40 0 0,0 0 0,1 0 1,-1 0-1,39-2 88,-12-3 1,-5 3 0,1-4 0,7 5 9,2 1 1,-2 0-1,-5 0 1,-3 0-104,-6 0 1,-3 5-1,3 1 1,1-3-80,3-1 1,7 0 0,-5 2-1,-6 1 58,-7-1 1,-4-2-1,2-2 1,6 0 140,3 0 0,2 0 0,-1 0 1,-6 0-59,-10 0 1,1 0 0,-4 0 0,5 0-31,4 0 0,6 1 0,-4 3 0,0 2-52,0-3 0,-4-1 1,-9-2-1,-7 0 41,-8 0 1,3 0 0,-3 0 0,6 0 57,3 0 1,1 0-1,-6 0 1,0 0 37,0 0 1,-7 6 0,-4-1 0,-4-1-131,-1-2 0,-1 3 0,1 1-170,0-3 0,-6 5 0,0-3 205,1-1 1,3-2-1,2-2 1,-1 0-10,1 0 1,-6 0-1,0 0 1,2 0 35,1 0 1,-3-6 0,0 1-293,2 1 1,2 2-1,1 2 54,1 0 1,-2 2 0,-2 2-1,-2 1-466,1-1 0,-2-2 203,1-2 474,-8 7 1,-54-42 0,-23-3 0</inkml:trace>
  <inkml:trace contextRef="#ctx0" brushRef="#br1" timeOffset="60">25780 18273 24605,'17'-8'-2876,"-1"-1"2172,1-7 1,-1 7 617,1 3 0,-8 2 0,-1 1-68,-1-3 0,2 1 0,8 5 447,-1 0 1,-5 0 0,0 0-97,2 0 1,2 0-1,1 0 1,1 0-26,-1 0 0,1 0 1,-1-2-1,1-2-108,0-1 0,1-1 0,2 6 0,4 0 178,2 0 0,-4-2 0,5-1 0,3-3-16,1 2 1,2 3-1,0 1 1,0 0-100,0 0 1,2 0 0,4 0-1,3 1 0,0 5 0,8-4 0,-1 5 0,10-1-138,6-1 1,-5 2-1,-1-3 1,0 2 72,0-3 0,-2 5 1,7-3-1,6 1-15,3 1 1,4-3 0,6 5 0,2-2 54,3-3 0,-2 3 1,6-1-1,-2-3-16,-4-1 1,-7 4-1,-1-1 1,-1-1 44,-2-2 0,6-2 1,-4 2-1,4 1-92,2 3 0,-6 7 0,2-2 1,3 3-186,5 3 0,1 0 1,-9-3-1,-5-1-13,-8-2 0,3-7 0,7 1 1,-1-3 134,-3-2 0,-12 0 0,-6-2 0,-8-3 150,-8-6 1,-3-2-1,-2 0 1,0 4-142,0 2 0,-5 1 0,-2 6 1,-2 0-206,-4 0 0,-7 0-842,-2 0 472,-8 0 0,3 0-45,-12 0 0,3 0 0,-10 2 621,-6 3 0,-24-15 1,-11-7-1,-8 2 0,-1 0 1</inkml:trace>
  <inkml:trace contextRef="#ctx0" brushRef="#br1" timeOffset="61">25913 18223 24267,'16'-16'-829,"1"-1"0,-1 1 0,1 1 0,1 2 0,4 4 1686,6 1-762,10 3 0,5 5 0,8 0 0,4 0 0,4 2 1,0 1 158,-4 3 1,-4-1-1,1-5 1,5 0-56,9 0 1,2 0 0,9 0 0,2 0-133,2 0 0,3 6 0,3 0 1,3-3 45,2-1 1,0-2 0,1 0 0,-1-2-85,-44 0 1,0-1-1,-1 1 1,1 0-1,5-2 1,1-1-1,-2 0 1,-1 1 141,-3-1 0,1 0 1,0 3-1,1-1 1,3-2-1,1 1 1,1 0-1,0 0 25,-1 2 1,-1 1 0,-5 0 0,-1 0 0,41 1-1,-1 0-175,1 0 1,-4 0 0,3 2 0,-10 1-15,-11 3 1,0 1 0,-3-3 0,5 1-37,3-1 0,7 3 0,-9-1 0,-2-1-32,-5 3 1,-9-6 0,4 3 0,0-3 23,4-2 0,-4 0 1,-4 0-1,-9 0 10,-11 0 0,-2 0 0,-8 0 0,-3 2-43,-2 3 0,-7-3 1,-2 6-762,-1-1 1,3-3-102,-6 7 0,-1-2 0,-8 4 794,-1-2 1,-16-37-1,3-3 1</inkml:trace>
  <inkml:trace contextRef="#ctx0" brushRef="#br1" timeOffset="62">26376 18339 9998,'7'-17'-243,"-5"-5"1,5 0 0,1 2 198,3 2 1,5 1 249,6 1 1,-2 6 0,8 5 0,3 3 0,6 2 16,7 0 0,13-2 0,9-1 0,9-5-66,6-1 0,9 4 0,-42-1 0,0 1 0,3-1 0,1 0-31,3 2 0,0-1 1,1-1-1,0-1 1,-1 4-1,0 1 0,-1 0 1,-1 0-88,0 1 1,0 0-1,6 1 1,0 0 0,2 1-1,-1 0 1,-2 1 0,-2 2-25,-1 1 1,0 1 0,3 0 0,0 1 0,5-1-1,1 1 1,0-2 0,1 1-25,-2 0 0,0 0 0,3-1 1,-1-2-1,-2 0 0,-1-1 1,0 0-1,-1-2 3,-3 0 1,0 0 0,-1 0-1,0 0 1,-5 0 0,0 0-1,-1 0 1,-1 0 181,-1 0 0,-2 0 0,36 0 1,-12 2-1,-3 2-73,-2 1 0,-5 1 0,-2-5 1,-4 3 42,-7 2 0,-8-1 0,-12-5 0,-6 0-328,-4 0 1,-9-2 112,-3-3 1,-4 1 0,-4-5-225,-4 2 0,-5 1 0,-9 6 1,-4 0-464,-2 0 0,4 2 0,-5 3 1,-3 6 805,-1 4 1,-14-6 0,-9-1-1,-4 0 1,0 0 0</inkml:trace>
  <inkml:trace contextRef="#ctx0" brushRef="#br0" timeOffset="63">27103 18322 8645,'-16'-7'-258,"1"-4"0,4-4-319,5-1 1,6 5-1,8 2 1005,8 1 1,10 1 0,15 3 0,8-1 27,10 1 0,7-3 1,8 1-1,6 2-188,7 3 0,-34-2 1,2 0-1,1 0 0,0 1 1,4 0-1,0 0-132,1 1 0,1 0 0,1 1 0,1 0 0,-3 1 0,1 0 0,-1 1 1,1 0-75,0 0 1,-1 1-1,-3 0 1,0 0-1,-2-3 1,0 0-1,1 0 1,1 0-16,2 0 1,0 0 0,-3 0 0,-2 1 0,-4 1 0,-1 0 0,-2 1 0,0 0-136,-1-1 0,1-1 1,3 0-1,-1 0 0,0-1 1,-1 0-1,41 0 101,-9 0 1,-2 0-1,-5 0 1,-3 0 41,-3 0 1,-7 0-1,-17 0 1,-7 0-27,-8 0 1,-5 0 0,-7 0-839,-1 0-390,-7 0 1,-3 0 1198,-12 0 0,-3 0 0,-7 0 0</inkml:trace>
  <inkml:trace contextRef="#ctx0" brushRef="#br1" timeOffset="64">9112 15147 16355,'-17'-7'-628,"6"0"1,2-6 0,0 2 0,1-2 152,1-2 592,1 6 1,8 2 0,4 7 0,5 0 353,4 0 1,1 0 0,2 0 0,4 0-75,6 0 1,11 0 0,5 0-1,3 0-68,3 0 1,7-8 0,7-3 0,12-3-206,12-3 0,-37 9 0,1 1 0,2 1 1,2 0-1,2 0 0,0 1-161,2-2 0,1 1 1,3-1-1,1 1 1,0-1-1,0 1 1,-5 1-1,-2 1-59,-6 0 0,-1 0 0,39-8 0,-13 2 0,-7-1-35,-8 0 0,-7 8 0,-11-5 0,-7 3-211,-8-1 0,-6 3 0,-12 8 0,-6 6-2151,-3 4 2537,-2 1 0,-52 8 1,-12 2-1</inkml:trace>
  <inkml:trace contextRef="#ctx0" brushRef="#br1" timeOffset="65">10203 15164 9194,'-9'-22'-212,"3"0"1,4-2 0,2 4 0,0-2 408,0 1 0,6 3 0,1 2 404,3-1 0,-1 6 0,4 2-313,-2 1 0,-2 10 1,4 9-1,-4 4-87,-2 2 1,4 1 0,-3 2 0,-1 4-84,0 2 1,1 1-1,-5 8 1,3 2-19,-3 2 0,-1 5 0,-2-4 0,0 4 76,0 8 0,-5 6 0,-1 14 0,1 7-18,-3 7 0,7 1 0,-3 5 1,8-2-136,7-4 0,3-9 0,3-5 0,-1-6-90,1-5 0,-2-6 0,-4-11 0,-4-7 42,0-8 1,-5 0-1,4-7 101,-4-1 0,-2-3 0,0-1-524,0-1-195,0-7 0,1-1-1838,5-8 2474,-4 0 0,-17-81 1,1 30-1,0 1 0</inkml:trace>
  <inkml:trace contextRef="#ctx0" brushRef="#br1" timeOffset="66">13395 15346 24620,'-17'0'900,"0"0"1,1 0-1,-1 2 1,1 3-1346,-1 6 0,-5 13 1,-2 9 126,-1 9 1,1 8 0,-7 5 0,-4 8 231,0 6 0,-9-1 1,-4 4-1,-7-2 134,-4 2 0,6-10 1,-1 2-1,8-5-184,8-6 0,10-3 0,6-8 0,6-9-1164,5-9 1022,-4-5 1,20-66 0,10-29 0,-5-3-1,0 0 1</inkml:trace>
  <inkml:trace contextRef="#ctx0" brushRef="#br1" timeOffset="67">12799 15511 26209,'8'-2'-1053,"4"10"0,7 12 49,3 13 1,5 9 0,-3 15 0,2 11-1074,3 13 1,3 2 1822,-16-40 1,1 2-1,3 17 1,0 5-1,1 1 1,0 1-1</inkml:trace>
  <inkml:trace contextRef="#ctx0" brushRef="#br1" timeOffset="68">14039 14155 27442,'-49'35'0,"-1"4"-674,1 5 1,6 13-1,5 9 1,5 9 0,7 8 419,9 5 0,3-3 1,8 3 144,3-4 1,-5 8 0,5-43 0,1 1-1,0 5 1,0 1-68,1 3 0,0 1 0,1 4 0,0 1 1,0 6-1,0 1 0,0 4 0,0 1 41,-1 0 1,2 2-1,5 6 1,3 1-1,1-1 1,2 0 0,3 6-1,3 0-255,-5-26 1,2 0-1,1-2 1,2-3 0,2 0-1,3-1 1,3 2 0,2 1-1,2-2 1,1 0 0,2-2-1,1 1 390,1 0 0,1-1 0,1 1 0,1 1 0,1-1 0,0 0 0,1 0 0,0 0 0</inkml:trace>
  <inkml:trace contextRef="#ctx0" brushRef="#br1" timeOffset="69">31287 15280 17608,'22'0'-162,"2"2"1,2 5 0,5 9-86,6 10 1,14 15 0,15 8 287,-28-20 0,0 1 0,-1 2 1,-1 0-1,0 2 0,0 0 1,-1 1-1,0 0 128,0 1 1,1 0 0,-1 0-1,0-1 1,1-1 0,0-1-1,26 35-40,-14 3 0,-19 12 0,-19-36 0,-3 1 1,-3 3-1,-1 1-176,-1 3 1,-2 1 0,-5-1-1,-3 0 1,0 2 0,-2 0 0,-1 1-1,-2 1 73,-1 0 0,-1 0 0,-1 1 0,-2-1 0,0 1 0,-2 0 1,-2 0-1,0 1-159,-2-1 1,0-1 0,-1-4 0,0-1 0,1-3-1,-1-1 1,-1-1 0,-2-1-288,-1 3 0,-2-1 0,-3-3 0,-2-2 0,-7 2 0,-4-2 0,-2-2 0,-3-3 420,-4-1 0,-2-1 0,-3 2 0,-1 1 0,-4 1 0,0-2 0,0-1 0</inkml:trace>
  <inkml:trace contextRef="#ctx0" brushRef="#br0" timeOffset="70">8417 1455 7745,'-16'-16'60,"-1"-5"0,0 3 0,1 5 0,-1 4 131,1 5 1,-1 3 49,1 1 1,-6 0 0,0 1 0,0 5 0,0 5-250,0 4 0,-8 3 0,4 2 0,-1 4 14,-1 2 0,3-4 1,-5 5-1,4 3 97,3 1 1,2 2 0,8 0 0,4-2-60,2-3 0,1 1 0,8-8 0,4-5-84,5-3 1,5-8 0,6 5 0,8-3-45,7-3 1,3-2-1,8-2 1,-2 0 104,0 0 1,9 5 0,-11 2 0,-6 3 192,-6 2 1,-10 5 0,-11 5-1,-6 7 19,-3 8 0,-15 0 1,-5 7-1,-6 2-161,-5 2 0,-8 1 0,-2-1 1,2-2-277,3-2 1,2-7 0,5 1 0,5-6-583,3-10 786,3-8 0,14-50 0,4-10 0</inkml:trace>
  <inkml:trace contextRef="#ctx0" brushRef="#br0" timeOffset="71">8467 2001 9933,'2'9'-587,"3"-3"0,6-5 826,4-1 1,9-7-1,5-4-505,8-4 0,3-9 0,4-3 0,-5-2-137,-4 1 0,-9-3 0,-4 5 0,-6 0 332,-5 4 1,-5 0 0,-12 6 0,-5 5 352,-4 1 1,-7 9 0,-2-3 0,1 8 20,-1 7 1,-4 5 0,6 6 0,0 6 429,-2 3 0,8 4 1,-3 2-1,8 3-434,4 2 0,1-3 1,6 3-1,2-1-368,4-5 1,10-3 0,12-5 0,5-6-424,5-4 1,5-8 0,6-7 0,1-6-252,0-8 0,-8-10 1,-4-3-1,-5-1-118,-5-5 1,-10 1 860,-7 1 0,0-32 0,6-3 0</inkml:trace>
  <inkml:trace contextRef="#ctx0" brushRef="#br0" timeOffset="72">9128 1836 7845,'17'-23'0,"-3"1"373,-3 2 1,-3 2 721,-8 1 1,-2 8-378,-4 4 1,3 3-1,-6 4-336,1 3 0,-3 10 1,4 9-1,-1 1-61,1 5 0,0 1 0,3 2 0,-1 0-284,1 0 1,2 0 0,2-1 0,2-3-255,3-1 1,6-10 0,11 0-1,6-7-484,3-3 1,8-5 0,1-8 0,1-8 17,-1-7 1,-3-6 0,-10-7 0,-5 2 590,-3 3 0,-10 2 0,-3 6 671,-5-2 1,-1 0-1,-1 7 119,-5 4 1,-3 4 0,-6 9-384,4 3 1,2 5 0,5 6 0,-1 1-291,1-1 0,2 1 1,4-1-1,4 1-808,5-1 0,3-1 0,3-2 0,-1-4-194,1-2 1,7-1 0,3-8 0,3-3 976,-3-6 0,12-33 0,-4-10 0</inkml:trace>
  <inkml:trace contextRef="#ctx0" brushRef="#br0" timeOffset="73">9872 1637 7784,'-16'0'0</inkml:trace>
  <inkml:trace contextRef="#ctx0" brushRef="#br0" timeOffset="74">9707 1720 7781,'-17'11'29,"1"-2"0,-1 0 255,1 0 1,5-3 0,0 5 185,-2 2 0,4-4 0,-2 4 1,0 3 19,1 5 0,1 2 0,6 0 0,-3 4-137,2 4 0,-3 2 0,2-1 1,1-3-218,2-1 0,2-3 0,2 3 0,3-8-169,6-7 0,6-6 0,5-7 0,6-2-177,3-3 1,7-12 0,3-10-1,-1-6-303,1-6 0,-10-1 0,-9-8 1,-6 2 548,-5 0 1,-5-4-1,-13 14 1,-10 3 307,-9 3 1,-7 12 0,-3 1 0,-5 10 439,-1 5 1,5 15-1,-1 5 1,3 6-497,2 6 0,9 1 1,5 2-1,8 0-801,4 0 0,1 4 1,8-4-1,4-7-425,5-6 1,11-11 0,7-3 0,8-8 179,7-9 0,6-4 0,3-16 0,0-6 404,-5-3 1,0-3-1,-10-3 1,-3 4 722,-5 2 0,-8 3 0,-9 9 623,-2 6 1,-6 13 0,4 11-343,-1 13 0,-1 9 0,-3 11 0,1 5-423,-1 10 1,0-1 0,-1 8 0,3-2-252,-3 0 0,-1-7 0,-2-9 0,0-6-738,0-6 0,2-12-92,4-15 0,-5-16 1,7-16-1,-3-6 584,1-5 1,5-1 0,-4-3 0,1 1 310,-1 2 0,4 1 0,-6 1 0,1 9 1218,1 9 0,-3 8-643,7 5 1,-2 12 0,4 14 0,-2 9-269,2 7 1,-4-1-1,2 8 1,2-3-510,2-2 0,7-2 0,2-1 0,1-6-410,5-6 0,1 0 0,0-12 0,-1-2 71,-3-3 0,-1-2 0,1-7 0,-5-6 235,-3-7 1,-8-6 0,-2 3 0,-2-2 308,-3-3 1,-2-2 0,-2-3-1,0 3 498,0 4 1,-2 3 0,-3 9 153,-6 4 0,-4 6 0,-2 10 0,1 8-450,-1 7 0,6 8 0,0 8 0,0 5-303,2 1 0,2-5 0,7 1 0,0-4-386,0-7 0,1-3 0,7-7 0,7-3-330,5-3 1,9-11 0,-3-13 0,1-9 256,1-11 0,-2-2 0,1-11 0,-5-3 387,-3-4 1,-10-3-1,-4 5 1,-5-4 489,-5-6 1,-4 4 0,-10 4 0,-1 7 1684,-2 7 1,0 6-490,5 6 0,3 12 0,3 17-1205,5 13 0,4 10 1,4 14-1,4 5-178,5 4 0,-2 9 0,2 3 1,4 3-321,5-2 0,0 1 0,8-5 0,3-2-1504,6-3 1,-1-7 1649,9-11 0,13-16 0,10-3 0</inkml:trace>
  <inkml:trace contextRef="#ctx0" brushRef="#br0" timeOffset="75">12502 1587 8074,'-2'-22'345,"-4"0"0,3-1 0,-8 2 0,-1-3 0,1 1 38,0-1 1,2 2-1,-4 7 1,2 4 0,6 4 0,-6 8-329,-2 5 1,0 5 0,0 13 0,2 9-30,-2 9 1,-1 8 0,-3 3 0,2 4-25,4 2 1,-1-4 0,6 4-1,2-4 5,3-7 0,2-14 0,7-13 0,8-10-136,10-11 1,5-17 0,4-16-1,2-11-295,1-9 1,1-6 0,-8-9-1,-3-2 194,-6-2 1,-6-5-1,-5 4 1,-7-3 309,-8-3 1,-7 10 0,-9 10-1,-2 18 722,2 16 1,2 14 0,3 7 0,2 8-208,2 7 1,7 11 0,-1 9 0,3 9-486,2 10 0,7 16 0,4 0 0,4 2-144,2 0 1,1-9-1,2-2 1,4-4-260,2-3 1,-4-6-1,4-16 1,-1-6-445,1-4 0,-6-9 0,2-5 0,-5-8-835,-6-7 1,3-11 1571,-2-5 0,-5-49 0,0-12 0</inkml:trace>
  <inkml:trace contextRef="#ctx0" brushRef="#br0" timeOffset="76">12865 1158 10356,'-9'16'643,"4"1"1,5-6 0,5 2 0,8 3-1107,7 4 1,4 2 462,4-5 0,18 7 0,-2 1 0</inkml:trace>
  <inkml:trace contextRef="#ctx0" brushRef="#br0" timeOffset="77">13047 1538 7776,'0'27'130,"-2"1"1,-1 0 274,-3-3 1,1 1-1,5-6 1,0 4-894,0 2 0,5-4 488,1 5 0,14-14 0,-2 2 0</inkml:trace>
  <inkml:trace contextRef="#ctx0" brushRef="#br0" timeOffset="78">13461 1058 7776,'0'-33'154,"-6"0"0,-1 2 1,-2 5 1637,-4 10 1,-2 7-1342,-1 9 1,1 9-1,2 9 1,4 11-367,1 8 1,3 16 0,5 6 0,0 15-97,0 14 0,3-39 0,1 1 1,2 5-1,1 2 0,2 7 1,2 1-140,2 7 0,2 1 0,1 3 0,1 1 0,1 0 0,1 0 1,0-6-1,0-2-352,0-6 0,-1-2 0,-1-10 0,1-4 0,15 23 0,-2-21 15,-3-19 0,-12-17 0,-8-24 0,-3-12 487,1-6 0,-8-50 0,-5-22 0,0 29 0,1-1 0,0 1 0</inkml:trace>
  <inkml:trace contextRef="#ctx0" brushRef="#br0" timeOffset="79">13742 1158 7762,'0'-22'803,"0"-1"1,0 7-322,0 5 0,2 7 0,1 2-85,3 12 1,7 10 0,-2 20-1,3 10-199,3 9 1,1 7-1,3 7 1,1 8-288,-2 5 1,-8-35 0,2 0 0,-2-3 0,1 1-1,0-2 1,0 0-311,9 37 0,-5-18 0,-6-16-312,-6-10 0,-5-19 1,-5-10-1,-8-8-871,-8-3 1582,3 0 0,-23-23 0,-8-13 0,-1 0 0,1-1 0</inkml:trace>
  <inkml:trace contextRef="#ctx0" brushRef="#br0" timeOffset="80">13328 1736 7762,'-25'8'513,"1"-6"413,7 3 0,10-5 0,9-5 0,12-7-352,12-2 0,20-10 0,11-4 0,11-3-673,9-2 0,4-2 1,4-2-1,-42 18 1,2 0-163,1 0 0,1 1 261,5-2 0,1-2 0,8-12 0,1-4 0,5-5 0,0 0 0</inkml:trace>
  <inkml:trace contextRef="#ctx0" brushRef="#br0" timeOffset="81">14304 1356 7751,'-2'-17'-1804,"-3"1"2038,3 7 1,-7 1 1888,3 8 80,4-7-22,-5 5-1879,7-5 1,0 9 0,0 3-29,0 6 0,5 6 0,3 3 0,-1 4-22,1 2 0,3 1 1,-6 6-1,1 0-126,1 0 0,-5 6 0,3 0 1,-3-3-237,-2-1 0,0-4 0,0-1 0,0-4-478,0-3 295,0-8 0,0-9 1,0-14-1,0-8-277,0-10 1,0 0 0,0-1 0,0-1 68,0 2 1,-5 1 0,-1 5-1,2-3-75,3 3 0,-5 2 576,1 1 0,-16 1 0,3-1 0</inkml:trace>
  <inkml:trace contextRef="#ctx0" brushRef="#br0" timeOffset="82">14287 1637 8527,'-5'11'1727,"-1"0"1,3-7 0,8 0-1381,6-8 0,11-7 1,8-11-1,5-8-695,3-6 1,1-1 0,-8-5 0,-3-1 22,-6 1 1,-6 0 0,-7-2 0,-9 5-138,-9 4 1,-13 15-1,-7 5 1,-6 8 559,-4 9 0,1 13 1,5 14-1,1 8 625,5 7 1,3 5 0,7 8 0,3 8-215,3 4 1,3 1 0,12-9 0,5-6-438,8-4 1,18-5 0,3-9 0,10-15-577,7-13 0,6-23 0,9-14 0,-1-14-551,-4-11 0,-8-6 1,-15-7-1,-9-1 440,-9 1 1,-8 2 0,-5 2 0,-5 3 795,-4 2 1,-8 9 0,1 11 0,-1 10 229,-1 10 1,5 12 0,-3 16 31,3 11 1,2 15 0,0 7 0,0 5 21,0 6 1,5-3 0,3 5-1,-1-2-480,0 0 1,4-5 0,-3-10 0,-1-3-124,0-6 0,1-13 73,-3-7 0,-3-12 0,4-21 0,-5-8 111,-1-7 1,-5-3-1,-1-6 1,3 2 168,1-2 1,2-5 0,0-1 0,0 4-274,0 1 1,7 6 0,4 3 0,6 4-887,5 7 0,4 10 944,7 12 0,22 18 0,5 5 0</inkml:trace>
  <inkml:trace contextRef="#ctx0" brushRef="#br0" timeOffset="83">15098 1670 7731,'-9'0'1399,"3"-7"0,13-4 0,10-6-1114,9-5 1,7-11 0,4-11 0,1-4-247,-1-1 1,-4-1 0,-6 0 0,-6 3-282,-8 3 1,-6 5-1,-9 13 87,-3 10 0,1 10 0,-7 17 0,-2 13 96,-2 11 0,-1 9 0,-1 9 0,1 4 303,-1 2 0,1-6 0,1 1 0,4-8 3,5-8 1,5-5 0,2-5-1,7-8-602,8-7 1,3-6-1,8-10 1,4-8-468,6-11 1,-2-13 0,4-6-1,-4-1 365,-2-4 1,-2-2 0,-4-1 0,-4-1 643,-5 0 0,-7 8 0,-2 5 0,-2 8 1138,-3 7 1,-2 13-335,-2 9 1,0 15 0,2 14 0,1 8-543,3 7 0,1-2 0,-1 0 1,3-1-341,0-5 0,4 3 0,-6-4 1,3-6-555,2-3 1,-2-11-536,1-10 1,-2-10 0,2-8 0,-6-7 420,-3-8 1,4-3 0,-1-2 0,-1 0 557,-2 0 0,3 0 0,3 0 0,-1-1 156,0 1 1,6 8-1,-2 4 565,4 9 0,1 6 0,1 13 282,0 10 1,-6 7-1,-2 11 1,0 2-616,0 1 0,0-5 0,4-7 0,-2-2-1182,2-4 1,2-2-1,1-3 1,1-4 794,-1-5 0,16-78 0,-15 26 0,1 0 0</inkml:trace>
  <inkml:trace contextRef="#ctx0" brushRef="#br0" timeOffset="84">16239 1158 7712,'-17'1'759,"1"5"1,1-2 0,4 7-1,5 3 373,5 7 1,2-1 0,5 7 0,5 3-663,4 1 1,3 2 0,4-2 0,6-3-481,3-6 1,8-4-1,1-3 1,2-4-410,4-6 1,-2-12-1,4-9 1,3-12-95,1-9 0,-2-7 0,-8-9 0,-9-2 171,-9 1 0,-13 3 0,-6 1 1,-5 3 349,-5 3 0,-6 3 0,-11 8 0,-4 4 662,0 7 0,-3 1 1,5 16-1,0 1 411,0 2 1,2 12 0,4 4 0,-2 8-696,-2 4 1,5 2-1,8 5 1,1 0-217,5 0 0,1 0 0,4 0 0,5-2-331,10-3 0,8 1 0,16-7 0,7-3-736,5-7 1,7-4-1,-3-8 1,2-2-441,4-4 0,1-5 1,0-9-1,-1-2 294,-3 2 1,-8 9 0,-1 4 0,-8 1-473,-9 1 1515,-4-1 0,-36 13 0,-5 3 0</inkml:trace>
  <inkml:trace contextRef="#ctx0" brushRef="#br0" timeOffset="85">13444 3555 7841,'-26'-16'515,"3"-1"0,6 3 0,2 4 395,4 10 1,4 8-588,7 8 0,0 8 1,0 6-1,-2 6 1,-2 10 93,-1 8 0,-1 12 1,6 13-1,0 7-448,0 8 1,0-45-1,0 1 1,0 1-1,0 1 1,1-1-1,0 1-398,2-3 0,0-1 1,0 0-1,3 0 0,12 34 1,3-8-1357,1-10 1,7-23 1784,-1-19 0,10-77 0,4-28 0</inkml:trace>
  <inkml:trace contextRef="#ctx0" brushRef="#br0" timeOffset="86">13725 3671 7852,'0'-11'321,"-2"2"0,-1 0 1113,-3 0 0,3 5 0,8-2-1326,6 4 0,-2 4 1,2 2-1,4 3-1273,5 3 0,-1-5 1165,3 6 0,-11 22 0,-4 11 0</inkml:trace>
  <inkml:trace contextRef="#ctx0" brushRef="#br0" timeOffset="87">13791 3969 8101,'-11'40'0,"2"-5"498,2-6 0,1-1 0,6 5 0,0 2-167,0 4 0,0-3 1,0 8-1,0 1-473,0-3 1,2 6 0,2-6 0,3 0-763,2-3 0,-3-12 904,5-5 0,0-18 0,5-6 0</inkml:trace>
  <inkml:trace contextRef="#ctx0" brushRef="#br0" timeOffset="88">13907 4283 7852,'0'-17'2575,"2"3"-2095,4 3 0,-3 11 0,8 13 0,2 7-404,2 7 1,-1-1-1,-1 3 1,-3 5-273,-3 2 0,4-3 1,-4-7-1,1-2-848,-1-4 1,4-5 0,-4-10 431,3-10 0,-7-21 0,5-9 0,-3-5 587,1-6 1,5 0 0,-4 0 0,0 4 587,1 1 1,-1 10 0,-3 9 572,1 4 0,8 10 0,-2 8-457,4 9 1,-4 15-1,-2 8 1,0 6-680,0 4 0,-5 1 1,3 3-1,-1-2-250,-1 2 1,3-6-1,-3-1 1,4-6 249,1-6 0,12-17 0,-4-12 0</inkml:trace>
  <inkml:trace contextRef="#ctx0" brushRef="#br0" timeOffset="89">14453 4465 12746,'24'-8'-98,"3"-3"0,5-9 1,-1-4-1,-2-1-308,-1-5 0,-8-6 0,0-3 0,-7 4 199,-7 6 0,-5 5 0,-2 9 1,-5 4 257,-5 5 1,-9 6 0,-4 8-1,-2 8 449,-3 10 1,-1 7-1,1 4 1,5 3 31,6 3 1,-1 1-1,14 3 1,1-1-424,2-1 0,6-11 0,9-1 0,14-10-461,14-11 0,14-6 1,4-13-1,1-10-537,1-9 0,-6-14 0,4-8 0,-2-5 86,-4 0 0,-9 3 0,-7 4 0,-8 4 726,-7 1 0,-10 8 0,-7 8 0,-5 1 530,-5 3 0,-5 3 0,-6 3 1,-3 4 431,-3 6 0,4 3 0,-6 4 0,2 5-55,0 10 0,-6 7 0,5 9 0,-1 2-481,0 3 1,2 3 0,5 5 0,1-1-162,-1 7 1,8-3 0,3 5 0,5-8-573,1-8 1,7-5 0,4-7 0,6-9-235,5-10 0,3-20 0,8-9 1,2-9-415,4-8 1,-4-3 0,3-8-1,-5 3 675,-5 3 1,-6 3-1,-11 10 1545,-5 3 0,-6 12-377,-6 10 1,-3 12 0,-6 5 0,4 3-386,6 3 1,3 0 0,2-1-1,0 2-540,0 5 0,5-5 0,3 2 0,1-5-646,4-4 1,1-8-1,3 3 1,-1-4-399,1-2 0,-2-8 0,-2-4 0,-4-9 1079,-2-6 0,4-4 1,-5-1-1,-3 3 874,-1 1 0,-2 8 1,2 0-208,4 7 1,-5 8 0,5 10-1,-2 8 206,1 7 0,2 6 0,6 7 0,-2 2-889,2 4 1,2-5 0,1 5 0,-1-4-873,-4-2 1,2-5-34,-8-1 1,1-18 0,-8-9 506,-3-18 0,-3-19 1,-5-5-1,4-2 838,2 0 0,-4 0 0,5-4 0,3 4 609,1 5 1,2 10-1,2 3 1,1 2-332,3 4 1,12 3 0,1 6 0,6 6-1073,10 3 1,7 2 0,14 0 448,4 0 0,27 7 0,-41-2 0,1 0 0</inkml:trace>
  <inkml:trace contextRef="#ctx0" brushRef="#br0" timeOffset="90">16768 3754 7768,'0'-24'0,"0"-31"0,0-15 0</inkml:trace>
  <inkml:trace contextRef="#ctx0" brushRef="#br0" timeOffset="91">16768 3522 8196,'-9'-42'450,"-6"-6"1,4 6 0,-4 0 41,-1 3 1,1 12 0,2 6 0,4 7-127,2 3 0,-6 7 0,4 0 0,-2 10-364,0 10 1,5 10 0,-3 14 0,2 12-32,3 12 1,2 6-1,2 11 1,0 7 25,0-41 1,0 2-1,3 3 1,1 2-1,2 8 1,-1 1 0,2 4-1,1 0-103,0 3 1,1 0 0,2 1 0,2-1 0,-1 2 0,1 0 0,1-5 0,0 0-46,0-4 1,-1-3 0,-2-10 0,-1-3-1,10 23 1,-7-17-358,-8-12 1,-5-14-1,-5-5 1,-6-5-266,-4-6 0,-9-11 0,-3-15 773,-5-10 0,-8 4 0,-2-10 0</inkml:trace>
  <inkml:trace contextRef="#ctx0" brushRef="#br0" timeOffset="92">16321 4481 7777,'-16'-25'1207,"7"-5"0,3 8-727,4 2 0,4 3 1,6 5-1,8 2-449,10 3 1,5-6 0,4 4-1,7-4-15,13-3 0,8 3 1,18-9-1,5 1-339,4-1 1,-11 2 0,-4-5 0,-12 1-1102,-13 3 0,-16 5 1133,-12 5 0,-12 5 1,-10 14 647,-10 8 0,-4 8 0,-5 11 0,-1 4 355,-2 5 1,0 3 0,6 3 0,-1 2-31,0 3 0,6-4 1,2 2-1,2-7-355,3-7 0,2-12 0,4-6 0,6-10-537,8-11 1,8-11-1,11-17 1,2-10-462,1-8 1,6-11 0,-5-2 0,-2 2-10,-2 7 0,-10 3 0,-4 10 875,-9 6 0,-4 14 0,-10 17 476,-4 9 1,5 6 0,-7 3 0,3 4 38,-1 6 0,1-2 0,5 1 0,0 1-696,0-3 0,7-1 1,4-7-1,4-1-814,1 1 0,1-8 0,-1-5 0,1-8-94,-1-7 1,6-11 0,1-6-1,-3-3 242,-2-2 0,-1-5 1,-3-1-1,-1 4 579,-2 6 0,-5-1 821,5 8 0,-6 8 0,4 10-86,-1 8 1,-1 7-1,-3 11 1,3 3-169,2 1 0,-5 5 1,3-5-1,-1 2-123,-1-1 0,1-5 1,-6 4-170,0-2-631,0-2 0,5-20 0,3-8 0,-1-9 98,0-7 1,6 2 0,-2-7 0,4-1 344,2 2 1,-1-3 0,1 7 0,-1 2 381,1 1 1,-1 5 0,1 3 336,-1 5 1,-5 6-1,0 6 0,0 5-424,-1 3 1,-1 3 0,-6-1 0,5 1-863,1-1 1,0 1 0,4 0 0,-2-1-3688,2 1 4240,-6-1 0,15 8 0,-3 2 0</inkml:trace>
  <inkml:trace contextRef="#ctx0" brushRef="#br0" timeOffset="93">18339 4299 8650,'0'-16'0,"0"-1"2784,0 1 0,0-1-2480,0 1 0,2 1 25,3 4 1,-3 11 0,4 13 0,-6 7 40,-6 8 1,-3 10 0,-6 6 0,2 4-290,2 2 1,6-2 0,-4-4-1,1-6-404,5-3 1,8-9 0,8-6 0,9-9-633,11-11 0,8-24 1,8-20-1,1-13 7,-1-7 1,-5-10-1,-1-3 1,-3-6 677,-21 40 0,-1-2 0,-4 0 0,-2-2 0,-3-2 0,-2-1 0,-2 1 0,-2 1 79,-2-46 1,-1 11-1,-1 15 1,-5 13 718,-5 17 0,-4 18 1,1 16-1,1 8 392,2 7 1,0 5 0,-6 6 0,1 8-254,-1 6 0,2 8 1,2 12-1,4 4-224,2 4 1,-4 10 0,5 3 0,3 6-247,1 5 1,4-11 0,5-1-1,10-14-731,8-12 0,14-16 0,3-13 0,2-10-551,0-11 0,-1-15 0,1-14 0,-6-8 235,-3-7 0,-11-2 1,-7 2-1,-10 5 961,-5 4 1,-2 8-1,0 1 438,0 2 1,-2 9 0,-2 12 310,-1 6 1,-1 8-1,6 10 1,0 3-439,0 1 1,2-3 0,4 4 0,5-4-589,3-7 1,3 1 0,1-7 0,4 1-150,6-5 0,-2-5 0,1-3 0,1-5-443,-3-1 0,5 3 0,-8-5 0,-2 0 351,-1 2 1,-3-4-1,1 8 773,-1 1 1,1 4 121,-1 6 0,-1 3 0,-2 7 0,-2-1 110,2-4 0,-4 2 0,4-7 0,3-3-455,4-1 1,10-4-1,-3-3 1,5-6-593,1-4 1,0-3 0,-2-4 0,-3-4-355,-6 0 0,-6-5 0,-5 5 0,-7-1 162,-8-1 1,-12 2 0,-12-1 0,-3 6 782,-2 9 1,-6 4-1,-1 8 1,-1 2 233,1 4 1,1 8-1,6 10 1,0 0 561,0 0 0,9 4 0,8-6 1,8-2-419,7-2 1,10-1 0,7-3 0,12-3-773,9-5 0,5-4 1,7-4-1,1-2-389,0-1 1,-1-8 0,1 0 0,-2-5 151,-4-4 1,2-2-1,-8 4 1,-1-3 248,-2 3 0,-4 2 1,-3 1-1,-4 3 579,-1 3 0,-10 3 0,2 10 803,-6 4 1,-3 3-1,-6 7 1,0 1-351,0-1 0,0 6 1,0 1-1,0-3-695,0-2 0,5-7 0,3-2 0,-1 1-182,0-1 1,6-6-1,-2 1 1,4-6-780,1-3 0,1-8 0,-1 4 204,1-1 0,0-2 1,-1 6 635,1 2 0,-1 3 0,1 1 205,-1 0 0,1 0 0,-1 1 0,1 3-45,-1 2 1,3-1 0,1-5 0,4 0-10,2 0 0,1-2 0,6-3 0,-2-6-1388,-3-4 0,-4-7 0,-9-2 1261,-4-2 0,-33-16 0,-15-9 0</inkml:trace>
  <inkml:trace contextRef="#ctx0" brushRef="#br0" timeOffset="94">18587 3787 8698,'-9'-8'964,"3"-3"0,4 2 0,4 0 1,7 0-1413,14 0 0,11 3 1,22-3-1,6 0-811,8 0 1259,-2-2 0,-8-10 0,5-4 0,0-2 0,0 0 0</inkml:trace>
  <inkml:trace contextRef="#ctx0" brushRef="#br0" timeOffset="95">19579 3473 7725,'-9'0'0,"16"7"0,12 2 0</inkml:trace>
  <inkml:trace contextRef="#ctx0" brushRef="#br0" timeOffset="96">12204 7739 7982,'0'-16'67,"-6"-1"0,1-1 0,1-3 1,2-1 327,2 2 0,0-4 0,0 0-142,0-1 0,0-3 1,0-3-1,2 1 134,4 3 1,-4 7 0,3-2-1,-3 3 126,-2 3 0,-2 7 0,-3 3-422,-6 4 0,-4 2 0,-2 2 0,-1 5-87,-4 10 0,2 1 0,-8 12 0,-1 3 52,-3 4 0,-1 10 0,0 3 0,0 9-90,0 5 0,2 4 0,3 2 0,8 0-76,7-6 0,6 0 1,9-10-1,5-7-111,10-6 1,14-21 0,13-9 0,4-11-68,1-11 0,-1-7 1,-4-17-1,-5-4 84,-4-5 1,-10-11 0,-2-4-1,-7-2 123,-5 1 0,2-6 1,-8-8-1,-1 1 249,-2-1 1,-8 4 0,-1 10 0,0 5 312,-1 3 1,-4 10-1,2 5 1,1 8 101,4 7 0,-3 9 1,3 2-1,-1-2-184,-1-2 0,5 4 0,-3 0-240,3-2 1,9-1-239,4-3 1,4 15-1,1 10 1,1 12-98,-1 13 1,-5 15-1,0 12 1,1 6-305,-3 6 1,4 7 0,-6 6 0,2-5-139,4 1 0,2-2 0,3-2 0,4-7 618,6-7 0,40-50 0,11-19 0</inkml:trace>
  <inkml:trace contextRef="#ctx0" brushRef="#br0" timeOffset="97">12650 7607 8683,'-16'-11'1915,"-1"2"365,1 1-1939,7-5 0,9 6 1,11-6-1,3 4-300,3 2 0,7-4 0,1 5 0,3 1-209,0-3 0,-3 6 0,3-3 0,-6 1-111,-4-1 0,4 3 269,0-4 0,-7 12 0,-9 7 0,-5 5 147,-1 4 1,-7 13-1,-6 0 1,-5 4 42,-4 1 0,0 4 1,5-7-1,3-4 18,2-4 0,0-3 1,6 2-1,2-6-165,3-4 1,2-9 0,5-3 0,7-4-111,7-2 0,6-2 0,9-6 0,5-8-321,10-10 0,1-7 0,8-6 0,-2-5-739,-4-3 1137,-1-3 0,-11 2 0,4-5 0,3-4 0,0 0 0</inkml:trace>
  <inkml:trace contextRef="#ctx0" brushRef="#br0" timeOffset="98">13758 7045 8018,'-16'0'565,"-1"0"0,1 1 1,-1 5-1,1 7-38,-1 7 0,6 8 0,0 10 0,-2 8-263,-1 7 1,-1 6-1,4 7 1,5 0-123,4 1 0,6 4 1,5 1-1,12-2-332,8-2 1,2-10 0,13-4-1,4-8 190,5-8 0,21-32 0,10-10 0</inkml:trace>
  <inkml:trace contextRef="#ctx0" brushRef="#br0" timeOffset="99">14354 7061 8466,'-8'-9'1625,"8"3"0,11 6-1108,10 6 0,-1 5 0,9 9 0,4 4-316,4 2 1,7 7 0,-5 7 0,-3 2-137,-1 4 1,-5 10-1,-8 6 1,-11 8-309,-8 7 0,-12 11 0,1-40 0,-2 0 0,-5 1 1,-3 1-476,-5 0 1,-2-1 676,0-1 0,-7 0 1,-26 11-1,-9 1 1,21-17-1,-1 0 1,0 0-1</inkml:trace>
  <inkml:trace contextRef="#ctx0" brushRef="#br0" timeOffset="100">13064 7326 7793,'-11'0'1685,"0"0"144,-2 0 1,-2-2-720,-1-4 1,6 3-966,5-8 0,10 1 0,8-2 0,6 2-247,3 3 1,7-6 0,-1 2 0,3-2-988,2 2 0,0-3 1089,0 3 0,30-19 0,6-5 0</inkml:trace>
  <inkml:trace contextRef="#ctx0" brushRef="#br0" timeOffset="101">13378 6830 8105,'-11'-6'0,"2"-1"767,1-2 1,1 5-1,3-4 390,-1 1 1,1 7-1010,10 0 1,1 13 0,6 13 0,-4 3-235,-2 6 0,1 9 0,-4 0 0,3 6 86,2 5 0,-3 13 0,-1 11 0,3 9 0,1 0 0</inkml:trace>
  <inkml:trace contextRef="#ctx0" brushRef="#br0" timeOffset="102">15263 7574 7821,'-11'-9'2025,"0"3"0,9-1 0,2 1-1814,9 2 0,8 1 0,7-1 0,9-3-401,9-2 0,13-4 1,6-7-1,3-3-2548,2 3 2738,-7 2 0,-9-6 0,-10-2 0</inkml:trace>
  <inkml:trace contextRef="#ctx0" brushRef="#br0" timeOffset="103">15544 7276 7859,'-27'-11'612,"-1"0"1,8 7 0,-2-1 112,4 3 1,8 9-1,5 6 1,3 9-462,2 11 1,2 8-1,3 10 1,6 4-777,4 6 1,9 3 0,3 4 511,5 4 0,10-24 0,8 1 0,3 6 0,0 1 0</inkml:trace>
  <inkml:trace contextRef="#ctx0" brushRef="#br0" timeOffset="104">16536 7392 7864,'-7'-24'260,"0"6"0,-6-5 0,4 5 572,1 2 1,-3-1 0,6 1-715,1-1 1,0-1-1,1-3 1,-5-3-90,-1-1 0,4 6 0,-6 3 1,-2 9 130,-2 5 0,-3 16 0,-2 12 0,-4 15 196,-2 14 0,4 9 1,-4 6-1,4 3-12,7 3 1,1-5-1,8 5 1,4-5-282,6-6 0,7-14 0,13-16 0,7-11-353,6-13 1,7-11 0,-5-13 0,-3-15-487,-1-12 0,-2-17 0,-1-7 1,-5-6 275,-5 0 0,-5-3 0,-6-1 0,-8-1 507,-6-4 0,-6-8 0,-10 1 0,-1 7 626,-2 11 1,0 11 0,5 15 0,1 9 802,-1 9 1,8 15 0,4 11-888,3 12 1,2 10 0,2 11 0,3 4-578,6 5 1,4 11 0,3 7 0,4 6-223,6 4 0,3 5 0,4-7 0,4-4-1705,5-3 0,3-5 1955,3 3 0,7 11 0,2-4 0</inkml:trace>
  <inkml:trace contextRef="#ctx0" brushRef="#br0" timeOffset="105">16966 7375 7825,'-16'-7'330,"1"-4"0,4-4 1123,6-1 0,-3-1 1,5 2-1091,4 4 1,12 4 0,11 7 0,4 0-204,7 0 1,3 2 0,8 3 0,-2 6-301,2 4 0,-5 2 1,-3-1-1,-5 1-111,-5-1 0,-6 6 0,-11 0 0,-6 0-16,-3 2 0,-15 0 1,-5 6-1,-6-5 485,-5-1 0,-2 4 1,-1-6-1,5-2 526,5-2 0,7-8-658,9-5 0,8-5 0,19-7 0,4-10-482,8-9 1,10-5-1,-3-4 1,0-1-393,1-3 0,3-1 0,-4 3 0,1-2-266,-1 2 0,2-1 0,-7 3 1054,-3 4 0,-10-13 0,2-8 0</inkml:trace>
  <inkml:trace contextRef="#ctx0" brushRef="#br0" timeOffset="106">17562 7342 8082,'0'-16'2436,"0"5"1973,0 0-3383,0 0 0,2-4 1,3 2-1349,6 2 1,-2 7 0,4-3 0,4 1-735,3 1 0,7-6 1,-3 5-1,2 3 1056,3 1 0,32-13 0,9-3 0</inkml:trace>
  <inkml:trace contextRef="#ctx0" brushRef="#br0" timeOffset="107">17975 6962 7881,'-16'0'655,"5"0"0,1-2 734,3-4 1,3 5-998,10-5 1,-2-1 0,7-1-228,1-1 0,9 6 0,1-3 1,0 4-7,2 2 1,1 0 0,7 2 0,-3 2-84,-1 1 0,-1 8 1,4 0-1,-3 7-243,-6 8 1,-11 10 0,-7 8 0,-8 6-53,-7 3 1,-11 5 0,-6-4-1,-3-3 143,-2-2 0,2-5 0,3-5 1,8-10 410,7-5 1,6-10-290,7-5 1,7-9 0,6-4 0,7-11-303,8-7 1,10-9-1,6 1 1,6-5-2323,5-5 2578,-3-5 0,-4-4 0,5-7 0,-1-3 0,0 0 0</inkml:trace>
  <inkml:trace contextRef="#ctx0" brushRef="#br0" timeOffset="108">18951 6813 7776,'-26'0'0,"4"0"378,4 0 1,1 0-1,2 2 1,3 5-1,2 10 468,3 8 1,1 7 0,6 4-653,0 9 1,0 6-1,2 15 1,6 0-286,8 0 1,10 1 0,11-3 0,3-5 90,2-10 0,10-36 0,7-17 0</inkml:trace>
  <inkml:trace contextRef="#ctx0" brushRef="#br0" timeOffset="109">19348 6648 7776,'0'-11'918,"1"1"1,5 3 0,7 3-632,7 3 1,6 2 0,7 7 68,0 8 1,0 3 0,2 6 0,2 1 152,1 0 1,-5 3 0,-7 8-1,-4 3-374,-7 3 0,-6 1 0,-13 7 0,-5 3-749,-7 1 1,-14 7 0,-1-1 0,-8 3-710,-3 2 1,0-2 1322,-2-3 0,-6-36 0,-14-5 0,-2-1 0,-4 1 0,1 0 0,0-1 0</inkml:trace>
  <inkml:trace contextRef="#ctx0" brushRef="#br0" timeOffset="110">20952 7260 7768,'-22'-10'343,"0"5"0,5-3 0,10 3 332,5 1 0,13 1 0,18-1-589,8-2 1,5-6-1,8 1 1,0-4-184,-1-2 0,8-1 0,4-2 97,3-2 0,2-8 0,0 5 0</inkml:trace>
  <inkml:trace contextRef="#ctx0" brushRef="#br0" timeOffset="111">21117 7524 7802,'-28'9'0,"3"-3"1354,1-4 1,9-4-721,10-4 1,14-3-1,11-7 1,13-3-825,8-3 1,12 2 0,13-8 0,9-1 189,6-2 0,-16 11 0,4-1 0,5 0 0,-1 0 0</inkml:trace>
  <inkml:trace contextRef="#ctx0" brushRef="#br0" timeOffset="112">23234 7359 7783,'-8'16'0,"-1"1"0</inkml:trace>
  <inkml:trace contextRef="#ctx0" brushRef="#br0" timeOffset="113">23118 7359 7783,'-17'-35'0,"1"-2"0,1-2 341,4 3 0,-4 1 0,6 2 0,-2 0 284,0 0 0,-5 1 0,-8 5 0,0 5-174,0 3 0,-7 8 0,1 2 0,-3 5-180,2 12 0,2 5 1,-4 20-1,-2 7-134,-4 6 1,4 11-1,-3 4 1,3 3-20,2 2 1,7 2 0,4 2 0,5 2-105,6-3 1,8-2 0,14-9-1,13-8-321,10-10 1,11-21-1,8-16 1,4-17-172,2-17 1,-4-19-1,4-16 1,-30 29 0,-2-2 197,1 0 1,-2-2-1,-3-1 1,-2-1 0,-1-1-1,-2-2 1,0-3 0,-2-1 221,-2-4 1,-1-1 0,-3 0 0,-3-2-1,-4 2 1,-3 0 0,-1 3 0,-1 1 233,-3 3 0,-1 1 0,-11-34 1,-3 17-1,-2 14-51,2 15 0,1 18 0,3 17 0,1 12 1162,4 8 1,-2 15 0,8 14 0,1 12-924,2 9 0,2 7 0,2 11 0,0-41 0,1 0-383,2 2 1,1-1 0,4-1-1,2 0 1,2-1 0,2 0 0,1 0-1,3 0-606,1 1 1,2-3-1,25 28 1,-1-8 0,-3-14-1860,-5-11 2484,-11-12 0,3-18 0,-6-10 0</inkml:trace>
  <inkml:trace contextRef="#ctx0" brushRef="#br0" timeOffset="114">23531 7094 7816,'-16'-7'3538,"-6"-2"-2398,0-8 1,9 8-1,15 3-910,12 5 1,12 6 0,13 2 0,5 3-306,4 2 1,-4 3 0,-2 4 0,-3 1-332,-8 2 0,0 7 1,-9-1-1,-4 3 16,-5 2 1,-7 7-1,-12 3 1,-7 1-78,-7 0 1,-5-2 0,-9 4-1,1-4 810,0-1 0,6-8 1,1-7-1,4-3 215,7-2 1,10-10 0,16-8-899,11-6 0,15-10 1,8-13-1,9-9-626,6-5 1,7-4 965,4-6 0,-20 12 0,3-3 0,6-2 0,-1 0 0</inkml:trace>
  <inkml:trace contextRef="#ctx0" brushRef="#br0" timeOffset="115">24292 7309 7816,'-16'9'0,"-1"-3"626,0-4 1,6-2 133,0 0 1,17-2 0,5-2-1,13-5-659,7-6 1,9 2 0,6-10 0,10 0-138,10 1 36,0-7 0,3 0 0,9-4 0,1-7 0,0 1 0</inkml:trace>
  <inkml:trace contextRef="#ctx0" brushRef="#br0" timeOffset="116">24871 6929 7816,'-17'-2'2515,"1"-4"1,10 5-2061,12-5 1,3 10 0,15 3-1,-2 2-216,0 4 0,7-4 0,-3 2 0,0 2-553,-4 2 1,-6 1 0,-5 3 0,-5 3-276,-4 5 1,-4-1-1,-4 2 1,-5 1 315,-3 2 0,-3 1 0,1-3 0,-1-3 101,1-2 0,4-2 0,3-6 317,2 1 0,3-3 0,10-1 0,5-2 352,4 2 1,3 2 0,2 1 0,4 1 52,2-1 0,-1 1 1,5 0-1,-4 1-65,-3 4 0,-2-4 0,-10 6 0,-6-2-87,-3 0 1,-17 13 0,-7-2 0,-7 4-334,-4 3 0,-6-3 0,1 5 0,3-1-2463,5-4 1,6-15 2397,8-6 0,14-40 0,4-5 0</inkml:trace>
  <inkml:trace contextRef="#ctx0" brushRef="#br0" timeOffset="117">25598 7011 7791,'-16'-7'1150,"-1"5"0,1 0 0,-1 12-259,1 12 1,-1 20 0,1 11 0,-1 8-433,1 7 1,5 15 0,1-1 0,5 3-839,7-1 0,12-8 0,18-7 0,12-8-3666,16-11 4045,5-8 0,7-54 0,10-17 0,2 0 0,-1 0 0</inkml:trace>
  <inkml:trace contextRef="#ctx0" brushRef="#br0" timeOffset="118">26541 7045 7791,'17'0'214,"1"1"0,2 5 529,2 5 1,13 11 0,2 7 0,7 8 488,7 7 1,3 4 0,-7 3 0,-4 5-672,-10 4 1,-9 1 0,-13 5-1,-9 7-755,-12 6 0,-17 6 0,3-42 0,-4 0 0,-3 3 0,-4-2-48,-4 3 0,-3-2 195,4-1 0,-6-1 0,-6-10 0,-6 0 1,-2-2-1,0 0 0,0-1 0,0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00:55:08.754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19860 744 8471,'-27'-2'0,"-1"-1"897,4-3 0,4-5 0,5 4 198,4-2 0,6 5 0,12-2-674,10 5 0,8 2 0,14 5 0,7 3-172,7 0 0,1 6 1,4-6-1,3 2-255,3 0 1,6-7 0,15 1-1,3-3-321,6-2 0,-46 0 0,1 0 0,0 0 1,1 0-1,0 0 0,1 0-238,2 0 1,-1 0 0,42 0 0,-3 0 0,-10 2 113,-9 4 1,-21-5 0,-12 7-1,-13-3-345,-8 1 0,-3 7-336,-4-2 1132,-4-4 0,-44 22 0,-9-1 0</inkml:trace>
  <inkml:trace contextRef="#ctx0" brushRef="#br0" timeOffset="1">20968 876 8148,'-16'0'876,"-1"0"0,1 0 1,-1 0-4,1 0 0,6 8 0,5 3-595,3 4 1,2 10 0,0 8 0,2 10-178,3 4 1,-3 19-1,4 12 1,-4 12-174,-2-42 1,0 1 0,0 4-1,0 1 1,0-1 0,0 0 0,0-1-1,0-1-226,0 43 1,0-10 0,-2-8 0,-2-12-242,-1-13 1,-1-10-1,8-15-463,3-10 1,5-1 1001,6-10 0,1-80 0,-9 24 0,0 1 0</inkml:trace>
  <inkml:trace contextRef="#ctx0" brushRef="#br0" timeOffset="2">22820 1108 7727,'-5'-17'732,"-1"1"1742,3-1-2086,1 1 0,4 8 1,1 10-84,3 13 0,5 11 1,-4 12-1,2 8-104,4 8 1,-4 10-1,1 7 1,-3 1-195,-3 2 1,-1-6 0,1 1 0,1-6 20,-1-8 0,-2-9 1,-2-6-1,0-3-325,0-6 1,-6-9 0,-1 0-240,-2-3 1,5-12 0,1-7-565,6-9 1,1-8 1099,7-5 0,-8-25 0,-2-12 0,2-8 0,1 0 0</inkml:trace>
  <inkml:trace contextRef="#ctx0" brushRef="#br0" timeOffset="3">22671 1637 7727,'-16'0'519,"1"-2"395,4-3 1,4 1 0,9-5 0,3 0-376,6 0 1,11-3-1,6-4 1,3-1-736,2 1 0,9 1 1,8 2-1,9 2-657,5-2 1,15 4 852,4-2 0,-30 0 0,2-3 0,0-4 0,0 1 0</inkml:trace>
  <inkml:trace contextRef="#ctx0" brushRef="#br0" timeOffset="4">23432 1389 7727,'-16'7'159,"1"3"0,2 8 0,4 2 725,2 2 1,1 8 0,6-3 0,2 6-671,3 6 0,-1-4 0,5 3 0,-1-3-607,-5-2 0,5-5 0,-3-2-20,-1-3 1,-2-10 0,-2-13 221,0-9 1,0-7 0,0-6-1,0-6 509,0-3 1,-6-8-1,1 1 1,1 3 554,2 5 1,2-1 0,0 5 0,0-1-360,0-1 1,2 6-1,3-4 1,8 3-987,8 2 1,1 1-1,9 0 472,4-2 0,6-9 0,6-4 0,2-1 0,-1 0 0</inkml:trace>
  <inkml:trace contextRef="#ctx0" brushRef="#br0" timeOffset="5">23746 1124 8499,'-16'6'1635,"-1"0"1,10-1 0,7-3-1447,9 3 1,6-3 0,1 4-190,1-4 0,14-2 0,4 0 0</inkml:trace>
  <inkml:trace contextRef="#ctx0" brushRef="#br0" timeOffset="6">23829 1472 7717,'-9'27'-11,"3"-1"1,4 0-1,2-2-365,0 0 376,0 5 0,15-11 0,4 6 0</inkml:trace>
  <inkml:trace contextRef="#ctx0" brushRef="#br0" timeOffset="7">24276 1455 7713,'-12'0'1567,"1"2"0,0 4-987,2 5 0,-4 11 0,8 7-264,1 8 1,2 14-1,2 15 1,0 12-310,0 8 1,3-40 0,2 2 0,-1 2 0,1 1 0,0-1 0,1-1-461,5 43 0,0-17 0,6-14 0,-3-15-3718,-3-10 3670,4-17 0,-21-5 0,3-15 0,-6-5 501,-2-5 0,1-39 0,1-17 0,-4-6 0,0 0 0</inkml:trace>
  <inkml:trace contextRef="#ctx0" brushRef="#br0" timeOffset="8">24143 1455 8355,'-9'-16'1438,"4"-1"1,5 1-1081,5-1 0,12 6 0,12 0 0,8-2 142,7-2 1,-2 4-1,0 2 1,-1 4-287,-4 7 1,-4 7-1,-8 13 1,-8 5 50,-10 5 1,-14 6 0,-8 3 0,-7 3-106,-4 7 0,-1-7 0,-4 4 0,1-4-1611,3-2 1,1-10 0,-2-3 1450,6-9 0,26-88 0,1 18 0,1-1 0</inkml:trace>
  <inkml:trace contextRef="#ctx0" brushRef="#br0" timeOffset="9">24887 1240 7708,'17'-25'177,"-1"2"0,-1 5 0,-2 3 4078,-2 4-2619,-7-3 1,1 14-1550,-10 0 0,1 14 0,-7 14 1,-4 3-433,-5 2 0,2 2 0,-4 2 0,1 3 50,-1 3 0,4-7 0,-4 3 1,4-6-335,1-5 0,2-5 1,4-6-1,6-1 220,3 1 0,17-8 0,7-3 0,7-6 258,4-6 0,2 3 0,4-7 0,5 1 318,4 0 1,-4 5 0,0-1 0,2 1 600,1-1 0,-4 3 0,-8-2 334,-11 8 0,-12 7 1,-21 9-1,-13 4-517,-15 2 1,-14 7 0,-6 7 0,0 2-1135,0 4 1,4 4 0,7 3 548,2 2 0,7 22 0,-3 1 0</inkml:trace>
  <inkml:trace contextRef="#ctx0" brushRef="#br0" timeOffset="10">22308 3423 8246,'-17'0'1837,"1"0"-1429,6 0 1,-2-2 67,6-3 1,10 3 0,12-4 0,12 5 92,9 1 0,18 0 0,11 0 0,4 0-469,3 0 0,-3 0 0,7 0 1,2 0-452,2 0 1,-4 1-1,-2 3 1,-3 2-246,-8-3 1,-7 5 0,-14-1-132,-10 2 1,-15 2 0,-12 6-1,-6-1-367,-6 1 1,2-6 1093,-7 0 0,-36-15 0,-16 2 0</inkml:trace>
  <inkml:trace contextRef="#ctx0" brushRef="#br0" timeOffset="11">23085 3489 7722,'-17'0'250,"1"0"1,1 2 0,2 2 434,2 1 1,6 3-1,-4-3 1,1 6-165,5 4 1,1 3 0,2 6-1,0 7-335,0 6 1,0 11 0,-2 1-1,-2 10-163,-1 6 0,-1 1 0,6 0 0,0-2-383,0-3 1,0-4 0,0-11 0,0-6-613,0-7 0,0-11 0,0 2-239,0 0 0,0-6 1211,0 4 0,-15-18 0,-3-6 0</inkml:trace>
  <inkml:trace contextRef="#ctx0" brushRef="#br0" timeOffset="12">24309 3522 7680,'-11'0'178,"0"0"0,0 2 1,-1 2 1807,1 1 1,0 10-1545,-5 2 0,-6 1 0,-2 11 1,0 4-1,-2 6-401,1 3 0,-3-3 0,-3 5 0,1 2-401,3 2 0,7-1 1,-2-4-1,3-8-1311,3-6 0,5-11 1671,0-1 0,7-96 0,0 24 0,1 0 0</inkml:trace>
  <inkml:trace contextRef="#ctx0" brushRef="#br0" timeOffset="13">23862 3638 9711,'-7'-7'1316,"7"7"0,3 7 0,12 11 0,5 6-1034,4 9 1,-2 2 0,6 9-1,1 4-1073,2 5 1,10 6 0,1 7 790,0 1 0,-8-31 0,2 1 0,-1 1 0,0-1 0</inkml:trace>
  <inkml:trace contextRef="#ctx0" brushRef="#br0" timeOffset="14">25036 3522 7713,'-16'0'1273,"-1"0"1,1 0-416,-1 0 1,2 8-535,4 3 1,4 3 0,7 5 0,2 3 0,3 5 168,6 5 0,-1 1 0,1 2 0,0 3-572,-2 6 0,-2 0 0,-7 4 0,0 4-142,0-1 0,-2 0 0,-1-1 0,-5-2-256,-1-4 1,5-6 20,-1-10 815,3-11 1,9-10 0,4-9 0,6-2 29,5-1 1,0-1 0,11 6 0,8 0-177,4 0 1,12-5-1,4-1 1,3 3-359,3 1 1,-7-4 0,1 1 0,1 1-553,3 2 1,-14 2 0,-9 0-222,-10 0 0,-14 6 1,-9 1-1,-3 1 918,-8-1 0,-50-16 0,-19-10 0</inkml:trace>
  <inkml:trace contextRef="#ctx0" brushRef="#br0" timeOffset="15">21944 3043 7732,'-33'11'0,"0"-2"672,0-2 0,1 12 1,3 1-1,3 9 1,2 14 17,4 8 0,2 17 1,1 15-586,1 8 1,7-41 0,1 0 0,0 2 0,0 0 0,-1 5 0,1 0-203,-1 6 1,2-1-1,1-2 1,2 0 0,1 2-1,1 1 1,1-5 0,2-1-239,0-1 0,3-1 1,6 0-1,2 0 0,5 1 1,3 0 334,1-2 0,4-3 0,3-8 0,5-4 0,4-6 0,1-1 0</inkml:trace>
  <inkml:trace contextRef="#ctx0" brushRef="#br0" timeOffset="16">26276 3241 8256,'0'-16'416,"2"1"1,4 4 0,7 5-380,7 5 0,6 10 0,7 9 961,0 13 1,5 12 0,-1 12-1,-4 5-520,-3 5 1,-12 8 0,-2 4 0,-8 6-656,-6 5 0,-17 4 0,4-42 1,-2-1-1,-3 2 0,-3-1-147,-2 3 1,-2-1 0,-3-5 0,-3-2 0,-1 1 0,-3-2 0,-1-3 0,-1-1-1472,-3 0 0,-2-1 1795,2-2 0,-4-1 0,-23 12 0,-5 0 0,-3-1 0,-1 0 0</inkml:trace>
  <inkml:trace contextRef="#ctx0" brushRef="#br0" timeOffset="17">20274 3638 7742,'-19'18'226,"-1"3"1,-2 1 0,2 0 798,1 2 1,3 1-801,-1 8 1,1 10 0,1 6 0,4 10 0,4 5 211,-1 3 1,7 8 0,-3 6-1,6 5-166,3 0 0,14-3 0,-1-6 0,8-7-206,9-7 0,7-23 0,13-18 0,8-15-54,6-10 1,7-16 0,5-16 0,-4-14-160,-41 18 0,-1-3 0,0-1 0,-2-3 0,0-4 0,-1-1 0,-2 1 0,-2-2-174,-1 0 1,-4 0 0,-5 0-1,-3 0 1,2-39 0,-14 0 523,-12 1 0,-18 6 0,-25 5 0,-10 6 358,-8 10 1,32 28-1,-1 1 1,-33-11 0,0 6 86,-1 7 1,5 17-1,-4 12 1,6 15-511,5 10 0,12 10 1,14 4-1,11 4-137,13 2 0,23-5 0,9 3 0,2 5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28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这一系列共 4 次课，每次约 2 小时。贯穿全部课程的主线是 AMT 的四大核心技巧：Prefix Sum、Binary Search、Two Pointers 和 Greedy。
第 1 次课讲 Prefix Sum：先讲普通的 prefix sum，再讲"一轮的净变化"（net change per round），最后讲二阶差分（second-order differences）。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四种颜色在 4 次课里保持不变：青色 = Prefix Sum，橙色 = Binary Search，珊瑚红 = Two Pointers，深蓝 = Greedy。每道题开始时都先标出它用到哪几个技巧。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强调：P6 很少是"直接套模板"。四大技巧只是骨架，真正的难点是找到 key observation，把题目化简到能套模板为止。右侧空白用来写学生的回答。
参考答案（以今天的题为例）：
1. Brute force：Spaceship 枚举每条边的流量；Tennis 直接模拟（可达 2×10^11 步）；Twin Rivers 枚举新桥位置 p 再重算所有行程，O(L·T)。
2. 单调的量：Tennis 中每个箱子的球数随轮数线性变化；Twin Rivers 中桥的位置已排序，可以 Binary Search 找最近的桥。
3. 可累加 / 局部决定的量：Spaceship 的边流量是 prefix sum；Tennis 的一轮净变化是 prefix sum；Twin Rivers 的总代价可用二阶差分累加。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每道 Problem 5 都和同一次课的一道 Problem 6 配对：核心想法相同，化简步骤更短，用来巩固。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分钟。讲解路线：把环剪成链（纯 prefix sum）→ 回到环（多一个变量 f）→ 中位数（median）。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提问：为什么只看净流量（net flow）？
答案：如果同一条边上有人往左、有人往右，让他们互换身份，花费只会减少。所以最优解里每条边只有一个方向。
右侧空白可以画一个 6 个 cabin 的环。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在黑板上画链 5 2 1 6 5 1 → 3 3 2 7 3 2，从左往右逐条边算 P[i]，让学生看到"左边多出来的人必须穿过这条边"。
参考：A − B = 2 −1 −1 −1 2 −1，P = 2 1 0 −1 1 0，链上答案 Σ|P[i]| = 2+1+0+1+1+0 =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提问：为什么 flow[N] = f 也符合公式 P[N] + f？
答案：因为 ΣA = ΣB，所以 P[N] =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在下方空白画数轴，标出 P = −1 0 0 1 1 2。让学生站在不同位置，算到所有点的距离之和。
参考答案：站在 −1：0+1+1+2+2+3 = 9；站在 0：1+0+0+1+1+2 = 5；站在 1：2+1+1+0+0+1 = 5；站在 2：3+2+2+1+1+0 = 9。
最小值 5 出现在 0 和 1 之间（两个中位数之间都可以）。这就是 Greedy：一直往更好的方向走，直到走不动为止。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答案：A − B = 2 −1 −1 −1 2 −1；P = 2 1 0 −1 1 0；排序后 −1 0 0 1 1 2；median 取 1（取 0 也可以）；答案 Σ|P − med| = 5。
再看样例 2：A = 5 0 0 0 0，B = 1 1 1 1 1，P = 4 3 2 1 0，median = 2，答案 6。如果只能单方向走（f = 0），答案是 10：这就是"环"带来的好处。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强调 long long：P 最大可到 10^5 × 10^5 = 10^10。复杂度 O(N log N)，瓶颈是 sort。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挑战题：如果第 i 条边每人收 w[i] 元，中位数还成立吗？
答案：不能用普通中位数，要用带权中位数（weighted median）：把每个 P[i] 看成权重为 w[i] 的点，取使左右权重平衡的点。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25 分钟。Spaceship 的循环在空间上（cabin 围成一圈），这题的循环在时间上（指令一轮一轮重复）。同一个技巧：把一整轮压缩成一个摘要。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问"三问"中的第 1 问：brute force 是什么？为什么慢？
答案：直接模拟；最多约 10^6 轮 × 2×10^5 条指令 = 2×10^11 步。慢在"轮数太多"，接下来就要把轮数压缩掉。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特殊情况：s &lt; 1 表示箱子在第 1 轮就出问题（t = 0）；d[i] ≥ 0 表示箱子永远不会出问题（跳过）；如果没有任何箱子会出问题，输出 FOREVER。
为什么不用 Binary Search？每个箱子的条件都是关于 r 的一次不等式，可以直接解出来。对 R 二分也可以（条件是单调的），但除法更短，边界情况更少。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先让学生口头比较两题，再显示表格。
参考答案就是表格内容：循环分别在时间上 / 空间上；Prefix Sum 分别求最低点 mn[i] 和净变化 d[i] / 每条边的流量 P[i]；之后分别用除法算轮数再模拟一轮 / 取中位数。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
箱子 1：指令 1 前变化 0 → mn = 0，d = −1，s = 3 → t = (3 − 1) / 1 + 1 = 3。
箱子 2：指令 3 前变化 0 → mn = 0，d = 0，s = 2 → 永远不会出问题。
箱子 3：没被取过，d = +2。
箱子 4：指令 2 前变化 0，指令 4 前变化 −1 → mn = −1，d = −2，s = 3 → t = (3 − 1) / 2 + 1 = 2。
箱子 5：没被取过，d = +1。
所以 R = min(3, 2) = 2。第 3 轮开始时箱子 1 有 1 个、箱子 4 有 0 个。指令 1（1→5）成功；指令 2 要从箱子 4 取球，空了，停下。答案 = 2 × 4 + 1 = 9。
手动验证箱子 4：第 2 轮最低点 3 − 2 = 1（可以），第 3 轮最低点 3 − 4 = −1（失败）。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答案最大可到 10^6 × 2×10^5 = 2×10^11，必须用 long long。整数除法向下取整，正好是公式需要的 floor。
之后：b[i] = x[i] + R·d[i]，从这里模拟一轮，答案 = R·M + 这一轮成功的条数。完整程序见 2024_P5_Tennis_Robot_II.cpp。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约 30 分钟。目标：学生要记住"差分数组 + 一次 prefix sum"能还原分段常数函数（step function），"二阶差分 + 两次 prefix sum"能还原分段线性函数（piecewise-linear function）。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在右侧画出三条陆地和两条河，用样例 1：River 1 的桥在 2 和 6，River 2 的桥在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force：枚举每个 p，再重算所有行程，O(L·T) ≈ 10^11，只能过 subtask 1。
参考：去 Strip 3 的行程 X = 4，经桥 2 和 4：2 + 2·(4 − 2) = 6；经桥 6 和 4 也是 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两种行程的代价函数都是折线：
去 Strip 2：V 形 1 + 2|X − p|，在 old 处被截平（新桥离 X 太远就不如旧桥）。
去 Strip 3：trough（槽形）：在 [u2, X]（或 [X, w2]）上是平底，离开平底每 1 km 增加 2，同样被 old 截平。平底高度是 2 + 2·(X − u2)。
红点是拐点（转折点）：斜率只在这些地方改变（−2、0、+2 之间切换）。每个行程最多只有几个拐点，这就是后面能用二阶差分的关键。
具体例子（样例 1，新桥建在 River 1）：行程 X = 4 去 Strip 3：u2 = 4，平底只有一个点，w = 6 6 4 2 4 6 6；行程 X = 3 去 Strip 3：只有右边的 w2 = 4，平底是 [3, 4]、高度 4，w = 6 6 4 4 6 6 6（p = 1..7）。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Brute force：L 约 10^6 个位置 p，每个 p 都要把 2×10^5 个行程的代价加起来，共约 2×10^11 次运算，远远超时（1 秒大约只能做 10^8 次）。
关键：每个行程的 w(p) 是一条折线，只有少数几个拐点（转折点）。我们只记下拐点处的信息（每个行程 O(1) 个位置），最后用两次 prefix sum 一次性还原出所有 p 上的总代价（O(L)）。再加上每个行程用 Binary Search 找最近的桥 O(log N)，总复杂度 O(T log N + L)，约 2×10^5 × 18 + 10^6 ≈ 5×10^6。
提问：能不能每个行程只算几个 p？答案：我们要的是"所有行程代价之和"在每个 p 上的值，最小值可能出现在任何 p，所以每个 p 的总和都要知道——但不需要一个 p 一个 p 地去加。
为了做到这一点，需要两个工具：差分数组（下一页）和二阶差分（再下一页）。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差分（difference）就是相邻两项的差：D[i] = a[i] − a[i−1]。它记录的是"在哪里、跳了多少"。
答案：D = 3 0 0 4 0 0 −5 0；D 的前缀和 = 3 3 3 7 7 7 2 2 = a。差分和 prefix sum 互为逆运算。
经典用法（区间加）：把 a[2..4] 都加 5 → 只改 D[2] += 5、D[5] −= 5，最后做一次前缀和得到 3 8 8 12 7 7 2 2。每次修改 O(1)，最后还原 O(n)。
局限：差分数组只在"阶梯形"（分段常数，step function）的数据上省事。如果数据是斜线（每一格都在变），D 处处不为 0，就没有节省了——这就是下一页要讲二阶差分的原因。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答案：斜率（一阶差分）w(p) − w(p−1)，p = 2..7：0, −2, −2, 2, 2, 0。
d2（斜率的变化），p = 2..6：−2, 0, 4, 0, −2。只有在拐点 p = 2、4、6 处不为 0。
为什么？折线在两个拐点之间是直线，斜率不变，所以斜率的差是 0；只有在拐点处斜率才改变。一阶差分（斜率）在斜线上处处不为 0，二阶差分只在拐点不为 0，所以每个行程只需要写 O(1) 个位置。
还原（两次 prefix sum）：已知 w(0) = 6、w(1) = 6，所以 slope(1) = 0。slope 依次加上 d2：0, −2, −2, 2, 2, 0；w 依次加上 slope：6, 4, 2, 4, 6, 6。和原来的 w 完全一样。
代码里的 tot[q+1] = 2·tot[q] − tot[q−1] + d2[q] 就是把这两次 prefix sum 合并成一行：tot[q+1] − tot[q] = (tot[q] − tot[q−1]) + d2[q]，即"新斜率 = 旧斜率 + 斜率变化"。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多个行程怎么办？二阶差分是线性的：总代价的 d2 = 每个行程的 d2 相加。所以所有行程都往同一个 d2 数组里写，最后只还原一次。
重点讲还原公式：tot[q+1] = 2·tot[q] − tot[q−1] + d2[q]。把它移项：tot[q+1] − tot[q] = (tot[q] − tot[q−1]) + d2[q]，左边是 q 到 q+1 的斜率，括号里是上一段的斜率，d2[q] 是斜率的变化。所以这一行其实就是两次 prefix sum：先累加 d2 得到斜率，再累加斜率得到 tot。需要两个起点 tot[0] 和 tot[1]（代码里的 v0、v1）。
用样例 1 的行程验证：w(0) = 6、w(1) = 6，d2[1..6] = 0, −2, 0, 4, 0, −2 → w(2) = 2·6 − 6 + 0 = 6，w(3) = 2·6 − 6 − 2 = 4，w(4) = 2·4 − 6 + 0 = 2，w(5) = 2·2 − 4 + 4 = 4，w(6) = 2·4 − 2 + 0 = 6，w(7) = 2·6 − 4 − 2 = 6。
复杂度从 O(T·L) 降到 O(T log N + L)。
提问：普通差分数组（一次 prefix sum）能还原什么样的函数？答案：只能还原分段常数函数（step function）。分段线性函数（折线）需要二阶差分 + 两次 prefix sum。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答案：原代价 Old cost：经桥 2 和 4 → 2 + 2·2 = 6（经桥 6 和 4 也是 6）。
w(p)，p = 1..7：6 6 4 2 4 6 6。
d2[p]，p = 2..6：−2, 0, 4, 0, −2（只有转折点 2、4、6 处不为 0）。
整个样例在 River 1 的 p = 4 建新桥：四个行程的代价是 4、2、4、3 → 总和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先讲整体流程，再看代码。程序分 5 步：
① 读入，把桥按河分开存（每条河的桥排好序）。
② 对每个行程：用 Binary Search 找 X 左右最近的桥（pred / succ）；写出这个行程的新代价 w(p)，分两种情况：f 表示新桥建在 River 1，g 表示建在 River 2；再用 addFunc 把它加进总和——只在转折点附近写 d2，所以每个行程只写 O(1) 个位置。
③ build：两次 prefix sum，还原出每个 p 的总代价 tot[w][p]。
④ 扫一遍所有 p，两条河都看，取最小值。
⑤ 输出答案。
提问：循环里每个行程花多少时间？答案：两次二分 O(log N)，加上 O(1) 个转折点。总复杂度 O(T log N + L)。
提问：④ 里为什么有时不能把新桥建在 River 1？答案：如果有行程要去 Strip 3，而 River 2 上一座桥都没有，这些行程原本就完成不了，新桥必须建在 River 2（样例 3 就是这种情况）。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伪代码和完整程序 2024_P6_Twin_Rivers.cpp 一一对应：pred / succ 是两个二分函数；trough(a..b) 表示在 [a, b] 上是平底、两边斜率 ±2 的槽形函数，平底高度是 2 + 2·(b − a)；addFunc 只在转折点附近写 d2；build 做两次 prefix sum。
用样例 1 的行程（X = 4，去 Strip 3）验证：u2 = w2 = 4，所以 f 的两个 trough 都是 [4, 4]、高度 2；old = 6。f(p) = 6 6 4 2 4 6 6（p = 1..7），和手算页的结果一致。
去 Strip 2 的行程：新桥建在 River 2 对它没有帮助，所以 g = old（常数函数，d2 全是 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转折点可能落在半整数上（两段函数相交处），所以代码在每个转折点附近多检查几个整数（用 2 倍坐标存）。完整程序：2024_P6_Twin_Rivers.cpp。复杂度 O(T log N + L)。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下去巡视。最常见的 bug：用 int 而不是 long long；q 没有从下标 1 开始排序；把 p 原地排序后又拿来用（应该排序一份拷贝）。
样例答案：样例 1 = 5，样例 2 = 6，样例 3 =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让每个学生说出今天的一道题，以及它用了哪个技巧。
参考答案：Spaceship Shuffle：Prefix Sum（每条边的流量）+ Greedy（中位数）；Tennis Robot II：Prefix Sum（一轮的最低点和净变化）+ 除法算轮数；Twin Rivers：二阶差分 + 两次 Prefix Sum，再用 Binary Search 找最近的桥。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下次课：Binary Search 和 Two Pointers。提醒学生把课程笔记里的 binary search 模板带来。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98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466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6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905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CAMP· SESSION 1</a:t>
            </a:r>
            <a:endParaRPr lang="en-US" sz="1200"/>
          </a:p>
        </p:txBody>
      </p:sp>
      <p:sp>
        <p:nvSpPr>
          <p:cNvPr id="4" name="Text 1"/>
          <p:cNvSpPr txBox="1"/>
          <p:nvPr/>
        </p:nvSpPr>
        <p:spPr>
          <a:xfrm>
            <a:off x="6855968" y="2641600"/>
            <a:ext cx="4523232" cy="80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565"/>
              </a:lnSpc>
              <a:buNone/>
            </a:pPr>
            <a:r>
              <a:rPr lang="en-US" sz="5300" b="1" kern="0" spc="10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5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THREAD THROUGH ALL 4 SESSIONS</a:t>
            </a:r>
            <a:endParaRPr lang="en-US" sz="1600"/>
          </a:p>
        </p:txBody>
      </p:sp>
      <p:sp>
        <p:nvSpPr>
          <p:cNvPr id="3" name="Text 1"/>
          <p:cNvSpPr txBox="1"/>
          <p:nvPr/>
        </p:nvSpPr>
        <p:spPr>
          <a:xfrm>
            <a:off x="812800" y="109855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AMT'S FOUR CORE TECHNIQUES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739900"/>
            <a:ext cx="63500" cy="22542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10795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range sums, running totals, "net change per round"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P[i] = P[i-1] + a[i]; sum of a[l..r] = P[r] − P[l-1]</a:t>
            </a:r>
            <a:endParaRPr lang="en-US" sz="1900"/>
          </a:p>
        </p:txBody>
      </p:sp>
      <p:sp>
        <p:nvSpPr>
          <p:cNvPr id="8" name="Shape 6"/>
          <p:cNvSpPr/>
          <p:nvPr/>
        </p:nvSpPr>
        <p:spPr>
          <a:xfrm>
            <a:off x="6184900" y="173990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739900"/>
            <a:ext cx="63500" cy="225425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192405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550"/>
          </a:p>
        </p:txBody>
      </p:sp>
      <p:sp>
        <p:nvSpPr>
          <p:cNvPr id="11" name="Text 9"/>
          <p:cNvSpPr txBox="1"/>
          <p:nvPr/>
        </p:nvSpPr>
        <p:spPr>
          <a:xfrm>
            <a:off x="6451600" y="236220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a bigger answer is harder (or easier) to reach → monotone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write check(x), use the while (l &lt;= r) template</a:t>
            </a:r>
            <a:endParaRPr lang="en-US" sz="1900"/>
          </a:p>
        </p:txBody>
      </p:sp>
      <p:sp>
        <p:nvSpPr>
          <p:cNvPr id="12" name="Shape 10"/>
          <p:cNvSpPr/>
          <p:nvPr/>
        </p:nvSpPr>
        <p:spPr>
          <a:xfrm>
            <a:off x="8128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4171950"/>
            <a:ext cx="63500" cy="225425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550"/>
          </a:p>
        </p:txBody>
      </p:sp>
      <p:sp>
        <p:nvSpPr>
          <p:cNvPr id="15" name="Text 13"/>
          <p:cNvSpPr txBox="1"/>
          <p:nvPr/>
        </p:nvSpPr>
        <p:spPr>
          <a:xfrm>
            <a:off x="10795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two indices that only ever move forward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outer loop moves one, inner while pushes the other: O(N) total</a:t>
            </a:r>
            <a:endParaRPr lang="en-US" sz="1900"/>
          </a:p>
        </p:txBody>
      </p:sp>
      <p:sp>
        <p:nvSpPr>
          <p:cNvPr id="16" name="Shape 14"/>
          <p:cNvSpPr/>
          <p:nvPr/>
        </p:nvSpPr>
        <p:spPr>
          <a:xfrm>
            <a:off x="6184900" y="4171950"/>
            <a:ext cx="5194300" cy="2254250"/>
          </a:xfrm>
          <a:prstGeom prst="roundRect">
            <a:avLst>
              <a:gd name="adj" fmla="val 2254"/>
            </a:avLst>
          </a:prstGeom>
          <a:noFill/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4171950"/>
            <a:ext cx="63500" cy="22542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4356100"/>
            <a:ext cx="5001133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550"/>
          </a:p>
        </p:txBody>
      </p:sp>
      <p:sp>
        <p:nvSpPr>
          <p:cNvPr id="19" name="Text 17"/>
          <p:cNvSpPr txBox="1"/>
          <p:nvPr/>
        </p:nvSpPr>
        <p:spPr>
          <a:xfrm>
            <a:off x="6451600" y="4794250"/>
            <a:ext cx="5001133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each step has an "obviously best" choice</a:t>
            </a:r>
            <a:endParaRPr lang="en-US" sz="1900"/>
          </a:p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guess the rule, then prove it with an exchange argument</a:t>
            </a:r>
            <a:endParaRPr lang="en-US" sz="1900"/>
          </a:p>
        </p:txBody>
      </p:sp>
      <p:sp>
        <p:nvSpPr>
          <p:cNvPr id="20" name="Shape 1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THESE BEFORE EVERY PROBLEM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is the brute force?</a:t>
            </a: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slow is it, and why?</a:t>
            </a:r>
            <a:endParaRPr lang="en-US" sz="2700"/>
          </a:p>
        </p:txBody>
      </p:sp>
      <p:sp>
        <p:nvSpPr>
          <p:cNvPr id="5" name="Text 3"/>
          <p:cNvSpPr txBox="1"/>
          <p:nvPr/>
        </p:nvSpPr>
        <p:spPr>
          <a:xfrm>
            <a:off x="812800" y="252273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= the first subtasks, and your checker for testing later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296723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Is anything monotone?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586956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Binary Search or Two Pointers</a:t>
            </a:r>
            <a:endParaRPr lang="en-US" sz="2100"/>
          </a:p>
        </p:txBody>
      </p:sp>
      <p:sp>
        <p:nvSpPr>
          <p:cNvPr id="8" name="Text 6"/>
          <p:cNvSpPr txBox="1"/>
          <p:nvPr/>
        </p:nvSpPr>
        <p:spPr>
          <a:xfrm>
            <a:off x="812800" y="4031456"/>
            <a:ext cx="11106150" cy="5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Can anything be accumulated, split up or decided locally?</a:t>
            </a:r>
            <a:endParaRPr lang="en-US" sz="2700"/>
          </a:p>
        </p:txBody>
      </p:sp>
      <p:sp>
        <p:nvSpPr>
          <p:cNvPr id="9" name="Text 7"/>
          <p:cNvSpPr txBox="1"/>
          <p:nvPr/>
        </p:nvSpPr>
        <p:spPr>
          <a:xfrm>
            <a:off x="812800" y="465117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Prefix Sum or Greedy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0BDEFD-F21B-D14D-4AE0-2B0295A03C6F}"/>
                  </a:ext>
                </a:extLst>
              </p14:cNvPr>
              <p14:cNvContentPartPr/>
              <p14:nvPr/>
            </p14:nvContentPartPr>
            <p14:xfrm>
              <a:off x="6899760" y="613800"/>
              <a:ext cx="4479120" cy="2452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0BDEFD-F21B-D14D-4AE0-2B0295A03C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83560" y="597600"/>
                <a:ext cx="4511520" cy="248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117600"/>
            <a:ext cx="11200384" cy="511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65"/>
              </a:lnSpc>
              <a:buNone/>
            </a:pPr>
            <a:r>
              <a:rPr lang="en-US" sz="31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PER SESSION</a:t>
            </a:r>
            <a:endParaRPr lang="en-US" sz="31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3535"/>
          <a:ext cx="10566400" cy="3747455"/>
        </p:xfrm>
        <a:graphic>
          <a:graphicData uri="http://schemas.openxmlformats.org/drawingml/2006/table">
            <a:tbl>
              <a:tblPr/>
              <a:tblGrid>
                <a:gridCol w="120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8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(2022 P6) · Tennis Robot II (2024 P5) · Twin Rivers (2024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(2021 P6) · Space Mission (2021 P5) · Lollipops II (2019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("water level") + binary search on the answer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(2026 P6) · Wheeling and Dealing (2023 P5) · Prime Minister (2026 P5)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2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 + Greedy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460"/>
                        </a:lnSpc>
                        <a:buNone/>
                      </a:pPr>
                      <a:r>
                        <a:rPr lang="en-US" sz="20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 (2020 P5) · Robot Writing (2025 P6) · Beach Umbrellas (2020 P6)</a:t>
                      </a:r>
                      <a:endParaRPr lang="en-US" sz="20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812800" y="5634335"/>
            <a:ext cx="11200384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5"/>
              </a:lnSpc>
              <a:buNone/>
            </a:pPr>
            <a:r>
              <a:rPr lang="en-US" sz="20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Another Lights (2023 P6) is a parity construction that uses none of the four techniques: optional reading.</a:t>
            </a:r>
            <a:endParaRPr lang="en-US" sz="20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7322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81225"/>
            <a:ext cx="11200384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5500"/>
          </a:p>
        </p:txBody>
      </p:sp>
      <p:sp>
        <p:nvSpPr>
          <p:cNvPr id="5" name="Text 2"/>
          <p:cNvSpPr txBox="1"/>
          <p:nvPr/>
        </p:nvSpPr>
        <p:spPr>
          <a:xfrm>
            <a:off x="812800" y="3178175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Cabins in a ring: move the crew into place as cheaply as possible.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156075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156075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156075"/>
            <a:ext cx="3502422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156075"/>
            <a:ext cx="35024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(median)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472757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72757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932410" y="472757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72757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cabins form a ring. Cabin i has A[i] crew now and needs B[i].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one person to an adjacent cabin costs $1. Find the minimum total cost.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A[i], B[i] ≤ 100 000, ΣA = ΣB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it: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ring has N edges. Let flow be the </a:t>
            </a:r>
            <a:r>
              <a:rPr lang="en-US" sz="2400" i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 of people crossing an edge (it can be negative).</a:t>
            </a:r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12800" y="5128518"/>
            <a:ext cx="1009650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= Σ |flow|</a:t>
            </a:r>
            <a:endParaRPr lang="en-US" sz="255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START SIMPLE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RING INTO A CHAIN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2: nobody crosses the edge N → 1. Every extra person left of edge i → i+1 must cross it: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3000177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127177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(A[1]−B[1]) + … + (A[i]−B[i]) = </a:t>
            </a:r>
            <a:r>
              <a:rPr lang="en-US" sz="27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92092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Answer = Σ |P[i]|, in O(N).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RING: ONE EXTRA VARIABLE</a:t>
            </a:r>
            <a:endParaRPr lang="en-US" sz="3650"/>
          </a:p>
        </p:txBody>
      </p:sp>
      <p:sp>
        <p:nvSpPr>
          <p:cNvPr id="4" name="Text 2"/>
          <p:cNvSpPr txBox="1"/>
          <p:nvPr/>
        </p:nvSpPr>
        <p:spPr>
          <a:xfrm>
            <a:off x="812800" y="1866503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f people cross the edge N → 1. Cabin 1 effectively gains f people, so every edge shifts by f: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963664"/>
            <a:ext cx="11106150" cy="768350"/>
          </a:xfrm>
          <a:prstGeom prst="roundRect">
            <a:avLst>
              <a:gd name="adj" fmla="val 661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90664"/>
            <a:ext cx="106997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flow[i] = P[i] + f　　cost = Σ |P[i] + f|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3884414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the points P[i] lie on a number line. Pick one point −f that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minimises the total distance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all of them.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WHY THE MEDIAN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X, STEP ONE TO THE RIGHT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on your left gets 1 further away; every point on your right gets 1 closer.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747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points on the right → keep going. Equal on both sides → stop.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3574157"/>
            <a:ext cx="11106150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7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stop at the median.</a:t>
            </a:r>
            <a:endParaRPr lang="en-US" sz="2700"/>
          </a:p>
        </p:txBody>
      </p:sp>
      <p:sp>
        <p:nvSpPr>
          <p:cNvPr id="7" name="Text 5"/>
          <p:cNvSpPr txBox="1"/>
          <p:nvPr/>
        </p:nvSpPr>
        <p:spPr>
          <a:xfrm>
            <a:off x="812800" y="4215507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Greedy: keep stepping in the better direction until no step helps.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5 2 1 6 5 1　　B = 3 3 2 7 3 2</a:t>
            </a:r>
            <a:endParaRPr lang="en-US" sz="24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12616"/>
          <a:ext cx="10566398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− B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P[i]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169966"/>
            <a:ext cx="1120038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sorted: ____________　Median: _____　Answer Σ |P − med| = _____</a:t>
            </a:r>
            <a:endParaRPr lang="en-US" sz="240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SUMS, THEN SORT FOR THE MEDIAN</a:t>
            </a:r>
            <a:endParaRPr lang="en-US" sz="350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9493250" cy="4578350"/>
          </a:xfrm>
          <a:prstGeom prst="roundRect">
            <a:avLst>
              <a:gd name="adj" fmla="val 111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8825"/>
            <a:ext cx="10106152" cy="424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prefix sum: p[i] is the flow on edge i -&gt; i+1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p[i] = p[i-1] + a[i] - b[i];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q[i] =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sort(q + 1, q + n + 1);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med = q[(n + 1) / 2];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ans = 0;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++){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(p[i] &gt; med) ans += p[i] - med;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 ans += med - p[i];</a:t>
            </a:r>
            <a:endParaRPr lang="en-US" sz="1700"/>
          </a:p>
          <a:p>
            <a:pPr marL="0" indent="0" algn="l">
              <a:lnSpc>
                <a:spcPts val="2550"/>
              </a:lnSpc>
              <a:buNone/>
            </a:pPr>
            <a:r>
              <a:rPr lang="en-US" sz="170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SPACESHIP SHUFFLE · SCORING ROUTE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starts in cabin 1: choose how many go left vs right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flow across N → 1: plain prefix sums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1000: try f = −P[i] for each i, O(N²)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the median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178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int: P and the answer overflow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one direction only, forgetting f</a:t>
            </a:r>
            <a:endParaRPr lang="en-US" sz="210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every value of f (range up to 10^10)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5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Spaceship: squeeze a repeating loop into "net change per round".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232870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232870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5585321" y="42328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5585321" y="42328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81280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bins; bin i starts with X[i] balls. M instructions repeat forever: instruction j moves one ball from bin A[j] to bin B[j].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robot must take from an empty bin, it stops. How many instructions succeed? Or print FOREVER.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110615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200 000, X[i] ≤ 1 000 000</a:t>
            </a:r>
            <a:endParaRPr lang="en-US" sz="210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simulate. Up to ~10⁶ rounds × 2×10⁵ instructions = 2×10¹¹ steps. Far too slow.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KEY OBSERVATION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ONE ROUND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1328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the M instructions once. For each bin record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net change per round, and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mn[i]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the lowest change seen just before a take (a prefix-sum minimum).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32523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Round r starts with X[i] + (r−1)·d[i] balls. Let s = X[i] + mn[i]. Bin i survives round r ⇔</a:t>
            </a:r>
            <a:endParaRPr lang="en-US" sz="2250"/>
          </a:p>
        </p:txBody>
      </p:sp>
      <p:sp>
        <p:nvSpPr>
          <p:cNvPr id="6" name="Shape 4"/>
          <p:cNvSpPr/>
          <p:nvPr/>
        </p:nvSpPr>
        <p:spPr>
          <a:xfrm>
            <a:off x="812800" y="4223941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325541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+ (r−1)·d[i] ≥ 1</a:t>
            </a:r>
            <a:endParaRPr lang="en-US" sz="2550"/>
          </a:p>
        </p:txBody>
      </p:sp>
      <p:sp>
        <p:nvSpPr>
          <p:cNvPr id="8" name="Text 6"/>
          <p:cNvSpPr txBox="1"/>
          <p:nvPr/>
        </p:nvSpPr>
        <p:spPr>
          <a:xfrm>
            <a:off x="812800" y="4916091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it with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division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if d[i] &lt; 0, bin i survives t = (s − 1) / (−d[i]) + 1 rounds. R = the smallest t.</a:t>
            </a:r>
            <a:endParaRPr lang="en-US" sz="2250"/>
          </a:p>
        </p:txBody>
      </p:sp>
      <p:sp>
        <p:nvSpPr>
          <p:cNvPr id="9" name="Text 7"/>
          <p:cNvSpPr txBox="1"/>
          <p:nvPr/>
        </p:nvSpPr>
        <p:spPr>
          <a:xfrm>
            <a:off x="812800" y="5887641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simulate round R+1 only. Answer = R·M + successes in that round.</a:t>
            </a:r>
            <a:endParaRPr lang="en-US" sz="225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IDEA: COMPRESS THE LOOP</a:t>
            </a:r>
            <a:endParaRPr lang="en-US" sz="39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44475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 (P5)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 (P6)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loop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time: instructions repeat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space: cabins form a ring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gives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point mn[i] and net change d[i]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P[i] on every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 to get the rounds, simulate 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 the median, done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something repeats, ask: what changes over one full loop?</a:t>
            </a:r>
            <a:endParaRPr lang="en-US" sz="225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3 2 6 4 5　　Instructions: 1→5, 4→3, 2→3, 4→2</a:t>
            </a:r>
            <a:endParaRPr lang="en-US" sz="225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3206750"/>
        </p:xfrm>
        <a:graphic>
          <a:graphicData uri="http://schemas.openxmlformats.org/drawingml/2006/table">
            <a:tbl>
              <a:tblPr/>
              <a:tblGrid>
                <a:gridCol w="95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36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before each take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= X + mn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Rounds t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570666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min t = ___　Round R+1 stops at instruction ___　Answer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ROUNDS BY DIVISION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8763000" cy="4511675"/>
          </a:xfrm>
          <a:prstGeom prst="roundRect">
            <a:avLst>
              <a:gd name="adj" fmla="val 112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87166"/>
            <a:ext cx="9288272" cy="417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R = -1;            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-1: no bin ever fails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(take[i]){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s = x[i] + mn[i];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long long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(s &lt; 1)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0;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if (d[i] &gt;= 0)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continue;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t = (s - 1) / (-d[i]) + 1;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(R == -1 || t &lt; R)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t;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450"/>
          </a:p>
          <a:p>
            <a:pPr marL="0" indent="0" algn="l">
              <a:lnSpc>
                <a:spcPts val="2175"/>
              </a:lnSpc>
              <a:buNone/>
            </a:pPr>
            <a:r>
              <a:rPr lang="en-US" sz="14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(R == -1) </a:t>
            </a:r>
            <a:r>
              <a:rPr lang="en-US" sz="14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print FOREVER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322784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AIO PROBLEM 6</a:t>
            </a:r>
            <a:endParaRPr lang="en-US" sz="1950"/>
          </a:p>
        </p:txBody>
      </p:sp>
      <p:sp>
        <p:nvSpPr>
          <p:cNvPr id="4" name="Text 1"/>
          <p:cNvSpPr txBox="1"/>
          <p:nvPr/>
        </p:nvSpPr>
        <p:spPr>
          <a:xfrm>
            <a:off x="812800" y="1830784"/>
            <a:ext cx="11200384" cy="1969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ATLANTIS III:</a:t>
            </a:r>
            <a:endParaRPr lang="en-US" sz="6600"/>
          </a:p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6600"/>
          </a:p>
        </p:txBody>
      </p:sp>
      <p:sp>
        <p:nvSpPr>
          <p:cNvPr id="5" name="Text 2"/>
          <p:cNvSpPr txBox="1"/>
          <p:nvPr/>
        </p:nvSpPr>
        <p:spPr>
          <a:xfrm>
            <a:off x="812800" y="3903266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Sum, levelled up: second-order differences.</a:t>
            </a:r>
            <a:endParaRPr lang="en-US" sz="2550"/>
          </a:p>
        </p:txBody>
      </p:sp>
      <p:sp>
        <p:nvSpPr>
          <p:cNvPr id="6" name="Shape 3"/>
          <p:cNvSpPr/>
          <p:nvPr/>
        </p:nvSpPr>
        <p:spPr>
          <a:xfrm>
            <a:off x="812800" y="4506516"/>
            <a:ext cx="2538611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506516"/>
            <a:ext cx="253861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3465711" y="4506516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465711" y="4506516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812800" y="5078016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5078016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2798961" y="5078016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5078016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strips of land, two rivers between them; every bridge is 1 km long.</a:t>
            </a:r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bridges exist. T trips each go from Strip 1 at position X to Strip S (2 or 3) at the same X.</a:t>
            </a:r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4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bridge (either river, integer position p) to minimise the total length of all trips.</a:t>
            </a:r>
            <a:endParaRPr lang="en-US" sz="2400"/>
          </a:p>
        </p:txBody>
      </p:sp>
      <p:sp>
        <p:nvSpPr>
          <p:cNvPr id="7" name="Text 5"/>
          <p:cNvSpPr txBox="1"/>
          <p:nvPr/>
        </p:nvSpPr>
        <p:spPr>
          <a:xfrm>
            <a:off x="812800" y="515639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≤ 10⁶, N, T ≤ 2×10⁵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55BB84-6931-6216-9597-472950E3A5BF}"/>
                  </a:ext>
                </a:extLst>
              </p14:cNvPr>
              <p14:cNvContentPartPr/>
              <p14:nvPr/>
            </p14:nvContentPartPr>
            <p14:xfrm>
              <a:off x="2845440" y="23760"/>
              <a:ext cx="8870760" cy="6614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55BB84-6931-6216-9597-472950E3A5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9240" y="7560"/>
                <a:ext cx="8903160" cy="665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ONE TRIP FIRST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IS ONE TRIP?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 via bridge b:</a:t>
            </a:r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812800" y="249991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60151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+ 2·|X − b|</a:t>
            </a:r>
            <a:endParaRPr lang="en-US" sz="2550"/>
          </a:p>
        </p:txBody>
      </p:sp>
      <p:sp>
        <p:nvSpPr>
          <p:cNvPr id="7" name="Text 5"/>
          <p:cNvSpPr txBox="1"/>
          <p:nvPr/>
        </p:nvSpPr>
        <p:spPr>
          <a:xfrm>
            <a:off x="812800" y="32174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 via b₁ then b₂ (walk out and back covers the span twice):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812800" y="3814366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1016000" y="3915966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+ 2·(max(X, b₁, b₂) − min(X, b₁, b₂))</a:t>
            </a:r>
            <a:endParaRPr lang="en-US" sz="2550"/>
          </a:p>
        </p:txBody>
      </p:sp>
      <p:sp>
        <p:nvSpPr>
          <p:cNvPr id="10" name="Text 8"/>
          <p:cNvSpPr txBox="1"/>
          <p:nvPr/>
        </p:nvSpPr>
        <p:spPr>
          <a:xfrm>
            <a:off x="812800" y="4531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nearest bridge left and right of X can be best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sorted bridges.</a:t>
            </a:r>
            <a:endParaRPr lang="en-US" sz="225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757C451-2503-D6D4-4915-8B986021F655}"/>
                  </a:ext>
                </a:extLst>
              </p14:cNvPr>
              <p14:cNvContentPartPr/>
              <p14:nvPr/>
            </p14:nvContentPartPr>
            <p14:xfrm>
              <a:off x="7102800" y="250200"/>
              <a:ext cx="2470320" cy="1500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757C451-2503-D6D4-4915-8B986021F6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6600" y="234000"/>
                <a:ext cx="2502720" cy="153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KEY OBSERVATION</a:t>
            </a:r>
            <a:endParaRPr lang="en-US" sz="1500"/>
          </a:p>
        </p:txBody>
      </p:sp>
      <p:sp>
        <p:nvSpPr>
          <p:cNvPr id="3" name="Text 1"/>
          <p:cNvSpPr txBox="1"/>
          <p:nvPr/>
        </p:nvSpPr>
        <p:spPr>
          <a:xfrm>
            <a:off x="812800" y="10541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IS A SIMPLE SHAPE IN P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2997498"/>
            <a:ext cx="5775198" cy="39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 a "V" capped flat by the old cost.</a:t>
            </a:r>
            <a:endParaRPr lang="en-US" sz="1900"/>
          </a:p>
        </p:txBody>
      </p:sp>
      <p:sp>
        <p:nvSpPr>
          <p:cNvPr id="5" name="Text 3"/>
          <p:cNvSpPr txBox="1"/>
          <p:nvPr/>
        </p:nvSpPr>
        <p:spPr>
          <a:xfrm>
            <a:off x="812800" y="34864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 a </a:t>
            </a:r>
            <a:r>
              <a:rPr lang="en-US" sz="19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trough</a:t>
            </a: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flat bottom, slopes of ±2 on each side.</a:t>
            </a:r>
            <a:endParaRPr lang="en-US" sz="1900"/>
          </a:p>
        </p:txBody>
      </p:sp>
      <p:sp>
        <p:nvSpPr>
          <p:cNvPr id="6" name="Text 4"/>
          <p:cNvSpPr txBox="1"/>
          <p:nvPr/>
        </p:nvSpPr>
        <p:spPr>
          <a:xfrm>
            <a:off x="812800" y="4337348"/>
            <a:ext cx="5775198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w(p) = min(old, trough, …): slopes are only −2, 0, +2, with a few turning points.</a:t>
            </a:r>
            <a:endParaRPr lang="en-US" sz="1900"/>
          </a:p>
        </p:txBody>
      </p:sp>
      <p:pic>
        <p:nvPicPr>
          <p:cNvPr id="7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00" y="1648123"/>
            <a:ext cx="4762500" cy="1905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16700" y="35912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2: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 shape 1 + 2|X − p|, capped by old</a:t>
            </a:r>
            <a:endParaRPr lang="en-US" sz="1500"/>
          </a:p>
        </p:txBody>
      </p:sp>
      <p:pic>
        <p:nvPicPr>
          <p:cNvPr id="9" name="Image 1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3921423"/>
            <a:ext cx="4762500" cy="1905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16700" y="58645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Strip 3:</a:t>
            </a:r>
            <a:r>
              <a:rPr lang="en-US" sz="15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trough, flat from u2 to X, capped by old</a:t>
            </a:r>
            <a:endParaRPr lang="en-US" sz="1500"/>
          </a:p>
        </p:txBody>
      </p:sp>
      <p:sp>
        <p:nvSpPr>
          <p:cNvPr id="11" name="Text 7"/>
          <p:cNvSpPr txBox="1"/>
          <p:nvPr/>
        </p:nvSpPr>
        <p:spPr>
          <a:xfrm>
            <a:off x="6616700" y="6194723"/>
            <a:ext cx="50482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>
                <a:solidFill>
                  <a:srgbClr val="E4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= corner (turning point)</a:t>
            </a:r>
            <a:endParaRPr lang="en-US" sz="1500"/>
          </a:p>
        </p:txBody>
      </p:sp>
      <p:sp>
        <p:nvSpPr>
          <p:cNvPr id="12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WHY A NEW TOOL?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TRY EVERY P?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 for each of the ~10⁶ positions p, add up the cost of all 2×10⁵ trips.</a:t>
            </a:r>
            <a:endParaRPr lang="en-US" sz="225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58641"/>
          <a:ext cx="10566400" cy="914400"/>
        </p:xfrm>
        <a:graphic>
          <a:graphicData uri="http://schemas.openxmlformats.org/drawingml/2006/table">
            <a:tbl>
              <a:tblPr/>
              <a:tblGrid>
                <a:gridCol w="2324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per trip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p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value at every p: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O(T·L) ≈ 2×10¹¹ ✗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its few corners: O(1)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sums: O(L)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O(T log N + L) ≈ 5×10⁶ ✓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274741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274741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427141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trip's cost w(p) is a broken line with only a few corners.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corners only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rebuild the total at every p in one pass.</a:t>
            </a:r>
            <a:endParaRPr lang="en-US" sz="2250"/>
          </a:p>
        </p:txBody>
      </p:sp>
      <p:sp>
        <p:nvSpPr>
          <p:cNvPr id="9" name="Text 6"/>
          <p:cNvSpPr txBox="1"/>
          <p:nvPr/>
        </p:nvSpPr>
        <p:spPr>
          <a:xfrm>
            <a:off x="812800" y="5614591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that we need two ideas: the difference array, and the second difference.</a:t>
            </a:r>
            <a:endParaRPr lang="en-US" sz="21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5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1: DIFFERENCE ARRAY</a:t>
            </a:r>
            <a:endParaRPr lang="en-US" sz="1750"/>
          </a:p>
        </p:txBody>
      </p:sp>
      <p:sp>
        <p:nvSpPr>
          <p:cNvPr id="3" name="Text 1"/>
          <p:cNvSpPr txBox="1"/>
          <p:nvPr/>
        </p:nvSpPr>
        <p:spPr>
          <a:xfrm>
            <a:off x="812800" y="1092200"/>
            <a:ext cx="1120038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13"/>
              </a:lnSpc>
              <a:buNone/>
            </a:pPr>
            <a:r>
              <a:rPr lang="en-US" sz="37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JUMPS, NOT THE VALUES</a:t>
            </a:r>
            <a:endParaRPr lang="en-US" sz="3750"/>
          </a:p>
        </p:txBody>
      </p:sp>
      <p:sp>
        <p:nvSpPr>
          <p:cNvPr id="4" name="Text 2"/>
          <p:cNvSpPr txBox="1"/>
          <p:nvPr/>
        </p:nvSpPr>
        <p:spPr>
          <a:xfrm>
            <a:off x="812800" y="1817688"/>
            <a:ext cx="1120038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array: D[i] = a[i] − a[i−1] (with a[0] = 0). D is non-zero only where a </a:t>
            </a: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jumps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4588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65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70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D[i]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of D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640"/>
                        </a:lnSpc>
                        <a:buNone/>
                      </a:pPr>
                      <a:r>
                        <a:rPr lang="en-US" sz="22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402138"/>
            <a:ext cx="10566400" cy="1612900"/>
          </a:xfrm>
          <a:prstGeom prst="roundRect">
            <a:avLst>
              <a:gd name="adj" fmla="val 3150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402138"/>
            <a:ext cx="50800" cy="1612900"/>
          </a:xfrm>
          <a:prstGeom prst="rect">
            <a:avLst/>
          </a:prstGeom>
          <a:solidFill>
            <a:srgbClr val="0A405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554538"/>
            <a:ext cx="10661904" cy="46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 of D gives a back.</a:t>
            </a: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Difference and prefix sum undo each other.</a:t>
            </a:r>
            <a:endParaRPr lang="en-US" sz="2200"/>
          </a:p>
        </p:txBody>
      </p:sp>
      <p:sp>
        <p:nvSpPr>
          <p:cNvPr id="9" name="Text 6"/>
          <p:cNvSpPr txBox="1"/>
          <p:nvPr/>
        </p:nvSpPr>
        <p:spPr>
          <a:xfrm>
            <a:off x="1092200" y="5024438"/>
            <a:ext cx="10661904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use: "add v to a[l..r]" → D[l] += v, D[r+1] −= v. O(1) per update, one prefix sum at the end.</a:t>
            </a:r>
            <a:endParaRPr lang="en-US" sz="220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STEP 2: SECOND DIFFERENCE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47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78"/>
              </a:lnSpc>
              <a:buNone/>
            </a:pPr>
            <a:r>
              <a:rPr lang="en-US" sz="28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BENDS, NOT THE VALUES</a:t>
            </a:r>
            <a:endParaRPr lang="en-US" sz="2850"/>
          </a:p>
        </p:txBody>
      </p:sp>
      <p:sp>
        <p:nvSpPr>
          <p:cNvPr id="4" name="Text 2"/>
          <p:cNvSpPr txBox="1"/>
          <p:nvPr/>
        </p:nvSpPr>
        <p:spPr>
          <a:xfrm>
            <a:off x="812800" y="169892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broken line, the first difference is the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slope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second difference is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the slope changes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non-zero only at the corners.</a:t>
            </a:r>
            <a:endParaRPr lang="en-US" sz="225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3973"/>
          <a:ext cx="10566400" cy="914400"/>
        </p:xfrm>
        <a:graphic>
          <a:graphicData uri="http://schemas.openxmlformats.org/drawingml/2006/table">
            <a:tbl>
              <a:tblPr/>
              <a:tblGrid>
                <a:gridCol w="3169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5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 (trip X = 4)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slope: w(p) − w(p−1)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d2: change of slope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772323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d2[p] = slope(p+1) − slope(p) = w(p+1) − 2w(p) + w(p−1)</a:t>
            </a:r>
            <a:endParaRPr lang="en-US" sz="2100"/>
          </a:p>
        </p:txBody>
      </p:sp>
      <p:sp>
        <p:nvSpPr>
          <p:cNvPr id="7" name="Shape 4"/>
          <p:cNvSpPr/>
          <p:nvPr/>
        </p:nvSpPr>
        <p:spPr>
          <a:xfrm>
            <a:off x="812800" y="5254923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812800" y="5254923"/>
            <a:ext cx="50800" cy="116205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1092200" y="5407323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Rebuild: d2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slopes → </a:t>
            </a:r>
            <a:r>
              <a:rPr lang="en-US" sz="22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w(p). Start from w(0) and w(1).</a:t>
            </a:r>
            <a:endParaRPr lang="en-US" sz="2250"/>
          </a:p>
        </p:txBody>
      </p:sp>
      <p:sp>
        <p:nvSpPr>
          <p:cNvPr id="10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PUTTING IT TOGETHER</a:t>
            </a:r>
            <a:endParaRPr lang="en-US" sz="1700"/>
          </a:p>
        </p:txBody>
      </p:sp>
      <p:sp>
        <p:nvSpPr>
          <p:cNvPr id="3" name="Text 1"/>
          <p:cNvSpPr txBox="1"/>
          <p:nvPr/>
        </p:nvSpPr>
        <p:spPr>
          <a:xfrm>
            <a:off x="812800" y="10731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CHANGES, REBUILD WITH PREFIX SUMS</a:t>
            </a:r>
            <a:endParaRPr lang="en-US" sz="325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12913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with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function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d[q] = w(q) −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prefix sum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Piecewise linear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d2[q] = w(q+1) − 2w(q) + w(q−1)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prefix sums</a:t>
                      </a:r>
                      <a:endParaRPr lang="en-US" sz="195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122613"/>
            <a:ext cx="11200384" cy="86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trip adds its d2 only near its O(1) corners into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d2 array (sums of broken lines are broken lines). Then two prefix sums give the total cost at </a:t>
            </a:r>
            <a:r>
              <a:rPr lang="en-US" sz="210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r>
              <a:rPr lang="en-US" sz="2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in O(L).</a:t>
            </a:r>
            <a:endParaRPr lang="en-US" sz="2100"/>
          </a:p>
        </p:txBody>
      </p:sp>
      <p:sp>
        <p:nvSpPr>
          <p:cNvPr id="6" name="Shape 3"/>
          <p:cNvSpPr/>
          <p:nvPr/>
        </p:nvSpPr>
        <p:spPr>
          <a:xfrm>
            <a:off x="812800" y="4114403"/>
            <a:ext cx="10566400" cy="1718270"/>
          </a:xfrm>
          <a:prstGeom prst="roundRect">
            <a:avLst>
              <a:gd name="adj" fmla="val 2956"/>
            </a:avLst>
          </a:prstGeom>
          <a:solidFill>
            <a:srgbClr val="E6F3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812800" y="4114403"/>
            <a:ext cx="50800" cy="1718270"/>
          </a:xfrm>
          <a:prstGeom prst="rect">
            <a:avLst/>
          </a:prstGeom>
          <a:solidFill>
            <a:srgbClr val="3E9A9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 txBox="1"/>
          <p:nvPr/>
        </p:nvSpPr>
        <p:spPr>
          <a:xfrm>
            <a:off x="1092200" y="4254103"/>
            <a:ext cx="10661904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FROM d2: TWO PREFIX SUMS IN ONE LINE</a:t>
            </a:r>
            <a:endParaRPr lang="en-US" sz="1700"/>
          </a:p>
        </p:txBody>
      </p:sp>
      <p:sp>
        <p:nvSpPr>
          <p:cNvPr id="9" name="Text 6"/>
          <p:cNvSpPr txBox="1"/>
          <p:nvPr/>
        </p:nvSpPr>
        <p:spPr>
          <a:xfrm>
            <a:off x="1092200" y="4552553"/>
            <a:ext cx="10661904" cy="383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b="1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tot[q+1] = 2·tot[q] − tot[q−1] + d2[q]</a:t>
            </a:r>
            <a:endParaRPr lang="en-US" sz="1950"/>
          </a:p>
        </p:txBody>
      </p:sp>
      <p:sp>
        <p:nvSpPr>
          <p:cNvPr id="10" name="Text 7"/>
          <p:cNvSpPr txBox="1"/>
          <p:nvPr/>
        </p:nvSpPr>
        <p:spPr>
          <a:xfrm>
            <a:off x="1092200" y="4950023"/>
            <a:ext cx="10661904" cy="7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⇔ tot[q+1] − tot[q] = (tot[q] − tot[q−1]) + d2[q]　i.e. </a:t>
            </a:r>
            <a:r>
              <a:rPr lang="en-US" sz="1950" b="1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slope = old slope + change of slope</a:t>
            </a:r>
            <a:r>
              <a:rPr lang="en-US" sz="19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Start from tot[0], tot[1].</a:t>
            </a:r>
            <a:endParaRPr lang="en-US" sz="1950"/>
          </a:p>
        </p:txBody>
      </p:sp>
      <p:sp>
        <p:nvSpPr>
          <p:cNvPr id="11" name="Text 8"/>
          <p:cNvSpPr txBox="1"/>
          <p:nvPr/>
        </p:nvSpPr>
        <p:spPr>
          <a:xfrm>
            <a:off x="812800" y="5997773"/>
            <a:ext cx="11200384" cy="45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21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O(T·L) → O(T log N + L)</a:t>
            </a:r>
            <a:endParaRPr lang="en-US" sz="2100"/>
          </a:p>
        </p:txBody>
      </p:sp>
      <p:sp>
        <p:nvSpPr>
          <p:cNvPr id="12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WORK IT BY HAND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X = 4 TO STRIP 3 (SAMPLE 1)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Bridges: River 1 at 2 and 6, River 2 at 4. Old cost = ___</a:t>
            </a:r>
            <a:endParaRPr lang="en-US" sz="225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364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w(p)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d2[p]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0937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sample, new bridge on River 1 at p = 4: total = ___</a:t>
            </a:r>
            <a:endParaRPr lang="en-US" sz="225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PROGRAM FLOW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 BEFORE THE CODE</a:t>
            </a:r>
            <a:endParaRPr lang="en-US" sz="325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663700"/>
            <a:ext cx="10566400" cy="406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PSEUDOCODE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THREE HELPERS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10566400" cy="4451350"/>
          </a:xfrm>
          <a:prstGeom prst="roundRect">
            <a:avLst>
              <a:gd name="adj" fmla="val 114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11042650" cy="416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 bridges into br[1][], br[2][] (sorted), read trips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 each trip (X, S):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u1, w1 = pred(1, X), succ(1, X)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Binary Search: nearest 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u2, w2 = pred(2, X), succ(2, X)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old = best cost with the existing bridges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 S == 2: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f = min(old, 1 + 2|X − p|)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new bridge on River 1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g = old               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new bridge on River 2: no help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else: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f = min(old, trough(u2..X), trough(X..w2))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g = min(old, trough(u1..X), trough(X..w1))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addFunc(1, f);  addFunc(2, g)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d2 only near turning points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build(1);  build(2)                           </a:t>
            </a:r>
            <a:r>
              <a:rPr lang="en-US" sz="15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two prefix sums → tot[w][p]</a:t>
            </a:r>
            <a:endParaRPr lang="en-US" sz="155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answer = min over p of tot[1][p] and tot[2][p]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· CORE CODE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D2, THEN TWO PREFIX SUMS</a:t>
            </a:r>
            <a:endParaRPr lang="en-US" sz="390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10566400" cy="2597150"/>
          </a:xfrm>
          <a:prstGeom prst="roundRect">
            <a:avLst>
              <a:gd name="adj" fmla="val 19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87166"/>
            <a:ext cx="11017250" cy="2265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near each turning point q of one trip's function f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d2[w][q] += calc(f, q + 1) - 2 * calc(f, q) + calc(f, q - 1);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rebuild the total cost at every p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q = 1; q + 1 &lt;= L; q ++)</a:t>
            </a:r>
            <a:endParaRPr lang="en-US" sz="1950"/>
          </a:p>
          <a:p>
            <a:pPr marL="0" indent="0" algn="l">
              <a:lnSpc>
                <a:spcPts val="2925"/>
              </a:lnSpc>
              <a:buNone/>
            </a:pPr>
            <a:r>
              <a:rPr lang="en-US" sz="195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tot[w][q+1] = 2 * tot[w][q] - tot[w][q-1] + d2[w][q];</a:t>
            </a:r>
            <a:endParaRPr lang="en-US" sz="1950"/>
          </a:p>
        </p:txBody>
      </p:sp>
      <p:sp>
        <p:nvSpPr>
          <p:cNvPr id="6" name="Text 4"/>
          <p:cNvSpPr txBox="1"/>
          <p:nvPr/>
        </p:nvSpPr>
        <p:spPr>
          <a:xfrm>
            <a:off x="812800" y="4703366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1: new bridge on River 1; w = 2: on River 2. Trap: if no River 2 bridge exists and some trip goes to Strip 3, the new bridge </a:t>
            </a:r>
            <a:r>
              <a:rPr lang="en-US" sz="2100" b="1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 on River 2.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SPACESHIP SHUFFLE FROM SCRATCH</a:t>
            </a:r>
            <a:endParaRPr lang="en-US" sz="350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A, B (arrays from index 1, long long)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p[i] = p[i-1] + a[i] - b[i]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into q, sort, take q[(n+1)/2]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up |p[i] − med|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5, 6, 3</a:t>
            </a:r>
            <a:endParaRPr lang="en-US" sz="2250"/>
          </a:p>
        </p:txBody>
      </p:sp>
      <p:sp>
        <p:nvSpPr>
          <p:cNvPr id="5" name="Text 3"/>
          <p:cNvSpPr txBox="1"/>
          <p:nvPr/>
        </p:nvSpPr>
        <p:spPr>
          <a:xfrm>
            <a:off x="812800" y="4476750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Print the "cut the chain" answer (f = 0) too and compare: sample 2 gives 10 vs 6.</a:t>
            </a:r>
            <a:endParaRPr lang="en-US" sz="2100"/>
          </a:p>
        </p:txBody>
      </p:sp>
      <p:sp>
        <p:nvSpPr>
          <p:cNvPr id="6" name="Text 4"/>
          <p:cNvSpPr txBox="1"/>
          <p:nvPr/>
        </p:nvSpPr>
        <p:spPr>
          <a:xfrm>
            <a:off x="812800" y="528955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orac2.info/problem/1198</a:t>
            </a:r>
            <a:endParaRPr lang="en-US" sz="19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FACES OF PREFIX SUM</a:t>
            </a:r>
            <a:endParaRPr lang="en-US" sz="390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9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0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Prefix Sum is used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uses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 = flow on each edge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Greedy: the median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prefix value + net change per round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Division: rounds each bin survives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differences + two prefix sums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Search: nearest bridge</a:t>
                      </a:r>
                      <a:endParaRPr lang="en-US" sz="2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7476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"running total", "per round" or "range"? Think Prefix Sum first.</a:t>
            </a:r>
            <a:endParaRPr lang="en-US" sz="240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2</a:t>
            </a:r>
            <a:endParaRPr lang="en-US" sz="180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3000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Robot II: full program (one round of prefix sums + division + simulate one round)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orac2.info/problem/1466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Rivers subtasks 1–2: brute force over p first, then second differences · </a:t>
            </a:r>
            <a:r>
              <a:rPr lang="en-US" sz="2250" u="sng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orac2.info/problem/1462</a:t>
            </a:r>
            <a:endParaRPr lang="en-US" sz="225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if each edge in Spaceship has its own price per person, does the median still work?</a:t>
            </a:r>
            <a:endParaRPr lang="en-US" sz="225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33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1: Prefix Sum</dc:title>
  <dc:subject>PptxGenJS Presentation</dc:subject>
  <dc:creator>Bryan</dc:creator>
  <cp:revision>1</cp:revision>
  <dcterms:created xsi:type="dcterms:W3CDTF">2026-10-02T13:29:13Z</dcterms:created>
  <dcterms:modified xsi:type="dcterms:W3CDTF">2026-10-03T00:55:08Z</dcterms:modified>
</cp:coreProperties>
</file>