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binary search template" id="{CCB859BC-A6BD-2ECD-DAC9-0BE4929069A7}">
          <p14:sldIdLst>
            <p14:sldId id="256"/>
            <p14:sldId id="257"/>
            <p14:sldId id="258"/>
            <p14:sldId id="259"/>
          </p14:sldIdLst>
        </p14:section>
        <p14:section name="2021 P6 Laser Cutter: binary search on the answer" id="{2BA587EA-6398-66CB-0454-198935A24B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1 P5 Space Mission: build monotonicity with a prefix minimum" id="{80D78653-E9B9-548C-3C2F-21A0339399BC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019 P6 Lollipops II: a monotone sum plus two pointers" id="{CB3204A7-A7E6-EDAC-31F6-B8CC1390A458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Where monotonicity comes from, live coding, recap and homework" id="{B3E5A533-C7E4-F04E-592F-6FB3C49ACD83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10-03T07:02:59.135" v="19" actId="20577"/>
      <pc:docMkLst>
        <pc:docMk/>
      </pc:docMkLst>
      <pc:sldChg chg="modSp mod">
        <pc:chgData name="Bryan Sun" userId="851caa7714272873" providerId="LiveId" clId="{1DF0C224-3A3E-55A6-A8D1-F8F2208D385B}" dt="2026-10-02T13:41:03.978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41:03.978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3T07:02:59.135" v="19" actId="20577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3T07:02:55.288" v="12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07:02:59.135" v="19" actId="20577"/>
          <ac:spMkLst>
            <pc:docMk/>
            <pc:sldMk cId="0" sldId="258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次课的主题是单调性（monotonicity）：它从哪里来，Binary Search 和 Two Pointers 怎样利用它。今天有三种来源：题目直接给的（Laser Cutter）、用前缀最小值造出来的（Space Mission）、用总和造出来的（Lollipops II）。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 5 分钟讲上次的作业（Tennis Robot II）：谁的轮数除法公式写对了？
参考：t = (s − 1) / (−d[i]) + 1，其中 s = X[i] + mn[i]；s &lt; 1 时 t = 0；d[i] ≥ 0 时跳过。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今天每道题都问同一个问题：单调性从哪里来？是题目给的，还是我们自己造出来的？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这和课程里 timber、expense 题用的是同一个模板。
提问："能放下的最大正方形"用哪个写法？答案：找最后一个可行值 → 输出 r。
"总和达到 S 的最小半径"用哪个写法？答案：找第一个可行值 → 输出 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分钟。这里的单调性是题目直接给的：两条切割线都是阶梯（staircase）。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在右侧画样例 2：A = DDDDDDRRRRRR（先下后右），B = RDRRDDDRRRDD。答案是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 仍然值得写：它能拿 N ≤ 10 和 N ≤ 1000 的 subtask 分，之后还能当对拍用的 checker。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单调性就是从这里来的，而且是题目直接给的。画一列，标出 yb 和 ya。
参考（样例 2）：ya = 6 6 6 6 6 6，yb = 0 1 1 4 4 4，两者都单调不减。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常见错误：在同一列里同时检查上下边界。画图说明：最右一列限制顶边，最左一列限制底边（因为 yb、ya 都单调不减）。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答案：ya = 6 6 6 6 6 6，yb = 0 1 1 4 4 4。
s = 3，x = 1：6 − yb[3] = 6 − 1 = 5 ≥ 3，放得下。
s = 4：x = 1：6 − yb[4] = 2；x = 2：6 − yb[5] = 2；x = 3：6 − yb[6] = 2。都放不下。答案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复杂度 O(N log N)。二分就是模板页右侧"找最后一个可行值"的写法，l = 1，r = n，输出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挑战：能不能不用 Binary Search？
答案：设 g(x) 为从第 x 列开始能放下的最大正方形边长，可以证明 g(x+1) ≥ g(x) − 1，所以用一个只往前走的指针就能在 O(N) 内求出所有 g(x)。这就是 Two Pointers 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分钟。和 Laser Cutter 对比：那里的阶梯是题目给的；这里要自己造出单调性。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提问：固定返回日 j，我们想要哪个出发日？
答案：最靠左的 i，满足 C[i] ≤ F − C[j]。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前缀最小值（prefix minimum）是 prefix sum 的"min 版本"：两者都是把前 i 个数合起来。这时可以强调"单调性是我们自己造出来的"。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答案：pm = 12 8 2 2 2 2 2。
j = 6：need = 8 → 第一个 pm ≤ 8 的是 i = 2 → 5 天。
j = 7：need = 4 → i = 3 → 5 天。
j = 4：need = −2 → 找不到。
答案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初始化为 −1。复杂度 O(N log N)。这是后面的现场编码题，先不要发代码。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挑战：Space Mission 能不能用 Two Pointers 做到 O(N)？
答案：最优的出发日 i 一定是"前缀最小值创新低"的那一天，最优的返回日 j 一定是"后缀最小值"的那一天。把这两组位置分别列出来：i 往右走时 C[i] 变小，允许的 C[j] 上限 F − C[i] 变大，能用的最远 j 只会往右移，所以一个指针扫一遍即可，O(N)。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分钟。今天最难的"自己造单调性"。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在数轴上画样例 1：商店 1 5 8 9，房子 3 6 8 10 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Subtask 2–4：只有商店和房子之间的距离会改变某个计数，所以只有约 N·M 个"有意义的"R，逐个检查就能拿这些 subtask。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观察 2 是一个很好的小证明：如果每个数都不变小，那么排序后第 k 小的数也不会变小。
观察 3：每个位置都 ≤，总和又相等，所以每个位置都相等。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这就是"先用总和过滤"的想法。样例 2 很好地说明了这一点：总和从 3 直接跳到 5，永远等不到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在题目页的数轴上画出滑动窗口。
参考（样例 1，R = 3）：房子 3 → [0, 6] 内的商店 1、5，计数 2；房子 6 → [3, 9] 内 5、8、9，计数 3；房子 8 → 3；房子 10 → [7, 13] 内 8、9，计数 2；房子 14 → 0。总和 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答案：R = 2：2 2 2 2 0，总和 8。R = 3：2 3 3 2 0，总和 10。最小的 R 是 3；排序后 0 2 2 3 3 = s；答案 3（R = 4 得到同样的向量，也被接受，正好印证观察 3）。
样例 2：商店 1 3 5，房子 2 6，s = 1 3（S = 4）。R = 2 总和 3，R = 3 总和 5：总和永远不等于 4，输出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注意边界：&lt;= ho[i] + R，但 &lt; ho[i] − R，一个等号写错就会出错。总和用 long long（最大 M × N = 10^10）。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先让学生填右边一列，再显示答案。
参考答案：Laser Cutter：本身就是单调的阶梯，题目给的；Space Mission：花费数组 C 不单调 → 前缀最小值 pm 单调，我们造的；Lollipops II："排序后的计数等于 s"不单调 → 计数总和单调，我们造的。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bug：在 pm[1..j] 上搜索，而不是 pm[1..j−1]（出发日和返回日必须不同）；忘了输出 −1；F − C[j] 用 int 不会溢出，但为了保险还是用 long long。
样例答案：样例 1 = 4，样例 2 = 5，样例 3 =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这张表每次课都会变长。Greedy 那一列现在还几乎是空的：那是第 3 次课的内容。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下次课：Greedy 和水位线（water level）。提醒学生把 binary search 模板留在手边，下次每道题都会用到。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1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0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 · SESSION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35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720"/>
              </a:lnSpc>
              <a:buNone/>
            </a:pPr>
            <a:r>
              <a:rPr lang="en-US" sz="640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TWO POINTERS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43688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+ the binary search template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0:10–0:40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P6 Laser Cutter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P5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P6 Lollipops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MONOTONE PAIR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95C7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</a:t>
            </a: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running totals, net change per round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 check that flips from "no" to "yes" exactly once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6F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10795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both ends of a window only ever move forward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7896A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1266"/>
            <a:ext cx="5001133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the water-level idea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the same thing: something monotone.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FOR THE WHOLE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(L &lt;= R) TEMPLATE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 that passes → 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235386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22350" y="251261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2935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value that passes → 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29350" y="235386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6438900" y="251261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square that fits between two staircase cuts.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56148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56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optional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N×N board. Two cuts run from the top-left corner to the bottom-right corner, using only R (right) and D (down).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is the lower boundary, cut B the upper one. Find the side of the largest axis-aligned square that fits between them.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FORCE, AND WHY IT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every cell inside the shape, then try every top-left corner and every size: O(N⁴), or O(N³) with a 2D prefix sum.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 = 200 000 means 4×10¹⁰ cells. We cannot even store the grid.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must use the special shape of the cuts.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SHAPE COLUMN BY COLUMN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each cut. Each time it steps right through column x, record the current row: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2929136"/>
            <a:ext cx="11106150" cy="675580"/>
          </a:xfrm>
          <a:prstGeom prst="roundRect">
            <a:avLst>
              <a:gd name="adj" fmla="val 7519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736"/>
            <a:ext cx="106997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yb[x] = top of column x　　ya[x] = bottom of column 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7444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x holds rows yb[x] … ya[x] − 1.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5649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arrays never decrease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cuts only go right and down): a staircase.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S×S SQUARE FIT AT COLUMNS X … X+S−1?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71650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edge: below every column's top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yb[x+s−1].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79717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edge: above every column's bottom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ya[x].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822700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3924300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⇔ ya[x] − yb[x+s−1] ≥ s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40250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 fits, s−1 fits too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on the answer 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check O(N).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6　A = DDDDDDRRRRRR　B = RDRRDDDRRRDD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91966"/>
          <a:ext cx="10566398" cy="14351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yb[x]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66766"/>
            <a:ext cx="1120038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3: try x = ___ → ya − yb = ___ → fits?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4: x = 1, 2, 3 → ___, ___, ___ → fits? ___　　Answer =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TRACE() AND CHECK(S)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record the row at each R step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trace(char p[], int y[]){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row = 0, col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0; i &lt; 2 * n;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(p[i] == 'D')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row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y[col] = row;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col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77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s){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x = 1; x + s - 1 &lt;= n; x ++)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(ya[x] - yb[x + s - 1]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return true;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false;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largest s that fits: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"last value that passes" → 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goes all the way down first: ya is all N, only the top matters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10, N ≤ 1000: brute force / 2D prefix sums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binary search on 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which cut is the upper boundary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top and bottom in the same column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l instead of 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is not monotone. Make one that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4257873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42578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(prefix min)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798961" y="461704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461704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portal on day i costs C[i] fuel. Pick a launch day i and a return day j (i &lt; j) with C[i] + C[j] ≤ F.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number of days j − i + 1. Print −1 if impossible.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F, C[i]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(i, j), O(N²). Subtask 1 only.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MONOTONE QUESTION INSTEAD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j. We want the leftmost i with C[i] ≤ need = F − C[j]. C itself has no order, so we cannot binary search it.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"some day among the first t costs ≤ need" can only switch from no to yes as t grows. It is the same as: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954066"/>
            <a:ext cx="11200384" cy="641350"/>
          </a:xfrm>
          <a:prstGeom prst="roundRect">
            <a:avLst>
              <a:gd name="adj" fmla="val 792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4055666"/>
            <a:ext cx="10793984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pm[t] ≤ need,　where pm[t] = min(C[1..t])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7351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never increases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first t in pm[1..j−1].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F = 14</a:t>
            </a:r>
            <a:endParaRPr lang="en-US" sz="3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397" cy="1453642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i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484166"/>
            <a:ext cx="11200384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6: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7: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4: need = ___ → ___　　Answer = ___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MINIMUM, THEN ONE SEARCH PER J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812800" y="1866503"/>
            <a:ext cx="10318750" cy="4441627"/>
          </a:xfrm>
          <a:prstGeom prst="roundRect">
            <a:avLst>
              <a:gd name="adj" fmla="val 1144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5253"/>
            <a:ext cx="11017250" cy="415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pm[1] = c[1];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pm[i] = min(pm[i-1], c[i]);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j = 2; j &lt;= n; j ++){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need = F - c[j];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j - 1;   </a:t>
            </a: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i with pm[i] &lt;= need → l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(pm[mid] &lt;= need) r = mid - 1;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l = mid + 1;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(l &lt;= j - 1) ans = max(ans, j - l + 1);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BINARY SEARCH</a:t>
            </a:r>
            <a:endParaRPr lang="en-US" sz="3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12725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over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index in the array pm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answer (square side)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because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built it (prefix min)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problem gave it (staircase)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j: N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search, O(N) check each 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1834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026345"/>
            <a:ext cx="7740650" cy="155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LOLLIPOPS, SWEETS AND CHOCOLATES II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70770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not monotone. Its sum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31095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31095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310955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310955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8245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8245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8245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8245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shops and M houses on a line. For a radius R, each house counts the shops within distance 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the M counts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sorted order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matched to houses. Find any R (0 ≤ R ≤ L) that produces exactly these counts, or −1.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L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compare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multisets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sort our counts and compare with 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VALUES OF R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R from 0 to L: count, sort, compare. O(L · M log M), and L is 10⁹.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binary search R? Only if something is monotone in R.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106150" cy="105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"Sorted counts equal s" is not monotone. You cannot binary search it directly.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KEY OBSERVATIONS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MONOTONE QUANTITY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house's count never decreases as R grows.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 sorted vector v(R) never decreases in any position.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9920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S = sum of s. If two radii both give sum S, every position must be equal: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radii with sum S give the same vector.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12800" y="4004866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1016000" y="4106466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the smallest R with sum(v(R)) ≥ S, then compare once.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WHY ONE CHECK IS ENOUGH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 FAILS, EVERY R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at the smallest R is already &gt; 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R give sums &gt; S, smaller R give sums &lt; S. No R reaches exactly 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is S but the vector differs: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observation 3 every R with sum S has this same vector. All fail.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95406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first: if even R = L gives a sum below S, print −1.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ends only move forward: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928541"/>
            <a:ext cx="11106150" cy="1531938"/>
          </a:xfrm>
          <a:prstGeom prst="roundRect">
            <a:avLst>
              <a:gd name="adj" fmla="val 3316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141"/>
            <a:ext cx="1069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shop &gt; h +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shop ≥ h −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600178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pointers move at most N steps in total → O(N + M) per R. With ~30 binary search steps: O((N + M) log L).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S = 10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 1 5 8 9　Houses 3 6 8 10 14　s = 0 2 2 3 3</a:t>
            </a:r>
            <a:endParaRPr lang="en-US" sz="2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398" cy="1435100"/>
        </p:xfrm>
        <a:graphic>
          <a:graphicData uri="http://schemas.openxmlformats.org/drawingml/2006/table">
            <a:tbl>
              <a:tblPr/>
              <a:tblGrid>
                <a:gridCol w="10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R with sum ≥ 10: ___　Sorted counts = s? ___　Answer: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TOTAL(R)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9690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215888" cy="399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total(long long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lo = 1, hi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&lt;= m;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(hi &lt;= n &amp;&amp; sh[hi] &lt;= ho[i] +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hi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(lo &lt;= n &amp;&amp; sh[lo] &lt; ho[i] -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lo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cnt[i] = hi - lo;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cnt[i];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35800" y="1903016"/>
            <a:ext cx="43434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245350" y="2061766"/>
            <a:ext cx="439521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R with sum &gt;= S → l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l = 0, r = L;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(total(mid)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total(l);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sort(cnt + 1, cnt + m + 1);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compare cnt with 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BIG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MONOTONICITY COME FROM?</a:t>
            </a:r>
            <a:endParaRPr lang="en-US" sz="3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8163"/>
          <a:ext cx="10566400" cy="212725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instead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cuts: given by the problem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cost array C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pm: we built it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"Sorted counts equal s"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counts: we built it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075113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monotone quantity? Look for one you can build: a prefix min, a sum, a count.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 MISSION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F and C[1..N] (long long)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pm[i] = min(pm[i-1], C[i])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j: binary search the first i in [1, j−1] with pm[i] ≤ F − C[j]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best j − i + 1; start ans at −1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4, 5, −1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total(R) for Lollipops II and check sample 1 gives sums 8 and 10 for R = 2, 3.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orac2.info/problem/1101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34798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Laser Cutter without binary search, using one forward-moving pointer (O(N))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81911F-6933-7B48-A027-13A9248F618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8154bb8-a5f9-49ee-92e0-3ceb8a4e126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3539</Words>
  <Application>Microsoft Macintosh PowerPoint</Application>
  <PresentationFormat>Widescreen</PresentationFormat>
  <Paragraphs>434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2: Binary Search + Two Pointers</dc:title>
  <dc:subject>PptxGenJS Presentation</dc:subject>
  <dc:creator>Bryan</dc:creator>
  <cp:lastModifiedBy>Bryan Sun</cp:lastModifiedBy>
  <cp:revision>1</cp:revision>
  <dcterms:created xsi:type="dcterms:W3CDTF">2026-10-02T13:29:13Z</dcterms:created>
  <dcterms:modified xsi:type="dcterms:W3CDTF">2026-10-03T07:03:03Z</dcterms:modified>
</cp:coreProperties>
</file>