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93" r:id="rId5"/>
    <p:sldId id="259" r:id="rId6"/>
    <p:sldId id="292" r:id="rId7"/>
    <p:sldId id="260" r:id="rId8"/>
    <p:sldId id="29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90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9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8" r:id="rId36"/>
    <p:sldId id="285" r:id="rId37"/>
    <p:sldId id="286" r:id="rId38"/>
    <p:sldId id="287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techniques and a new tool, the Sparse Table" id="{A4011F1E-2501-AA1C-BE28-04CA8F694004}">
          <p14:sldIdLst>
            <p14:sldId id="256"/>
            <p14:sldId id="257"/>
            <p14:sldId id="258"/>
            <p14:sldId id="293"/>
            <p14:sldId id="259"/>
            <p14:sldId id="292"/>
            <p14:sldId id="260"/>
            <p14:sldId id="291"/>
          </p14:sldIdLst>
        </p14:section>
        <p14:section name="2020 P5 Ladybugs II: consecutive windows, separate D, range minimum" id="{96B682BF-215D-C207-FB5B-37AFE353970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90"/>
          </p14:sldIdLst>
        </p14:section>
        <p14:section name="2025 P6 Robot Writing: the robot carries the maximum, layer by layer" id="{8D96F195-F8E7-5C24-EAFE-84EFEAF4A94A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89"/>
          </p14:sldIdLst>
        </p14:section>
        <p14:section name="2020 P6 Beach Umbrellas: greedy for a fixed start, exchange arguments, subtasks" id="{D82DBF91-7F70-2241-B2B4-2F5C21B5C6A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8"/>
          </p14:sldIdLst>
        </p14:section>
        <p14:section name="Live coding, course recap and homework" id="{E97091BE-BF73-EC5D-F4E7-7B28D5B72B18}">
          <p14:sldIdLst>
            <p14:sldId id="285"/>
            <p14:sldId id="286"/>
            <p14:sldId id="287"/>
          </p14:sldIdLst>
        </p14:section>
        <p14:section name="Extra reading: Sparse Table details" id="{85256729-A59B-43E3-A231-708EC2BA8B98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00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11T00:46:56.352" v="0" actId="7634"/>
      <pc:docMkLst>
        <pc:docMk/>
      </pc:docMkLst>
      <pc:sldChg chg="addSp mod">
        <pc:chgData name="Bryan Sun" userId="851caa7714272873" providerId="LiveId" clId="{9CD94D5E-0A18-4CEF-A655-0E4C15651F93}" dt="2026-10-11T00:46:56.352" v="0" actId="7634"/>
        <pc:sldMkLst>
          <pc:docMk/>
          <pc:sldMk cId="0" sldId="259"/>
        </pc:sldMkLst>
        <pc:inkChg chg="add">
          <ac:chgData name="Bryan Sun" userId="851caa7714272873" providerId="LiveId" clId="{9CD94D5E-0A18-4CEF-A655-0E4C15651F93}" dt="2026-10-11T00:46:56.352" v="0" actId="7634"/>
          <ac:inkMkLst>
            <pc:docMk/>
            <pc:sldMk cId="0" sldId="259"/>
            <ac:inkMk id="24" creationId="{AEDAF145-B685-9A98-A108-D3A20D09F087}"/>
          </ac:inkMkLst>
        </pc:inkChg>
      </pc:sldChg>
      <pc:sldChg chg="addSp mod">
        <pc:chgData name="Bryan Sun" userId="851caa7714272873" providerId="LiveId" clId="{9CD94D5E-0A18-4CEF-A655-0E4C15651F93}" dt="2026-10-11T00:46:56.352" v="0" actId="7634"/>
        <pc:sldMkLst>
          <pc:docMk/>
          <pc:sldMk cId="0" sldId="260"/>
        </pc:sldMkLst>
        <pc:inkChg chg="add">
          <ac:chgData name="Bryan Sun" userId="851caa7714272873" providerId="LiveId" clId="{9CD94D5E-0A18-4CEF-A655-0E4C15651F93}" dt="2026-10-11T00:46:56.352" v="0" actId="7634"/>
          <ac:inkMkLst>
            <pc:docMk/>
            <pc:sldMk cId="0" sldId="260"/>
            <ac:inkMk id="9" creationId="{C8D5CFB2-F870-3760-B4EC-E88B90AB39D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12114" units="cm"/>
      <inkml:brushProperty name="height" value="0.12114" units="cm"/>
      <inkml:brushProperty name="color" value="#FF0000"/>
    </inkml:brush>
    <inkml:brush xml:id="br1">
      <inkml:brushProperty name="width" value="0.09086" units="cm"/>
      <inkml:brushProperty name="height" value="0.09086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6234 15147 26970,'8'-16'-713,"3"-1"1,5 1 0,4-1 0,4 3 1168,2 3 1,9-2-1,11 7 1,7 2-547,8 3 0,10 1 0,5 0 0,1 0 102,0 0 0,2-6 0,13-1 0,-42 2 0,1 1 53,3-3 0,0 1 1,1-1-1,-1-1 1,-5 0-1,-1-1 1,2 1-1,-1 0-73,4 0 1,1-1 0,4 1 0,2 0-1,-1 0 1,1-1 0,-1 1 0,0 0 32,0-1 0,-1 1 0,-2 2 0,0 1 0,5 0 0,0 1 0,-4 0 0,-1 1-9,-3 1 0,-1 0 0,-2-1 0,-2-1 0,32-2 0,-2 3 83,-7 1 0,-12 2 0,-9 0 0,-10-2-311,-5-4 1,-7 4-1,-3-3 110,-1 3-494,-9 2 596,-23 7 0,-10-5 0,-15 6 0</inkml:trace>
  <inkml:trace contextRef="#ctx0" brushRef="#br0">6284 15247 25727,'-39'0'-500,"3"-2"1,4-2-474,8-1 0,15-1 1508,9 6 1,15 0 0,14 0 0,10-2-675,11-3 1,8 1 0,14-5-1,7 0 251,7-1 1,6-1 0,-41 3 0,1-2 0,2 0-1,0 0-30,4-1 1,0 0 0,8-1 0,1 0-1,-1 2 1,0 0 0,2-1 0,0 0-126,1 0 0,1 1 0,3 1 0,0 0 0,1 1 1,0 1-1,-2 1 0,-2 0 50,-2-1 0,0 3 0,-3 1 0,0 2 0,-1-2 0,-1 0 0,-3 2 0,0 0-62,-4 1 0,0 0 0,-3 0 0,0 0 0,-3 0 0,-1 0 1,0 0-1,-2 0-5,41 0 1,0 0-1,-12 0 1,1 0-191,0 0 0,-9 0 0,-2 0 0,-11 2-309,-9 4 0,-5-4 559,-8 3 0,-6-3 0,1-2 0,-1 0 0</inkml:trace>
  <inkml:trace contextRef="#ctx0" brushRef="#br0">11476 7888 24821,'0'-9'-8265,"0"0"7616,0 3 1,6-3 0,1-6 815,2 4 0,-5 2-1,2 3 0,-3 5 0,1-7-335,1 1 255,1 5-59,-6-5 0,0 9 0,0 3-625,0 6 1,-6-2 0,1 2 810,1 2 0,-3 2 1,1 1-167,3 1 1,-5-1 0,3 1 0,1 0-240,2-1 1,2 1 0,0-1 0,0 1-66,0-1 0,0 6 0,0 0 0,0 0 80,0 2 1,0 0 0,0 5 0,0-1-39,0 1 0,-2 8 1,-1 2-1,-5-2 50,-1-3 0,4 1 0,-4 2 0,-1 2 163,1-3 0,6-2 0,-5-5 1,3-2-34,-1 3 1,-7 3 0,4 4 0,-2 1 33,0-1 0,6 3 1,-7-1-1,1 0 117,2 1 0,-4-5 0,6 2 1,0-6-37,-1-4 0,1-1 0,3 4 0,-1-5-72,1-1 0,0-2 0,1-5 1,-3-1-29,3 1 0,1-1 1,0-1-75,-4-4 0,5-2 106,-5-3 0,26-85 1,-6 32-1,0 0 1</inkml:trace>
  <inkml:trace contextRef="#ctx0" brushRef="#br0">11708 8037 28904,'9'-8'-2161,"-3"-3"1,1 2 0,0-2 1550,2-2 1,-3 6 0,5 1 0,2 5 820,1 1 0,3-6 0,0 1 0,-1 1 106,1 2 1,-1 2-1,1 0 1,-1 0-93,1 0 0,-1 0 1,1 0-1,-1 0-58,1 0 1,5 0-1,0 0 1,-2 0-51,-1 0 0,-1 0 1,2 0-1,2 0-153,-2 0 1,4 0 0,0 0 0,2 0 349,3 0 0,3 0 0,2 2 0,5 2-57,5 1 1,-2 1 0,3-6 0,0 0-238,3 0 1,-5-2 0,-5-2 0,-3-1-27,-2 1 1,6 0 0,-1 1-1,1-3 52,1 2 1,-3 3 0,7-1-1,0-2-10,-2-2 0,4 1 1,-7 5-1,-2 0-55,-2 0 0,1 0 0,-1 0 1,-2 0 4,4 0 1,-2 0-1,9 0 1,0 0 18,-2 0 0,6 0 0,-5 0 0,1 0 44,0 0 0,-8 0 0,3 0 0,-4 0-30,-2 0 0,7-2 0,6-2 0,6-1 20,3 1 0,6-3 0,-4 0 0,-1-3-9,1-2 1,-1 2-1,-7 1 1,3 0-41,3 0 1,4 3-1,7-3 1,-2 0 27,-3 0 1,1 5 0,-5-1 0,2 1-8,3-2 1,10 4 0,3-5 0,1 2-44,-5-1 1,-3-1-1,0 3 1,4-3 16,5-2 0,4 3 0,2-3 0,-3 0-6,-2-1 1,1 7-1,-6-5 1,2 3 29,4-1 1,2 1 0,2 3 0,-2-2 40,-4-1 1,4-1 0,-2 6 0,5 0-12,5 0 0,-1 0 1,-6 0-1,1-1-50,0-5 0,5 4 0,0-3 1,-5 1-27,-10-2 0,6 5 0,-7-5 1,9 2-6,7-1 1,-5 3 0,-1-3 0,-4 3-23,1 2 1,0 0 0,14-2-1,-1-2-20,-5-1 1,1-1 0,-11 4-1,6-1 32,5-3 0,-5-1 0,-1 3 0,-8-1 10,-6 1 1,0 2-1,5 2 1,6-2 12,2-3 1,-4 3-1,-16-4 1,-4 5 49,0 1 0,7-2 0,8-2 1,-2-1-12,-2 1 0,-10 0 0,-3 1 0,-5-3-1,-6 2 1,-3 3-1,-7 1 1,5 0-13,5 0 0,2 0 0,-2 0 1,-5 0-3,-4 0 1,-2 0 0,-2 0 0,-2 0-26,-1 0 0,-8-2 1,2-2-1,-3-1-89,-3 1 0,1 2 1,-1 2 172,1 0 0,-6 0 0,-2 2 0,0 2-316,0 1 0,-5 2 1,1-1-200,-3 5 1,4 4 0,-1 1-1,-1 1-147,-2-1 1,-2 6 0,0 0-1,2 0 29,3 2 0,-3-4 0,4 6 1,-3 0 43,3 0 1,-4 1 0,5 6 0,-2 0 101,1 0 1,1 1-1,-3-1 1,3 1 43,3 5 0,-5-2 0,6 7 0,0 2-135,-2 2 0,6-1 1,-4-1-1,2-2 202,-2 2 0,2-5 0,-6-1 0,0-1 227,1-1 0,-3 1 0,-5-6 1,0 2 126,0 4 0,0-3 1,0 7-1,0-3-57,0-3 1,0-4-1,0-4 1,0-3-41,0-2 0,0-2 0,0-6 1340,0 1 0,0-1 0,-2 1-1338,-3 0 0,1-3 0,-7-1 0,-2-2 173,-1 2 1,-3 2 0,1-1 0,-3-1 83,-3-2 0,2 0 0,-6 4 0,1-2 201,-1-2 0,0-7 1,-3 1-1,1-3 215,-1-2 0,-2 0 1,-3 0-1,1 0 80,0 0 0,-7 0 0,-4 0 1,-6 0-62,-5 0 0,-2 0 1,-5 0-1,3 0-16,2 0 1,0 0-1,0 0 1,-9 0-63,-10 0 0,-4 5 0,-1 1 1,2-1-322,2 3 1,-2-5-1,-10 7 1,43-6 0,-1 1-88,-2 0 0,0-1 0,-43 2 0,2 3 1,-1 0-125,41-4 1,0-1 0,-1-1 0,-1 0 0,-1 1 0,0 1 0,4-1 0,0-1-68,-42 1 1,40-3 0,-1 0 0,0-1 0,-1 0 0,-1 0 0,0 0 14,1 0 1,1 0-1,-2 0 1,1 1-1,4 1 1,-1 0-1,-4 1 1,0 0-15,-3-1 0,0-1 0,0 0 1,0 0-1,1 0 0,0 0 0,1 1 1,-1 0-22,0 0 1,0 1 0,0 3 0,0-1 0,-1-1 0,0 0 0,0-1-1,-1 1-40,-4-1 0,1 1 1,2 2-1,2-1 1,0-1-1,0-2 1,0 0-1,0-1 29,-3 0 0,1 0 1,0 2-1,0 0 1,-5 0-1,-1-1 1,5 0-1,1 0 46,-1-1 0,0 0 0,0-1 1,-1 0-1,-2 0 0,-1 0 1,3 0-1,1 0 47,1 0 1,1 0 0,-3 0 0,0 0-1,1 0 1,-1 0 0,0 0 0,1 0-1,-2 0 0,1 0 0,-3 0 0,-1 0 0,-1 0 0,0 0 0,3 0 0,1 0 10,2 0 0,0 0 0,1 1 0,-1 0 0,-1 0 0,-1 1 0,-1 2 0,1 0-18,3 0 0,0 1 1,2-2-1,0-1 1,3 3-1,0 0 0,-2-1 1,0 1 30,2 0 0,1-1 1,0-1-1,0-1 1,5 3-1,0 0 0,-2-1 1,-1-1 19,-1-1 0,-1 0 0,2 1 0,0 1 0,2 0 0,2-1 0,0 1 0,0 0 26,0-1 1,-1 1 0,-1 2 0,0 1-1,1-2 1,1-1 0,-41 7-3,10 0 1,5-5-1,3 3 1,2 0-185,-2 0 0,8-3 1,7 3-1,7 0-530,9 0 0,8-3 1,15 3-1,-1 0 633,1 0 0,1-1 0,4 8 0,3 5 0</inkml:trace>
  <inkml:trace contextRef="#ctx0" brushRef="#br1">12584 6846 7686,'-16'-7'73,"-1"5"1,1-4-1,-1 3 495,1-3 0,5 4 0,0-5-316,-2 0 1,-2 5 0,-2-4-219,1 4 1,1 4 0,2 2 0,0 3-23,-5 3 0,2 6 0,-7 8 0,5 0-167,2 0 1,-1 3 0,1-3 0,1 0-28,4 0 1,3 4 69,8-6 1,10-2-1,4-9 1,8-6 50,4-3 1,3-7 0,8-3 0,2 1-12,-2 0 1,3-4 0,-3 5 0,-4 2 46,-4 3 0,-9 1 0,2 0 1,-3 1 105,-3 5 1,-6 5-1,-7 11 1,-6 6 46,-8 3 1,-10 2-1,-3 0 1,-1 0-203,-5 0 1,1 0 0,0 0 0,3-2-345,2-3 418,9-11 0,23-69 0,10-21 0</inkml:trace>
  <inkml:trace contextRef="#ctx0" brushRef="#br1">12750 6830 8506,'-15'11'-41,"4"0"1,-2 1-1,8 9-23,1 1 1,-4 9-1,3 2 1,3 11 354,6 9 1,-1 12 0,9 8 0,0 3-174,3 3 1,2 0 0,-1 0 0,1-4-539,-1-2 1,-1-10 0,-2-14-92,-2-8 1,-8-17-1,3-15-538,-4-18 1049,-2-13 0,-12-32 0,-6-14 0,0-3 0,0-1 0</inkml:trace>
  <inkml:trace contextRef="#ctx0" brushRef="#br1">12683 6978 7752,'-7'-16'915,"5"-1"1,-3 1-604,3-1 0,4 3 0,3 1 0,8 2-167,7-2 0,1 4 0,6-1 0,4 3 20,6 3 1,-4 3 0,2 1 0,-7 1-284,-4 5 0,-4 5 0,-9 9 0,-6 4-170,-3 2 1,-4 3-1,-3 8 1,-6 1-182,-4-1 1,-7 5 0,0 1 0,2-1 468,1-3 0,-12-12 0,-4-3 0</inkml:trace>
  <inkml:trace contextRef="#ctx0" brushRef="#br1">13113 7226 7749,'-16'10'329,"-1"-5"1,1-3 0,-1-2 0,3 2 1938,3 3-2182,3-3 1,10 6 0,4-8 0,5 0-244,3 0 1,3 0 0,-1 1-1,1 3-45,-1 2 1,1 1-1,-1-3 1,-1 3-189,-4 2 1,2 2 0,-7 6 266,-3-1 0,-1 1 0,-2-1 0,0 1 411,0-1 0,-5 1 0,-3-2 0,1-3 735,0-1-1175,1-7 1,12 2 0,1-14 0,4-8-618,7-10 0,1 0 769,8-1 0,7-10 0,4-5 0,6-7 0,0 0 0</inkml:trace>
  <inkml:trace contextRef="#ctx0" brushRef="#br1">13494 7243 8291,'-6'11'458,"1"0"0,-1 0 0,6 6 1,-2-1-237,-3 1 1,3 7 0,-3 1 0,3 3-485,2-1 1,-6 1 0,1 5 261,1 0 0,-20-37 0,-3-8 0</inkml:trace>
  <inkml:trace contextRef="#ctx0" brushRef="#br1">13692 7160 7732,'-2'9'1093,"-3"-3"-851,3-4 1,2-2 0,11 0 0,4 0-11,1 0 1,1-6 0,-1 1 0,1 1-241,-1 2 1,1 2 0,-1 2 0,-1 4-89,-4 5 1,2 3-1,-7 5 1,-3 3 159,-1 5 1,-2-1 0,0 0-1,0-2 243,0-4 1,-5-2 0,1-3-359,6-4 0,5-11 0,11-15 1,5-10 50,4-14 0,13-19 0,14-19 0,1-3 0,-10 15 0,0 0 0,0-1 0,0 1 0</inkml:trace>
  <inkml:trace contextRef="#ctx0" brushRef="#br2">16818 6863 12959,'-10'-17'-656,"3"2"0,2 3 1,-1 1 28,2-2 0,1 3 616,-3-1 1,4 0 118,-3-5-348,3 7 1,2 3 225,0 12 1,0 5-1,0 9 70,0 2 1,0 2 0,0-2 0,-2 5-83,-3 5 1,3 8 0,-4 4 0,4 4 79,2 2 1,0 7 0,0 3-1,2 5-48,4 1 1,-3 2 0,8 1 0,2 3-52,2-2 0,0-2 1,-2 0-1,-4 2 39,-2 1 0,4 1 1,-5-4-1,-3 4 55,-1 5 0,-2 6 1,0 3-1,2 0-28,4-5 1,-3-7 0,8-12 0,2-1-19,2 1 1,-4-10 0,-2-5 0,-2-4-43,-3-7 1,-2-1 0,-2-3-1,0-5-30,0-5 0,0 2 0,0-2 1,0 0-279,0 2 0,-6-6 0,1 4-1036,1-3 1459,2-3 0,-5-36 0,-2-9 0</inkml:trace>
  <inkml:trace contextRef="#ctx0" brushRef="#br2">16999 6995 16110,'0'-17'-1429,"0"1"0,2-1 0,2 1 1485,2-1 1,1 8-1,-3 2 95,1-1 0,8 7 0,-2-5 48,4 4 0,1 8 0,1 1 0,1 0-39,4 1 0,-2-3 0,8-5 0,1 0 8,3 0 1,6 6 0,1-1 0,-3-1-81,-1-2 1,-2-2 0,2 2 0,2 1-234,2 3 1,7 5-1,-2-4 1,3 1 256,3-1 0,5 6 1,0-4-1,-1 2-56,-3 0 1,-3-7-1,-2 1 1,-4-1-18,-2 1 1,5-3-14,-7 4 1,8-4 38,-2-2 1,2 0 0,0 0 0,-4 1-57,-1 5 1,-5-4 0,-4 5 0,-3-1-23,0-1 0,8 2 0,-6-3 0,8 2 28,3-3 0,2-1 0,6-2 0,0 0 74,-1 0 0,-5 0 0,0 0 0,1 0 16,-3 0 0,0 0 0,-3 0 0,5 0-100,4 0 0,7 6 0,2 1 0,0 0-117,0 1 0,-8 3 0,-5-4 0,0 0 32,-1 1 1,4-3 0,-1-3 0,8 2 57,6 1 1,3 1-1,-3-8 1,-6-2 135,-8-1 1,1-3 0,-1 5-1,6-3 23,3 3 1,5 1 0,-3 0 0,0-2-70,0-1 1,2-1 0,-7 6 0,-7 0-38,-2 0 1,8 2-1,2 2 1,6 1-50,4-1 0,3-2 0,-11-2 0,-2 0 51,-1 0 1,-3 0 0,1 0 0,0-2 83,-1-4 1,6 5-1,2-7 1,0 3 1,0-1 1,-7 1 0,-8 5 0,-2 0-105,-3 0 0,5 0 0,3 0 1,4 0-111,6 0 1,2 0 0,6 0-1,-6 0-52,-6 0 1,1 0 0,-12 0 0,0 0 82,1 0 0,5 0 0,-2 0 0,4 0 101,1 0 1,-1-6 0,-2 1 0,-4 1 53,-1 2 1,-8 0-1,-6-1 1,3-3-73,1 2 0,9 3 0,4-1 0,6-2-7,5-1 1,-3-1-1,3 6 1,-4-2-2,-1-3 0,-6 3 0,-2-4 0,0 5 45,1 1 1,6-6 0,8 1 0,0 1-15,0 2 0,4 2 0,-6 0 1,-2 0-52,-1 0 0,-6 0 1,1 0-1,7 0-43,3 0 1,7 0 0,4 0 0,-6 0 0,-3 0 0,-4 0 0,-3 0 1,3 0 51,5 0 1,7-2-1,2-2 1,3-1 31,-2 1 1,-4 2 0,-3 2 0,-3 0-4,3 0 1,3 0 0,4 0 0,1 0-23,-1 0 0,-9 0 0,-4 0 0,1 0-67,9 0 0,4 0 1,8 0-1,-3 0 19,-3 0 0,-7 0 0,-3 0 0,3 0 20,4 0 0,7-5 0,-5-1 0,-3 3 3,-1 1 1,-9 2 0,-4-2-1,-3-2 15,-3-1 1,8-1 0,2 6 0,0 0 6,-4 0 0,-5 0 0,-6 0 1,-6 0-49,-3 0 0,-2 0 0,2 0 0,2 0-6,1 0 1,8 0 0,-3 0 0,1 2 24,0 4 0,-7-4 1,-1 3-1,-4-3 11,-5-2 0,-7 0 0,2 0 1,-3 0 25,-3 0 1,1 0 0,-1 0-1,1 0-2,-1 0 0,1 0 1,0 0-1,-1 0 11,1 0 1,-1 0-30,1 0 1,-1 0 221,1 0-114,-8 0 1,0 0 0,-5-2-310,1-3 12,1 3 1,-4-6-97,3 8 0,-1 0 310,7 0 186,-7 0 115,3 0-137,-7 0 1,0-1-1584,0-5 863,0 4 1,0-3 650,0 10 0,0-1-369,0 7 1,0 0 44,0 5 1,0 1 0,0 0 0,0-1 19,0 1 1,0-1-1,0 3 1,0 3-24,0 5 1,0 4 0,0 2-1,0 2-3,0 4 1,-6 3 0,-1 8-1,0 1 215,-1 4 1,3-3 0,3 3 0,-2-4-79,-1-1 1,-1-6 0,6-2 0,0-1-166,0-4 0,0-3 0,0 0 0,0-1 250,0 0 0,-5 2 0,-3 3 0,-1 6 54,-4 4 1,-1 7 0,-1 2-1,4 0-13,5 0 0,-1 2 1,2-8-1,3-5-97,5-4 0,5 3 0,5-5 0,-4 0-40,-2 1 1,1-1-1,-5-3 1,3 2 39,-3-3 1,-1-3 0,-4-3 0,-1-4-5,-3-3 1,-7 5 0,2-4 75,-3 2 1,-3-6 0,1 2 42,-1-4 1,6-9 0,2-1 45,1-1 1,-4-5-45,1 3 1,-2-1-1,0 0 1,2 1-65,-2-1 0,-2-2 1,-1-2-1,-1 0-27,1 0 1,-6 0 0,-2 0 0,-2 0 50,-3 0 1,-4-6-1,-4 1 1,-4 1 29,-1 2 0,-2 2 0,-4 0 0,4 0-25,6 0 0,-3 0 1,3 0-1,-1 0-61,-1 0 0,5 0 1,-6 0-1,1 2 34,-4 4 1,-10-5 0,-1 5-1,2-4 0,2-2 0,6 0 1,1 0-1,-2 0 52,-1 0 0,-3 5 0,-1 1 1,-3-1-47,-1 3 1,-5-5 0,4 7 0,3-1-98,2 0 0,7-4 0,-2 5 0,-4-1 12,-3 0 0,-2-5 1,3 1-1,-1-3 39,-2-2 1,0 0-1,5 0 1,0-2 86,1-3 0,-3 3 0,-5-6 0,-7 3 74,-6-1 0,0 1 0,10 5 0,5 2-138,3 3 1,-3-3 0,-2 4 0,-2-3-75,-3 3 1,-2-4-1,-3 3 1,3-3 26,4-2 0,8 0 0,8 0 0,-2 0 8,-2 0 1,-14-2 0,-2-1 0,1-5 70,6-1 0,6 3 0,1-3 0,0 2-17,1 3 1,-1 2 0,-1 2 0,-4 0-5,-6 0 0,-1 0 0,3 0 0,7 0-17,6 0 1,10 0 0,-7 0 0,1 0-45,-2 0 1,-13 0-1,7 0 1,-1 0 58,0 0 1,-3-5 0,5-2 0,5-1 52,1 1 1,7-4 0,-10 5 0,-6 1-3,-7-3 0,1 7 1,-3-5-1,0 2-30,2-1 1,3 3 0,6-3 0,0 3-28,1 2 0,-8 0 1,-4 0-1,-1-2 18,1-4 0,4 5 0,9-5 0,2 4 7,2 2 1,-2 0-1,-7 0 1,-4 0 10,-2 0 1,0 0-1,-3-2 1,3-1 4,2-3 0,8 1 0,5 5 0,-2 0-25,-2 0 1,-9 0-1,-4 0 1,-1-2-12,1-4 1,-1 4 0,7-3 0,1 3 17,3 2 1,-6 0-1,-4 0 1,-3 0 46,-2 0 0,-4 0 0,4 0 1,7 0-32,6 0 0,-4 0 0,-6 0 0,-5 0-23,-3 0 0,-1 0 0,8 0 1,1 0-12,3 0 1,-1 0-1,-7 0 1,-4 0 37,-5 0 1,-2 0 0,2 0 0,7 0 55,8 0 1,-3 0-1,3 0 1,-6 0-60,-4 0 0,2 6 1,10-1-1,5 1-10,3 1 0,1-5 0,-4 5 0,-6-1-26,-3-1 0,-1 1 1,5-4-1,5 1 11,3 3 0,3-1 0,1-3 0,0 2-8,-2 1 1,3 1-1,-14-4 1,0 1 2,3 3 0,8-1 0,11-3 0,4 2 2,2 1 1,6 1-1,-1-6 1,-1 0 1,-2 0 0,-4 0 0,-2 0 0,-2 0 113,3 0 1,-5 0-1,3 0 1,1 0-17,2 0 0,4 0 0,1 0 1,5 0-84,1 0 0,-4 0 0,4 2 0,0 1 5,1 3 1,-5-1-1,6-5 1,2 0-216,1 0 1,3 2 0,-1 2-455,1 1 0,-1 1-47,1-6 0,5 0 0,1 2-1015,3 3 1708,-6 4 0,-3 8 0,-10 0 0</inkml:trace>
  <inkml:trace contextRef="#ctx0" brushRef="#br3">20985 6168 8161,'-11'-15'127,"0"4"1,5-1-1,-5 4 1,-2-1 339,-1-4 1,4 4 0,3-2-167,0-2 1,5 4 0,-4-2 176,5-2 0,-7 0-438,-3 2 0,-4 6 1,-1 12-1,-2 9-361,-4 10 0,-4 7 0,-7 4 0,0 2 24,0-3 1,5 5-1,2-3 1,2-3-18,4-5 1,4-6 232,5-8 0,12-7 0,16-3 0,9-4 76,5-2 1,2 0 0,2 0 0,2 0-34,1 0 1,8 0 0,-2 0 0,2 0 14,-2 0 1,2 5 0,-7 2 0,-4 3 6,-6 3 1,-12 1 0,-12 5 0,-3 1 8,-2 2 0,-15 7 1,-9-1-1,-9 3 9,-5 2 0,-8 0 0,4 0 0,1-1-507,8-5 505,0-3 0,37-52 0,-1-10 0</inkml:trace>
  <inkml:trace contextRef="#ctx0" brushRef="#br3">21299 6102 8282,'-6'-6'437,"1"10"0,-1 14-421,-1 12 1,3 7 0,-5 14 0,2 4-68,3 6 0,2 10 1,2 9-1,0 4 22,0 4 1,0-7-1,0-9 1,0-4-73,0-2 0,6-4 1,1-7-1,2-10-197,4-9 1,2-12-1,1-7 1,1-10 297,0-5 0,-8-39 0,-2-9 0</inkml:trace>
  <inkml:trace contextRef="#ctx0" brushRef="#br3">21183 6218 8238,'-11'-39'0,"2"2"296,2 6 1,1 5 0,8 12 0,2 1 61,1 2 1,14 7 0,-3-1-1,4 3-330,4 2 0,4 0 0,10 3 0,5 7-93,-1 6 1,-2 12 0,-7-1-1,-1 5 20,-5 1 0,-5 0 0,-11 2 0,-9 1-51,-11 3 1,-4 1-1,-15-3 1,-1 4-63,-2 1 0,0-5 0,3 1 158,6-3 0,11-9 0,4-2 0</inkml:trace>
  <inkml:trace contextRef="#ctx0" brushRef="#br3">21729 6548 9330,'2'-14'-239,"3"3"1,-1 3 123,7 8 1,-7 8-1,1 3 1,-3 3 191,-2 3 1,0 0-1,0-1 1,0 2 86,0 4 0,-2-3 1,-2 3-1,-1-4 55,1-1 1,-3 5 0,1 0 0,1-2 139,-2-2 0,5-1 1,-4 0-377,4-1 0,10-7 1,5-3-1,10-6-324,16-6 1,12-10 340,21-12 0,-1-13 0,7-8 0,-20 14 0,0-1 0,1 1 0</inkml:trace>
  <inkml:trace contextRef="#ctx0" brushRef="#br3">22341 6598 8661,'0'17'0,"0"1"-485,0 4 0,-6-2 1,-1 6 484,-2-2 0,-10 35 0,-6 3 0</inkml:trace>
  <inkml:trace contextRef="#ctx0" brushRef="#br3">22771 6085 8161,'-6'-20'500,"1"4"1,-3 12-287,3 4 0,3 9 1,-4 13-1,5 6-37,1 3 0,0 2 1,1 0-1,3 0-31,2 0 1,5-5-1,-4-1 1,2 1-91,4-2 0,4-2 1,3-8-1,4 1-196,1-1 1,9-7 0,6-3 0,2-4-201,4-2 0,2-8 0,2-4 1,-3-7-309,-3-3 0,-5 0 0,-13 4 648,-10-4 0,-18-29 0,-9-12 0,-2-9 0,-1 0 0</inkml:trace>
  <inkml:trace contextRef="#ctx0" brushRef="#br3">23250 5920 8161,'-11'0'104,"0"0"100,-2 0 0,4 9 0,0 8 0,0 10 14,0 10 0,3 13 1,-3 10-1,0 5-284,0 1 1,3 7-1,-5 6 1,-2 6-352,-2 3 0,-7 2 0,0-4 417,2 3 0,-2-35 0,-4 2 0,0-1 0,-1 0 0</inkml:trace>
  <inkml:trace contextRef="#ctx0" brushRef="#br2">23449 14899 24015,'-9'-16'-4463,"-1"7"4178,5 3 217,3 4 0,2 2 1,11 0-1,6 0 715,5 0 1,3 0-1,8 2 1,2 2-343,4 1 1,3 6 0,10-3 0,3-1-145,5 0 0,6 4 1,6-3-1,5-1-80,4 0 0,0-1 0,-6-4 0,-9 1-275,-9 3 1,-5-1 0,-4-5 0,-6 0 374,-9 0 1,-7 0-1,-10 0-274,1 0 1,-12 2 0,-10 4 389,-15 5 1,-54 4 0,-14 1 0</inkml:trace>
  <inkml:trace contextRef="#ctx0" brushRef="#br2">23283 15197 22140,'-16'-7'0,"1"-4"-658,4-4 1,4 4-1,9 2 876,3 1 1,10-3 0,9 6 0,3 1 309,8 2 0,2-3 0,11-3 0,5 1 28,4 0 1,11-4 0,7 3 0,2 1-436,1 0 1,-9 1 0,3 6 0,-4 0-528,-2 0 0,-7 6 0,-4 1 0,-5 2-520,-6 4 1019,-11 9 1,20-26 0,0 1-1</inkml:trace>
  <inkml:trace contextRef="#ctx0" brushRef="#br2">26673 15180 23240,'-7'-16'-2889,"-4"-1"1,-2 1 3411,2-1 421,-4 1-981,14 7 0,1 1 0,11 8 0,5 0 546,6 0 1,6 0 0,12 0-1,8 0-293,5 0 1,6 0 0,0 2 0,7 2-290,2 1 0,7 6 0,2-5 0,4-3-370,2-1 0,-10 4 1,-8-1-1,-12-1 96,-7-2 0,-9-2 1,-1 0-1,-6 0 225,-8 0 1,-48-22-1,-12-6 1</inkml:trace>
  <inkml:trace contextRef="#ctx0" brushRef="#br2">26624 15313 20368,'-26'-2'319,"4"-2"-288,4-1 0,19-1 0,14 6 14,14 0 1,23 0 0,5 0 0,9 0-94,6 0 0,7 0 1,0 0-1,11 0-76,-38 0 0,0 0 0,-1 0 0,0 0 0,3 1 0,0 0 0,-5 1 0,-1 0 118,41 3 0,-4-8 0,10-3 0,-28 0 1,0 0-1,1 0 0</inkml:trace>
  <inkml:trace contextRef="#ctx0" brushRef="#br2">12105 12270 30976,'-9'-24'-2064,"-6"4"1,4-6 0,-4 2-1,-1 4 1257,-1 2 1,-5 1 0,-2 1 849,-2-1 1,4 2-1,-5 4 1,-3 4 312,-1 0 0,-2 5 0,0-2 1,2 6-47,3 4 0,-1 6 0,5-1 1,0 4-267,0 2 1,-5 1 0,3 4 0,-3 6-131,-4 3 0,3 4 0,-8 5 0,3 8-314,2 5 1,1 12 0,5 1 0,7 9 338,7 6 1,5 2-1,8 1 1,4 2-89,7 3 0,-5-41 1,3-1-1,5-1 1,3-2-1,1 0 1,1-1-73,21 34 0,4-9 1,6-6-1,1-3-53,4-2 0,-1-11 0,6-13 1,6-11 257,10-9 1,8-8-1,-35-7 1,0-3 0,-2-2-1,-1-2 69,43-17 0,-46 5 1,0-4-1,0-2 1,0-1-1,2-4 0,0-1 2,2-2 0,-2-1 1,25-27-1,-9-3 1,-17 2 12,-9 0 1,-4-3 0,-2 1-1,-5 0 46,-5 0 1,-7 2 0,-12 3 0,-1 4-31,-5 0 0,-10 11 0,-12-3 0,-5 1 4,-6 0 0,-3-2 0,-8 3 0,-1 4-13,-4 10 0,-4 8 0,-9 8 0,-4 2-199,-5 4 1,6 4 0,4 9 0,11 3 462,4 6-230,2 11 1,8 4 0,2 7 0</inkml:trace>
  <inkml:trace contextRef="#ctx0" brushRef="#br2">17165 11857 26083,'-17'-26'-1245,"1"4"0,-1 5 0,1 4 0,-1 4 0,1 2 1212,-1 3 1,-1 4 0,-2 6 14,-3 5 1,0 5-1,2 5 1,-3 2-58,-1 3 0,3 0 0,-4 3 0,0-1 33,1 1 1,2 8 0,-4 3 0,-1 3-63,3 3 0,-5 3 0,8 6 1,4 6-120,5 3 1,0 8-1,8 0 1,3-3-305,5-1 1,12-9 0,9-4 0,2-5 453,3-6 0,4 2 1,4-6-1,3 1-136,3-1 0,1-1 0,5-8 1,1-3 161,0-6 1,7-6-1,5-5 1,8-5 238,7-4 0,-9-10 1,-2-6-1,-2-12-137,1-13 0,-27 11 0,1-3 0,0-1 0,-1-2 0,-1 0 1,0 0 3,-2 1 1,-1-2 0,23-36 0,-7-1 0,-13 2 32,-13 2 1,-10 2 0,-14 0 0,-2 0 103,-3 0 0,-6-4 0,-9 4 0,-6 5-89,-5 2 0,-6 0 0,-14-5 0,-5 3-68,-4 6 1,-5 11 0,-1 6 0,2 6-112,3 10 0,4 2 0,6 15 0,-2 5 51,-2 9 1,-37 9-1,44-1 1,0-1 0</inkml:trace>
  <inkml:trace contextRef="#ctx0" brushRef="#br3">29815 14254 8232,'0'-25'-33,"6"-5"0,-1 8 0,1 0 0,1 0 1759,4 0-1663,4-7 1,1 9 0,1-8 0,-1-1 0,1-3 0,-2-1-218,-4 0 1,2 0 0,-8 0-1,-3 2 139,-6 3 1,-5-1-1,-7 7 1,-3 2 13,-3 1 0,2 10 1,-8 3-1,-3 6-54,-6 6 1,1 11 0,-7 10 0,1 6 133,0 6 0,0 3 0,-3 8 0,7-1 214,3 1 0,9-2 1,6-4-1,7-6-129,8-3 0,6-11 0,11-7 0,11-10-45,12-5 1,6-10 0,5-3 0,-2-5-244,2-6 1,-6 2 0,1-6 0,-3 2-58,1 4 0,-1 1 0,-6 3 0,-3-1-315,-1 1 0,-10 10 502,-2 12 1,-14 10-1,-15 19 1,-5 4 275,-4 5 0,-6 11 0,5 6 0,-1 5 76,0 6 1,-4 10 0,17-36-1,0 2 1,1 1 0,0 1-222,0 2 1,2 1-1,2-3 1,2 1-1,0 2 1,1 0-1,0-1 1,1-1-130,-1-1 0,0 0 0,-1-3 0,1-1 1,-1 31-1,-2-5-147,3-4 0,-5-9 1,3-6-1,1-5-58,2-4 0,-3-2 0,-1 2 0,3-3 29,1-1 1,-4-5 0,-1 4 0,0-2 23,-1 1 0,-5 3 0,2 4 1,-3-2-62,-3-3 1,6 4-1,2-5 1,2-4-317,3-6 1,4-7-1,5-11 521,6-5 0,16-48 0,5-25 0,4-2 0,0 1 0</inkml:trace>
  <inkml:trace contextRef="#ctx0" brushRef="#br3">2299 9872 7838,'-8'-24'-187,"5"4"0,-7-6 0,1 1 159,0-1 0,3 6 0,-3-2 0,0 3 729,0 3 1,3 1 0,-5 2-388,-1 2 0,-3 8 0,-2-5 0,1 3-185,-1-1 1,1 1-1,-1 5 1,1 0-99,-1 0 0,-5 2 0,0 1 1,0 5-201,-2 1 0,-2-4 0,-7 6 1,2 2 9,3 2 0,-1-4 0,7-2 1,2 0 91,1 0 1,5-3-1,1 3-43,2-2 1,7 1 124,-1-3 1,3-1 0,2 7 66,0 2 1,0 2 0,0 1 0,0 1-50,0-1 1,-6 3 0,1 3-1,-1 3 32,-1 1 1,5 5 0,-5-1 0,1 6 34,1 9 0,-1 4 0,4 8 0,-1 9-111,-3 10 1,1 8-1,3 6 1,0-42-1,0 0-62,-1 0 0,1-1 1,-1 0-1,0 0 1,3 1-1,0-1 1,0 45 22,0-2 1,0-1 0,0-7-1,0 3 49,0 3 1,0 0 0,0-40 0,0 0 0,0 0-1,0 1 7,0-1 0,0 0 0,1 0 1,0 1-1,1 3 0,0 1 1,0 2-1,1 0-64,-1 2 1,0 0 0,1-3-1,1 0 1,-1-1 0,0-1-1,-1-2 1,1-1-53,1-1 1,0-2-1,-3 38 1,7-10-1,-3-4 59,1-6 0,1-3 0,-3 1 1,1-1 156,-1 1 0,3-3 0,-1 0 0,-3-2-37,-1-4 0,4 4 0,-1 0 0,-1-2-122,-2-3 1,-2 1 0,0-11 0,0 2 39,0 0 1,0-9 0,-2 0-1,-2-7-48,-1-4 0,-1-2 253,6-6-190,0-7 117,0-1-48,0-8 1,2 0-27,4 0 0,3 0 1,6-2 29,-4-4 0,3 5 0,-3-5 1,4 2 37,2-1 1,-1 3-1,2-3 1,3 1-57,1-2 1,7 5-1,-3-5 1,1 4-73,1 2 0,1 0 0,8 0 0,2 0-211,-3 0 1,5 0 0,-1-2 0,3-1-1055,2-3 1280,3-7 0,9-18 0,2-13 0</inkml:trace>
  <inkml:trace contextRef="#ctx0" brushRef="#br3">413 8930 7770,'0'-17'114,"0"1"1,-1 1 0,-3 2 1225,-2 2-1058,1 7 1,5 1 0,0 12 25,0 7 1,0 12-1,0 0 1,0 5-68,0 5 0,2 6 0,1 11 1,3 6-164,-2 3 0,-1 8 0,1 1 0,1 3-209,-1 3 1,3 0 0,-1-2 0,-1-7-467,3-8 1,-1-19 0,6-18 0,-2-12-109,2-13 0,2-9 0,-1-15 0,-3-11 705,-5-13 0,-20-18 0,-7-13 0,-2-9 0,0 0 0</inkml:trace>
  <inkml:trace contextRef="#ctx0" brushRef="#br3">397 8913 8896,'0'-16'0,"0"-1"-120,0 1 0,0-1 1,0 0-1,2 3-144,3 3 1,-1-2 0,7 6 0,2-1 603,1 1 1,9 1-1,-1 6 1,-2 0-1,-2 0 1,4 8 0,0 3-1,-2 5-241,-1 6 1,-3-2-1,-1 8 1,-2 1 14,-2 3 1,-7 1 0,1 0 0,-3 0-87,-2 0 0,-2 0 1,-2-2-1,-3-1-105,-2-3 1,0-7 0,-2 4-1,3-3-2599,1-5 2676,5-3 0,10-79 0,10-17 0</inkml:trace>
  <inkml:trace contextRef="#ctx0" brushRef="#br3">893 8682 8040,'0'-10'1147,"0"23"0,2 15-1030,3 5 1,-3 4 0,6 1-1,-3 5 6,1-1 1,-1 4 0,-5-8 0,2-1-177,3-2 1,-3-4 0,6-3-207,-1-6 0,-5-13 0,3-9 266,-3-9 0,-2-8 1,0-5-1,0-7 121,0-8 0,0 2 1,0-5-1,0 1 11,0 1 0,6-1 0,-1 6 0,1 0-94,1 0 1,-3 0 0,7 0 0,2 1-636,1 5 0,3-3 0,1 8 1,2 2-1568,2 2 2157,8 9 0,10-6 0,12 6 0</inkml:trace>
  <inkml:trace contextRef="#ctx0" brushRef="#br3">1273 8830 7892,'-2'32'100,"-1"-5"258,-3-5 1,1-3 0,7-5-128,3-3 1,6-5-1,9-12 1,4-6-124,2-9 1,0 1 0,3-7 0,-3-3-80,-2-1 0,-2-8 0,-8 1 1,-3 1-322,-5 2 0,-4 8 0,-2 1 0,0 2 73,0 4 1,-8 3 0,-4 6 0,-7 6 458,-3 3 1,-5 4 0,3 3-1,0 8 406,0 7 0,2 0 0,5 10 0,3 3-208,3 4 1,3 7 0,8-6 0,2-1-519,4-2 1,12-9-1,15-2 1,9-4-418,6-4 0,2-3 0,1-13 497,4 0 0,-2-12 0,5-5 0,7-2 0,0 1 0</inkml:trace>
  <inkml:trace contextRef="#ctx0" brushRef="#br3">612 10335 7922,'-17'-16'56,"1"-1"1,-1 1 0,3-1 0,1 2 534,2 4 0,5 4 1,-3 9-320,2 3 0,-6 1 0,4 9 1,-2 3 28,0 0 1,7 8 0,-4 2 0,3 3-19,-1 2 0,1 6 0,5-1 0,0-1-96,0-2 0,0 3 0,0 1 0,2-4-322,3-6 0,4-5 1,10-9-1,3-4-330,5-6 0,5-5 1,1-7-1,0-8-114,0-5 0,4-11 1,-1 0-1,-3-8 134,-1-3 1,-3 3-1,-11-3 1,1 2 407,-4 3 0,-4 9 0,0 6 479,-6 4 1,-3 10 0,-4 8 39,-3 10 0,3 12 0,-4 5 0,4 5 37,2 1 0,0-2 0,2-2 0,2-3-254,1-2 0,8-4 1,0-9-1,6-5-237,3-5 1,7-8-1,-3-6 1,1-9-557,1-11 0,-2-7 0,3-10 0,-3 0-95,-2 1 0,-10 5 1,-8 0-1,-4 0 419,-2 1 0,-8 5 1,-5 12-1,-5 9 502,-4 10 1,-6 5 0,6 2 0,2 2 164,2 4 0,-4 8 0,0 10 1,1 0-171,3 0 1,3 0 0,3-4 0,2 4-318,3 2 1,2-6 0,5 2-538,0-4 1,1-9 0,7-3 0,6-4 560,7-2 0,30-52 0,2-12 0</inkml:trace>
  <inkml:trace contextRef="#ctx0" brushRef="#br3">1257 10005 8010,'2'-15'733,"3"4"1,2 11-1,6 11 1,-3 4-451,-3 1 0,4 8 1,-4 4-1,1 3-85,-1 2 0,4-6 0,-6 1 0,-1 0-293,-2-3 0,4-6 0,1-10-297,2-2 0,0-5 1,4-11-1,-4-10 6,-1-4 0,-1-5 1,-3-5-1,1-2 326,-1-4 1,-2 10 0,-2-4 0,0 2 337,0-1 0,0 7 1,0 3 427,0 3 0,2 6-354,3 8 0,-1 7 0,5 16 0,0 4 97,0 6 1,-3-2 0,3-1-1,0-1-270,0-4 0,-3-1 0,5-3-786,2 1 1,1-8-1,1-5-219,-4-8 1,4-7 0,-6-9 0,2-4 409,0-2 0,-7-1 1,1-7-1,-3 1 611,-2 0 1,0 8 0,0 3 1021,0 3 1,-2 10-806,-3 3 1,3 6 0,-4 6 0,5 5-82,1 4 0,5 1 0,2-1 0,3-2-658,2-2 1,5-7 0,3 1-1,2-3-423,-2-2 1,4-7 0,0-6 0,0-8 50,0-6 0,-7-4 0,-8-4 0,-2-2 543,-3-2 1,-2 1 0,-2 7 0,0 3 710,0 6 0,-8 5 44,-3 6 0,4 13 0,1 15 0,5 10 49,1 10 0,7 5 1,4 8-1,4 0-334,1-1 1,6 6 0,2 2 0,0 2-127,0 4 1,3 6-1,-3 5 1,0-1-310,0 1 0,4-4 0,-6-12 1,-2-10-1019,-2-13 1,-7-9 530,0-10 1,-14-8 0,-3-8-1,-7-9 125,-3-6 1,-6-11-1,-2-5 1,-2-10 242,-3-6 1,3-7-1,-3-12 1,-5-2 128,-2-3 1,-3 3-1,6-4 1,2 4 561,3 2 1,-1 2-1,9 5 1,5 9 181,8 10 0,12 5 1,8 4-1,5 3-302,4 6 0,13 5 0,-2 5 0,2 2-89,0 3 1,4 2-1,-1 5 1,-3 0-70,-5 0 1,-1 7-1,-7 6 1,-2 7-271,-1 8 1,-10 5-1,-4 3 1,-5 5-16,-5 1 0,1 2 0,-7 4 0,-2-4-207,-1-5 1,-1-12-1,2-5 1,2-5-413,-2-6 1,4-6 0,0-12 0,1-10-513,5-8 0,1-14 1243,2-5 0,6-9 0,3-8 0,0-5 0,0 0 0</inkml:trace>
  <inkml:trace contextRef="#ctx0" brushRef="#br3">2084 9575 7895,'16'-26'-14,"-1"0"1,-2 6 0,-4-2 426,-2 2 1,6 3 0,-2 6 155,4 6 1,1 5 0,1 5 0,-1 8 40,1 7 1,-1 6-1,1 7 1,0 2-180,-1 3 1,1-3 0,1 4 0,2-6-447,2-5 0,0-6 0,-5-9 0,-1-4-316,1-2 1,-1-11 0,1-12 0,0-12-479,-1-8 0,1-1 0,-3-7 0,-3 0 301,-5 1 0,-4-3 0,-2 8 1,0 1 628,0 2 1,0 15 0,-2 5 403,-4 6 0,5 11 0,-5 11-2,4 7 0,2-2 0,2 4 0,4-3-269,5-3 0,3-5 1,3-1-1,-1-3-718,1-3 0,5-4 0,0-6 1,-2-5-570,-1-4 0,1-10 0,-2-8 0,-5-8 1033,-4-1 0,-20-24 0,-9-11 0,-3-4 0,0 0 0</inkml:trace>
  <inkml:trace contextRef="#ctx0" brushRef="#br3">2695 8897 8495,'-16'-10'1220,"1"5"0,4 12-583,6 10 0,3 9 1,2 12-1,2 8-228,3 7 0,4 8 1,8 11-1,1 3-141,4 0 0,-1 4 1,6-7-1,4-4-846,6-6 0,0-1 1,5-13-1,-1-13-3248,-5-15 3826,-8-11 0,-12-53 0,-8-11 0</inkml:trace>
  <inkml:trace contextRef="#ctx0" brushRef="#br3">2530 9376 8216,'-16'0'1537,"-1"0"0,6 0-735,0 0 1,7-2 0,1-3 0,8-6-484,12-4 1,8-9-1,14-5 1,7-6-380,7-4 0,11-7 1,10 2-1,1-2-792,4 2 1,-13 9-1,-5 10 852,-8 1 0,-25 16 0,-6 10 0</inkml:trace>
  <inkml:trace contextRef="#ctx0" brushRef="#br3">3076 9376 7827,'7'8'226,"4"-8"0,4-10 242,1-4 0,3-12 0,3-7-390,5-9 0,3-8 0,-3-3 0,-5-1-102,-3 7 0,-5 1 0,-3 11 0,-5 5-173,-4 5 0,-8 8 0,-1 8 0,-2 2 401,-4 3 0,-7 4 1,-2 5-1,1 8 353,3 8 1,3 2 0,3 7 0,2-3-140,3 3 1,0-5 0,3 1 0,-2-2-240,3-4 1,3-1 0,5-3 0,8-1-451,7-4 1,8 2-1,10-8 1,8-3-1431,8-6 1701,12-12 0,1-18 0,7-9 0,-19 10 0,1 1 0,-1-1 0</inkml:trace>
  <inkml:trace contextRef="#ctx0" brushRef="#br2">2447 12088 29287,'-5'-16'-4737,"-1"-1"1,3 1-226,1-1 4757,2 0 0,0 6 1,0 0-1,0-1 551,0-3 1,2 6 0,3 1 319,6 1 0,4 5 0,1-3 0,1 3-164,0 2 0,1 0 1,2 0-1,4 0-164,2 0 0,7 0 0,7 0 0,2 0-367,4 0 0,4 0 1,5 0-1,4 0 479,0 0 1,3 0 0,-7-2 0,0-2 103,2-1 1,0-3-1,4 5 1,-6-3-126,-3 3 1,1-5 0,0 3 0,-3-1-14,-2-1 0,-4 3 0,-11-5 0,0 0-516,0 0 0,0-1 0,-2-2 1,-1 2-196,-3 3 1,-7-4-33,2 5 0,-20 1 340,-13 5 0,-33 3 1,-15 1-1,-8 1 0,0-1 1</inkml:trace>
  <inkml:trace contextRef="#ctx0" brushRef="#br2">2414 12072 27928,'-16'0'-1448,"-1"0"1282,1 0 1,7-2-253,3-4 0,13 4 1,8-3-1,7 3 684,4 2 1,1 0 0,6 0-1,1 0-101,-1 0 0,7 0 0,4 0 0,8 2-131,8 3 1,6-3 0,13 4 0,-1-6 73,1-6 0,0-1 0,0-6 0,-6 2-106,-5-2 1,0 4-1,-13 0 1,-3 1-70,-6 5 1,-8 1-1,-8 2-1447,-3 0 1805,-7 7 0,-18-12 0,-13 3 0</inkml:trace>
  <inkml:trace contextRef="#ctx0" brushRef="#br2">2563 13676 26270,'0'-17'-2661,"0"6"1,0 0 0,0-2 1533,0-1 0,2 4 0,2 3 1538,1 0 1,8 5 0,-2-4 0,4 4-2,1 2 1,3 0-1,3 0 1,5 0-132,5 0 1,10 2-1,7 2 1,10 1-79,5-1 1,3-2 0,-1-4-1,2-2-45,3-1 1,-1-8 0,6 4 0,-3-2-220,-3 0 0,-9 5 1,-8-3-1,-7 2 437,-8 3 1,-5 2 0,-5 2 0,-6 0 25,-4 0-912,-1 0 0,-10 0 442,-7 0 0,-59-7 1,-21-2-1</inkml:trace>
  <inkml:trace contextRef="#ctx0" brushRef="#br2">2431 13676 23463,'-17'7'126,"1"-5"1,1 5-464,4 1 1,6-7 0,10 5 0,6-2 393,4 1 0,9-3 0,5 5 0,8-1 58,7-1 1,6 1-1,6-6 1,11-2-43,8-4 0,11 3 0,4-8 0,0-2 61,0-2 1,-9 0 0,-9 3 0,-6 2-242,-5 3 0,-4 2 1,-10 6-1,-2 5-7,-7 5 1,-10 4 0,-4 1 0</inkml:trace>
  <inkml:trace contextRef="#ctx0" brushRef="#br3">6383 15495 8176,'-9'-8'-431,"0"5"0,5-8 1011,-1-2-456,-1 5 1,6-6 374,0 3 1,2 1-203,3-1 0,-1 8-210,7-3 1,-5 4 0,5 2-60,1 0 1,3 0 0,4 0-61,3 0 0,-2 0 0,6 0 1,1 0 72,4 0 1,1 0 0,12 0 0,2-1 66,1-5 0,-3 2 0,2-7 0,4 0 1,3 2 0,10-6 0,-3 6 0,7-2-15,4 0 0,-3 6 1,2-4-1,-8 1-109,-6 5 0,-5 1 0,0 2 0,6 0-89,10 0 0,-7 0 0,6-2 1,-3-2 104,-4-1 1,1-8-1,-3 4 1,6-2 44,-1 0 1,1 5-1,1-3 1,-3 2-3,-6 3 0,-6-4 1,-5 3-1,-3 1-19,-1 2 1,-1 2-1,7 0 1,2 0-65,-3 0 1,-4 0-1,1 0 1,-1 0 58,-5 0 0,-6 0 0,-5 0 0,1 0 2,0 0 1,-4-5 0,5-2 0,3-1-13,1 1 1,2 0 0,0 1 0,0-3 32,0 0 0,0-4 1,-1 5-1,-5 1 9,-5 0 0,-3-1 0,-3 5-293,1-3 0,-6 1-1279,0 5-498,-7 0 509,3 0 1509,-7 0 0,-52-30 0,-12-6 0</inkml:trace>
  <inkml:trace contextRef="#ctx0" brushRef="#br3">6664 15528 8176,'-7'-6'37,"7"1"1,13-3 0,11 5 126,1-3 1,-3 1 0,4 3 0,0-2 113,0-1 0,8-3 0,11 5 0,2-5-89,3-1 1,9 4 0,5-6-1,8-2-85,3-2 1,-11-2 0,2 1 0,-1 1-24,-1 4 1,6-4-1,3 4 1,5-3-56,-5-3 1,-10 6 0,-8 2-1,-2 0 29,2 0 0,-2 5 0,8-3 0,0 1 54,-3 1 1,1-3 0,-7 5 0,-3-3-68,-6 2 0,-7 3 0,-1 1 1,4 0-56,5 0 1,4 0 0,1 0 0,-1 0-38,-4 0 1,4 0 0,-6 0-1,-1 0-67,-8 0 0,0 0 0,-4-2 1,8-2 64,7-1 0,-2-7 1,2 5-1,0 0 47,-1-1 1,3-4 0,-8 2 0,-1-1 29,-2 0 0,-9 8 0,-4-5 0,-4 3 5,-1-1 1,-3-1 0,-1 3-243,-2-1 1,0-1-1638,6 6 1086,-8 0 0,-9 0 763,-11 0 0,-30-14 0,-14-8 0,-3-1 0,-1 0 0</inkml:trace>
  <inkml:trace contextRef="#ctx0" brushRef="#br3">6681 15561 7987,'16'-8'233,"-5"5"0,0-6 1,2-1-1,2 1 93,1-4 1,1 4 0,-1-2-157,1-2 1,7 4 0,2-2 0,1-2-141,1-1 0,1 2 0,10 1 0,5 0 13,4 2 0,7-4 0,2 6 0,0 0-65,0-1 1,9-3-1,-2 4 1,6 0 24,11-1 1,1-3-1,-35 7 1,0 1-1,0-1 1,0-1 0,45-8 1,-44 8 0,1 1 0,-2-2-1,0 1 1,1-1 0,-1 1 6,0 0 0,0 0 0,41-9 0,-11 3 1,-5-4 36,-4-2 1,4 3-1,1 1 1,-1 2-31,-4-2 0,-11 0 0,-15 2 1,-2 4-68,-3-1 1,4 7-1,-5-5 1,-3 2-383,-3-1 1,-10 3 29,2-3 1,-13 3-1,-11 2 0,-12 0 1,-10 2 0,-11 3-1,-4 4-653,-5 0 1054,-3 6 0,-8-16 0,-6-3 0,-5 3 0,-1 0 0</inkml:trace>
  <inkml:trace contextRef="#ctx0" brushRef="#br2">11642 8053 26957,'-15'-16'-1880,"4"-1"0,-2-5 0,6 0 1,-1 0-1,-1 0-144,0 0 1,3 0 4132,-5 5-3403,8 1 937,-5 7 0,7 9 1,-3 11 277,-2 3 1,1 3 0,5 1 0,-2 4 164,-3 6 1,1 10 0,-5 7 0,0 4-573,-1 6 1,5-1-1,-4 6 1,-1 1 465,1-2 1,6 5 0,-3-3 0,4 3 25,2 2 0,-2 8 1,-1 3-1,-3 2-25,3-2 1,-5 6 0,1-1 0,-1 6-93,1-1 0,-4-1 1,6-16-1,1-6 47,2-7 0,2-13 0,0-7 0,0-8-99,0-6 0,0-5 0,0-2-493,0 1 241,0-8 1,7-1 414,4-8 1,-1-47-1,-5-24 1,3-3 0,1 1-1</inkml:trace>
  <inkml:trace contextRef="#ctx0" brushRef="#br3">11724 7987 8565,'17'0'-65,"-1"0"0,-1-2 1,-2-1-1,-2-5 0,4 1 17,5 0 0,0-1 1,6 5-31,-2-3 1,5-1-1,-1 3 1,3-2 25,2 3 0,0 1 0,0 2 0,-2 0 58,-3 0 0,3 0 0,-3 0 0,5 2-36,5 3 0,-1-3 0,5 6 1,3-3 25,2 1 1,-1 5 0,9-4 0,-3 0-3,-3 1 1,3-1-1,3-3 1,7 1-40,8-1 1,4-2 0,5-2 0,-4 0 52,-1 0 1,3-2 0,-4-2 0,3-3 44,3-2 1,1 3 0,1-3 0,-4 2-42,-5 3 0,-2 2 0,2 2 0,5 0-68,4 0 0,-1 0 0,-1 0 0,-3 0-74,-3 0 1,12 0 0,-1 0 0,3 0 82,-3 0 0,-5-2 0,-13-1 0,2-5 89,4-1 1,7 0-1,4-4 1,-8 4 64,-5 1 1,-4-3 0,4 6 0,5-1-40,8-1 0,-2 5 1,-6-5-1,-2 1-108,-3 1 0,7-6 1,4 3-1,6 1-10,-1 0 0,-9-4 0,-3 3 0,-1-1-16,4-4 0,4-1 0,2-3 0,-2 1 69,-4-1 0,2 0 0,-6 3 0,3 1 120,3 2 0,2 7 0,-1-3 0,-2 1-122,-7 1 1,-1-1 0,4 4-1,6-1-16,7-3 1,-3 1 0,-10 3 0,-8-2-10,-2-1 0,6-6 0,5 5 0,3 1 66,1-3 0,-10 7 0,-12-5 0,-2 4-6,1 2 1,12 0-1,-2 0 1,2 0-41,0 0 0,-4 0 0,-3 0 1,-8 0-52,-7 0 1,2 0 0,-2 0-1,5 0 21,4 0 0,4-2 1,-8-1-1,-5-3 22,-3 2 1,-7-3-1,-6 2 1,-3-1 45,3-1 1,-5 5 0,1-4 0,0 5-17,0 1 0,-4-6 1,3 1-1,-1 1 22,-4 2 1,1 2-1,-1 0 1,2 0 2,-2 0 1,-1 0 0,-3 0 38,1 0 0,-1 0 0,1 0-42,-1 0 0,1 0-51,-1 0 0,-5 6 0,0 1-28,2 2 0,-4-5 1,1 3-1,-1-1 20,0-1 0,-4 6 0,6-4 10,2 3 1,2-7 0,2 3 89,-1-4 1,1 3 0,-1 1-41,1-3 1,-6 5 0,-2-1-1,0 2-30,0 4 1,-3 2 0,3 1 0,0 3-84,0 3 1,1-4 0,2 6 0,-1-2 32,2 0 1,-4 2 0,3-4 0,0 4 6,3 2 0,-4-6 0,-2 2 0,0-2 28,1 2 0,-5-1 0,4 6 0,1 3 38,-1 1 0,-4 4 1,4 3-1,-1 6 4,-5 4 1,-1 7 0,-2 2 0,0 2-29,0 4 1,6-7 0,-1 0 0,1-5-27,1-1 0,1-8 0,4-2 1,-2-1-35,-3-1 1,-2-6-1,-5-10 1,0-4 26,0-1 1,-1-1 0,-3 1 51,-2-1 1,-6-5 0,2 0-1,-1 0 5,0-1 1,6 2 0,-6-4 5,-2 1 1,-2-5-1,-1 3 1,-1-2-76,1 1 1,-8 0 0,-6-6 0,-5 0-5,-3 0 1,-10 0 0,-2 0-1,-8 0 92,-7 0 0,-10 0 1,-10 1-1,38 1 0,-3 0-6,-4 0 1,0 2 0,-1 2 0,-1 0 0,-3 0 0,-1-1-1,-5 3 1,-2-1-145,-5 1 1,-1 1 0,-2 2 0,1 2 0,-1 0 0,-1 1 0,-3 2 0,-2 1 49,-1 2 1,-3 1 0,23-7 0,-2 0 0,1 1-1,0 1 1,0 1 0,0-1 0,-2 0 0,-1-1 0,0-1-116,-3 1 1,0-1-1,-1 1 1,1 1 0,-1 1-1,0-1 1,-6-1 0,-1 0-1,0 0 1,-1 1-1,0-1 1,-1 1 132,-1 0 1,0 0 0,-1-1 0,0 1-1,-1-1 1,1 1 0,1 2 0,1 0-1,-1 1 1,-2-1 0,0 1 0,0 0-161,-2 0 0,1 0 1,-2 1-1,-2 1 1,-1 1-1,0-1 1,2-1-1,1-1 1,-1 0-1,1 0 0,0 0 1,0-1 69,-1 1 0,-1-1 0,1 0 119,-1-3 0,0 0 0,0 0 0,-3 3 0,0 0 0,0 0 0</inkml:trace>
  <inkml:trace contextRef="#ctx0" brushRef="#br3">8847 14023 7412,'-26'0'0,"2"0"-224,1 0 1,4-2 0,-3-2-1,4-1 397,1 1 0,1 2 0,1 4-201,4 4 0,-4 3 0,6 7 0,-2 1 73,0 0 0,2 5 0,-4 0 0,2 0 52,-2 2 1,0-6-1,0 6 1,4 0-68,2 3 1,-6 4 0,4 3-1,0-1-25,3 0 1,-1 2 0,1 5-1,3 8-18,1 5 1,0 4 0,-2-4 0,-1 4-4,1 2 0,4-6 0,4 3 0,3-3 27,2 2 0,2-4 0,8 4 0,3-5-9,5-6 0,6-5 0,6-12 1,7-5 1,7-3 1,4-10 0,4-4 0,-6-5 68,-4-5 1,-1-6-1,1-11 1,4-6 92,6-3 0,-4-9 1,-2-4-1,-3-4-87,-3-2 0,-3-5 0,-5 0 0,-10 2-33,-6 1 0,-2 3 0,-9-5 0,-1-4-62,-2-9 1,-7-2-1,1 2 1,-3 1 7,-2 0 0,-7 2 0,-4 1 0,-4 5 104,-1 1 0,-7-4 1,0 6-1,-3 3 28,-4 6 1,-1 6 0,-2 9 0,-2 3-103,-3 6 0,-3 6 0,-5 5 1,4 5-154,2 4 0,-1 4 0,4 4 0,-1 6-340,1 9 1,8 6 0,3 10 470,2 2 0,2 14 0,6-2 0</inkml:trace>
  <inkml:trace contextRef="#ctx0" brushRef="#br2">17181 6863 16213,'-9'-2'-2462,"2"-2"2103,-1-1 1,5-1 341,-8 6 1,5-2-83,-5-3 1,0 3 136,-5-4 1,-1 5 93,1 1 0,-1 0-4,1 0 0,5 1 0,1 5-197,3 5 0,-4 4 1,5 3-1,1 4-17,-2 6 0,-1 12 0,-5 11 0,2 14 83,-2 10 0,-1 8 0,-3 5 0,8-41 0,0 2-6,-2 2 1,0 0 0,2 0 0,-1-1 0,-1 3 0,0-1 0,2-1-1,2-1-35,1 0 1,1 0 0,-3 0 0,1 1 0,2-1 0,1 1-1,-1-1 1,1 1-125,1-2 1,0-1 0,0 42 0,-1 2 0,-2 0-96,3 0 1,1-11-1,2-2 1,0-8-19,0-6 1,0-10 0,2 0-1,1-6 132,3-5 1,1-3-1,-1-10 1,5-1 64,4-3 0,1-14 0,1-2 0,-1-9 17,1-8 84,-1-3 0,4-50 0,-1-23 0,3-5 0,0 1 0</inkml:trace>
  <inkml:trace contextRef="#ctx0" brushRef="#br2">17066 7127 14029,'-8'-42'-1087,"1"2"0,-4 8 1,4 5-1047,-1 5 2248,6 3 0,1 12 1,8 5-1,2 8 182,4 3 0,2-4 0,3 6 0,4 2-114,6 2 1,5 1 0,5-1 0,6-2 43,4-2 1,4-2 0,3 2 0,5-3-25,5-1 0,10-5 0,6 3 1,7-3 78,4-2 0,-6-2 0,2-1 0,-1-3-17,1 2 1,4 3 0,-44 0 0,1 2 0,-1-1 0,0 0-61,45 0 1,-45 0-1,0 0 1,4-1-1,1 2 1,2-1-1,2 1-122,3 2 1,-1 0 0,-2-1 0,0 0-1,3 2 1,0 1 0,0-1 0,1-1-47,0-1 0,1 0 0,-1-1 0,-1 0 0,3-1 0,1 0 1,-1 0-1,1 0 11,-1 0 0,-1 0 0,-3 0 0,-1 0 0,-2-1 0,0 0 0,4-1 0,0 0-14,5 0 1,0-1-1,-6 0 1,0 0-1,1 3 1,-1 0-1,-1 0 1,0 0-12,3 0 0,-1 0 1,1 0-1,0 0 0,-1 1 1,-1 0-1,-1 1 0,0 0-16,0 0 0,0 1 0,-2 1 1,0 0-1,3-3 0,1 1 0,-1 1 1,0 0-52,1-1 1,1-1 0,-5 1 0,0-2-1,5 0 1,-1 0 0,-4 0 0,-1 0 17,-2 0 0,0 0 1,3 0-1,0 0 1,4 0-1,0-2 1,-1 1-1,-1-1 8,-4-1 1,-1 0-1,1-2 1,0-1-1,3 3 1,0 1-1,3 0 1,0 0 52,-1 1 0,1 0 1,-3 1-1,0 0 1,1 0-1,0 0 1,1 0-1,1 0-61,-1 0 0,0 0 0,1 0 1,1 0-1,-5 0 0,0 0 0,3 1 1,0 0-38,1 2 0,1-1 0,-4-1 0,0 0 0,-4 2 0,0 0 0,2-2 0,1 0 16,4-1 0,1 0 0,-7 0 1,0 0-1,3 0 0,-2 0 0,-4 0 1,-1 0 2,1 0 0,-1 0 1,1-1-1,0 0 1,2-1-1,0 0 1,-2-1-1,-1 1 17,42-2 1,-43 0-1,1 1 1,1 0-1,-1 0 1,2 1-1,-1 0 27,0 1 1,-1 1-1,44 0 1,-15-2 0,0-2-23,5-1 1,-1-1-1,2 6 1,-12 0 14,-12 0 0,-6 0 0,2 0 0,9 0-2,9 0 0,-7 0 0,-3 0 0,-8 0-8,-10 0 1,1 0-1,-7 0 1,-1 0-4,0 0 0,5 0 0,-5 0 0,0 0 124,1 0 0,-4 0 1,-10 0-1,-5-2-120,-3-3 1,-3 3 0,1-5 205,-1-1 1,-5 6-43,0-3-379,-7 3 1,3 4-105,-7 3 1,0 5 0,0 6-97,0 1 1,2-6 0,2 0 232,1 2 0,6 1 0,-3 1 0,1-2 116,4-2 1,-4-6-1,2 6 1,2 2 38,1 2 0,1 7 1,-2 2-1,-2 2-18,2 3 0,-6 6 0,1 7 0,-3 10-93,1 5 1,-1 5 0,-5 10 0,0 5-32,0 4 1,0-6 0,0-1 0,0-3 82,0 1 1,-5 3 0,-3-1 0,-1 3 53,-4-4 0,4-8 0,-2-7 0,0 1-113,2 0 0,-4-6 0,6 2 1,-1-3-2,1-3 1,1-4-1,5-5 1,-3-3 160,-2-6 1,1-9 0,5 0 132,0-4 1,0-1-23,0 0 0,0-6-201,0 0-40,0 0 202,-8-2 1,5-2-105,-8-7 0,5 0-8,-5 0 1,0 0-1,-5 0-96,-1 0 0,1 6 0,-1-1 1,-1 1 97,-4 1 0,-4-5 1,-9 5-1,-4-1 21,-5-1 1,-3 8 0,-5-2 0,-1 4-37,-2 1 0,-4 1 1,0-1-1,-9 3-4,-5 3 0,-6-4 0,-8 4 0,-1-2 5,2 3 1,-2-5-1,42-7 1,0 0 0,-4-1-1,0-2 28,0 1 1,-1-1-1,1-2 1,-1-1-1,2 0 1,-1-1 0,0 0-1,1-1 20,-1-1 0,1 0 0,-3 2 0,1-1 1,0 0-1,1 0 0,-1-1 0,1 0-33,-4-1 0,-1-1 0,1 1 1,0-2-1,-6 1 0,0 0 0,2 0 1,1 0 45,-1 0 1,0 0 0,-2 0-1,-1 0 1,-5 0 0,-1 0-1,3 0 1,0 0 15,4 0 1,0 0-1,-1 0 1,-1 0-1,-3 0 1,0 0-1,-3 0 1,0 0-4,0 0 1,0 0-1,0 3 1,0 0-1,0 0 1,0-1-1,-1 1 1,0-2-88,1 0 1,0 0 0,-6 0 0,-1 0 0,0 0 0,0 2 0,-2-1-1,1 1 82,2-1 0,-1 0 0,0 0 0,0-1 0,-2 1 1,-1 0-1,0 1 0,-2 0 45,-4-1 0,1-1 0,9 1 0,1 0 0,-5 0 0,0 0 1,4 1-1,1 1-15,-2 1 0,1-1 0,2-1 0,1 0 0,-4 2 0,1 1 0,0 0 1,1 1-12,-1 0 0,1 0 0,2-1 0,0-1 0,2 1 0,-1-1 0,0 1 1,0 1-70,-2 1 1,1-1 0,4-1 0,0-1 0,0 0 0,0-1 0,0 1 0,-1-1-14,1 1 0,-1-1 1,-3-1-1,0 0 0,1 1 1,0 1-1,-1-1 0,-1-1 33,2 0 0,0-2 1,1 0-1,1 0 1,-1-1-1,0 0 0,-2 0 1,0 0 22,0 0 0,1 0 0,2 0 0,2 0 0,1 0 0,1 0 0,-1 0 0,0 0 34,-1 0 1,1 0 0,1 0-1,1 0 1,4 0 0,-1 0 0,-2 0-1,-1 0 1,2 0 1,1 0-1,0 0 1,2 0 0,6 0-1,-1 0 1,-2 0 0,-2 0 9,-3 0 0,1 0 1,6 0-1,1 0 0,1 0 1,-1 0-1,3 0 1,1 0-42,-1 0 0,1 0 0,0 0 0,0 0 1,-3 0-1,1 0 0,-40 0-137,13 0 1,7 0 0,2 2 0,-4 5-344,-5 10 1,11 8 466,5 14 0,4-6 0,8 11 0,3 4 0</inkml:trace>
  <inkml:trace contextRef="#ctx0" brushRef="#br2">6367 15958 10800,'-8'-17'-556,"-3"1"1,-4-3-1,1-1 1,1-2 678,2 2 0,0 1 0,-4 3-277,4-1 0,4 6 0,5 2 252,-4 2-154,5 1 0,-5 6-37,12 0 0,1 2 1,6 2-1,-2 1 73,2-1 0,7-2 1,4-2-1,3 0-84,8 0 1,6 0-1,10 0 1,4-2 91,6-4 0,9 5 0,3-5 0,4 4 25,8 2 0,5 0 0,-40 0 0,1 0 0,0 0 0,1 0-20,0 0 1,1 0 0,1 3 0,0 0 0,0 0 0,0-1-1,3 0 1,0 0-57,0-1 0,-2 0 1,0-2-1,-1 0 1,-4-1-1,1-2 1,1-1-1,1-1 39,2 0 1,0-2 0,-2-1-1,-1-1 1,-3 0 0,-1-2-1,38-15 55,-7-5 1,-2 5 0,6-1 0,-2 1 109,-4 1 1,-5-3 0,-10 7 0,-3 1-67,-2 3 1,4 7-1,-8 2 1,-3 1-35,-4 5 0,-10-5 1,1 3-1,-8 1-94,-7 2 1,-5 10-196,-6 3 1,-4-2 0,-8 0 0,-5 0 247,-5 1 0,-4 1 0,-1 5 0</inkml:trace>
  <inkml:trace contextRef="#ctx0" brushRef="#br3">6730 15925 8553,'-7'9'-63,"9"-9"1,3-11 0,16-4 21,8-1 1,21-1-1,12-1 1,19-3-2,-33 10 1,1 0 0,6-1 0,2 0 0,4 2 0,1 0 0,1-1-1,1 0 6,3 1 1,0 0 0,-2 1 0,-1 1 0,0 2 0,-1 0 0,-6 1 0,0 0-32,-3 2 0,0-1 0,3 0 0,2 1 0,2 1 0,1 0 0,-2-1 0,-1 1 12,-3 0 0,-1 0 0,3 0 0,1 0 0,1 0 0,0-1 1,1-2-1,1-1 55,-2-2 0,1 1 0,2 1 0,1-1 0,-2 0 0,1-2 0,-2-3 0,1 0 0,-1-3 0</inkml:trace>
  <inkml:trace contextRef="#ctx0" brushRef="#br2">11146 10319 25746,'29'-83'-1631,"-11"33"0,1 1 0</inkml:trace>
  <inkml:trace contextRef="#ctx0" brushRef="#br2">11576 8219 28414,'-10'-17'-4916,"1"1"1,5-1 1766,-1 0 1,-2 3 2653,1 3 0,4-4 0,-3 4-54,3-4 1,2 4-95,0 0 236,0 8 211,0-12 1,0 15 287,0 0 0,0 2-138,0 9 1,-2-6 0,-2 6 306,-1 2 1,-2 4 0,3 3-160,-2 2 1,-1 0 0,3-5-1,-3 1 117,-2 4 1,3-2 0,-3 6 0,0 0 5,0-1 0,3 5 0,-5 6 0,-2 5-46,-1 1 0,3 4 0,1 7 1,1 4-112,0 2 0,5 7 0,-1 6 0,3-4-733,2-6 1,0 1 0,2-6 0,2 0 519,1 0 1,6-2 0,-5-6 0,-1 1-110,2 0 0,-5-3 1,4-1-1,-4-3 103,-2-3 0,1-1 0,3-6 0,2 0-79,-3 0 1,-1 0 0,-2 2-1,0 2 4,0 1 0,0-1 0,0-9 0,0-5-259,0 1 1,0-11 151,0 4 1,0-14-1,2-3 403,4-9 0,8-55 0,3-26 0,-3 26 0,1 0 1,0 1-1</inkml:trace>
  <inkml:trace contextRef="#ctx0" brushRef="#br2">11708 8070 25122,'9'-17'-2190,"0"6"1,-5 0 0,3 0 1919,2 2 1,-3 0 0,5 5 655,2-1 1,-4-3 0,2 5 0,2-5-72,2-1 1,1 5-1,1-1 1,1 1 21,4-1 0,-4 3 1,4-5-1,-1 1-103,1 0 1,-4 1 0,6 5-1,-2 0-165,0 0 1,6 0-1,-6 0 1,0 0-99,2 0 1,-4 0 0,7 0 0,3-2 428,1-3 1,9 3 0,6-4 0,8 3-53,6-3 0,3 2 0,-1-5 0,-1 0-213,1 0 0,8 3 1,6-5-1,3 0-11,5 2 1,2-6 0,-1 4-1,3-1-108,-41 6 0,0 0 0,1-1 0,1 0 0,1 2 0,-1 1 0,1-2 0,0 1-7,-1-1 0,1 1 0,3-1 0,0 1 0,2-3 0,1-1 0,0 1 0,2-1 21,0 1 1,-1 0 0,-1 0 0,0-1 0,3 1 0,0 0 0,3 0 0,1 1-11,1 2 1,1-1-1,-3-1 1,1 1 0,-6 2-1,1 1 1,3-1 0,1 1-30,2-1 1,1 0-1,0-1 1,0-1-1,1 2 1,-1 1-1,0-1 1,0-1 7,2-2 0,0 1 1,-2 1-1,-1 1 1,0-2-1,-1 1 1,1-1-1,1 1-2,1 0 0,0 0 0,-2-2 1,-1 0-1,-8 1 0,0 1 0,2-2 1,0-1-9,2 0 0,1-1 0,-2 1 0,0 0 1,1 0-1,0-1 0,-3 1 0,0 0 9,0 0 1,0-1 0,1 1 0,0 0-1,0 0 1,0 1 0,-2 0 0,0 1 10,-3 0 1,0 1-1,2 3 1,-1 0-1,0 0 1,-1-1-1,-1 2 1,-1 0-19,-2 1 1,-1 0 0,1 0-1,0 0 1,42 0 0,0 0-3,0 0 1,-4 0 0,-7 2 0,-1 2-14,1 1 0,0 2 0,-2-3 0,-7 2-14,-8-3 1,-7 5 0,-9-1-1,-2 0-57,2 1 0,4 5 0,3-4 1,2 2-35,-2 0 0,-8 0 1,-7 4-1,-3-3-37,-2-1 0,-2 0 0,-3 4 0,-6-2-24,-4-2 1,6-5 0,4 5 0,3 0 67,2-2 1,0 6 0,-2-6 0,-1 2-54,-3 0 0,-1 0 0,2 5 1,-6 1-86,-4-1 0,4 1 0,0-1 0,-2 1 46,-1 0 0,-3-8 1,3-2-1,1-1 230,2-1 1,0 1 0,-6-6 0,1 0 57,0 0 1,-1 0 0,1 0-1,-1 0 71,1 0 0,-6 0 0,0 0 1,3 0 15,7 0 1,-3 0 0,4 1 0,-4 3 907,-1 2 1,5 1 0,0-3 0,-2 1-999,-1-1 1,-3 3 0,-1 1 1,-4 1 0,2-4 1,-8 6-447,-1 2 1,-2 2 0,-2 1 0,0 1-266,0-1 0,0 6 0,0 2 0,0 2-27,0 3 1,0 3 0,0 3 0,0 3 16,0 6 0,0 6 0,0 5 1,0 6-5,0 3 1,5 8 0,1 3 0,-1 4 86,3 6 0,-1 6 0,6-2 0,-2-5 33,2-5 0,-4-5 0,0-6 0,-1 1 47,-5 3 1,-1-8-1,-4-10 1,-3-8 419,-6-8 0,-6-5 0,-5-3 0,-7-6 383,-8-6 1,-7 2 0,-13-11 0,-7 0 6,-6-3 0,-9-35 1,-9-14-1,26 13 1,0-1-1,0 0 1</inkml:trace>
  <inkml:trace contextRef="#ctx0" brushRef="#br2">17033 7144 30109,'0'-17'-3277,"-6"6"0,1 0 0,-1-2-2610,-1-1 4991,5 4 1,-7 3 1445,3 7 0,4 2 0,-3 3-960,3 6 1,2 4-1,0 2 81,0-1 1,0 1 0,0 1 0,0 2 178,0 2 0,0 8 0,0-3 0,-2 5-404,-3 1 0,1 7 0,-5 6 0,0 7 585,-1 8 0,5 11 0,-4 7 0,1 5-129,5 4 0,1 2 0,0-3 0,-2 5-19,2-44 1,-1 1-1,-3 39 1,4 6-1,-1-8-484,-3-3 1,1-4 0,5 0-1,0-2 418,0-9 0,0-4 0,0-12 1,0-6 94,0-4 0,0-9 1,0-7-17,0-2 0,5-2 141,1-6 1,1-7 0,-1-3 0,5-6 2272,3-6-2112,10-3 1,12-41 0,5-19 0,8-4 0,0 1 0</inkml:trace>
  <inkml:trace contextRef="#ctx0" brushRef="#br2">17380 7127 29537,'26'-7'-777,"-4"-4"0,3-6 0,3-1 0,5 0 0,6 3 469,5 0 0,11 6 0,5 0 357,5 1 0,3 3 1,1 7-1,5 1-8,1 3 0,4 1 1,10-3-1,-42-1 1,1-1-10,3 1 0,1-2 0,-3 0 1,-1 0-1,4-1 0,1 0 1,2 0-1,0 0-12,4 0 1,0 0 0,0 0-1,0 0 1,2 0 0,1 0 0,-1 0-1,1 0 5,1 0 0,0 0 0,3 0 0,-1 0 0,1 0 0,0 0 0,2 0 0,0 0-7,4 0 0,0 0 0,-7 0 0,0 0 0,4 0 0,0 0 0,-2 0 1,0 0 87,1 0 0,0 0 0,-4 2 0,0 2 0,3-1 0,-1 1 0,-1 0 0,0 1-70,1 1 0,-1 1 1,-3-2-1,1-1 1,-1 1-1,1-1 1,0 1-1,2-1-40,4 1 1,0 0 0,-3-3-1,-2-1 1,1 2 0,-1 0-1,-1-2 1,1 0 20,2-1 1,0 0-1,0 0 1,0 0-1,2 0 1,0 0 0,-1 0-1,-1 0-4,0 0 0,0 0 0,-5 0 0,-1 0 0,4 0 0,1 0 1,-2 0-1,1 0 3,2 0 1,0 0-1,-3-3 1,-1 0-1,2 0 1,0 1 0,-1 0-1,-1 0-17,2 1 1,-1 0-1,2 1 1,-1 0-1,-1 0 1,1 0 0,-3 0-1,1 0-3,-1 0 1,1 0 0,-1 0 0,1 0 0,1 0 0,1 0 0,-3 0 0,1 0 14,0 0 0,-1 0 0,-2 3 0,0 0 0,0 0 1,1-1-1,-3 0 0,0 0 4,-2-1 0,0 0 1,4-1-1,2 2 1,2 0-1,0 1 1,0 1-1,-1 1-9,-5-1 1,0 1-1,3 3 1,0-1-1,-2-2 1,1-1-1,1 2 1,0-1-36,-2 1 1,-1-1 0,-4 0-1,-1 0 1,1 1 0,1 0 0,-3-1-1,1 0-57,-2-2 1,-1 1-1,41 1 1,-13-5-1,2 2 32,2 4 1,2-4-1,-1 3 1,-1-3-16,-4-2 0,-7 0 0,-4 0 1,6 0 16,1 0 0,6 0 0,-9 0 0,-7 0-11,-12 0 0,-7 0 0,-7 0 1,3 0-17,3 0 1,-12 0-1,0 0 1,-3 0-48,-3 0 1,-10 0-1,2 0-53,-3 0 0,-6-2-521,-3-3-1369,-3 3 682,-2-6 0,-2 14 1116,-3-1 1,-5 1 0,-4-4-1,1 1 37,2 3 0,0 0 0,-6-6 150,1 0 1,5 5 0,2 2-1,-1 3-426,1 2 0,6 3 0,-3 2 1,4 1-30,2 4 0,0 4 0,2 9 1,4 3 225,5 6 1,-2 6 0,2 3 0,0 6 249,-2 5 1,4-1 0,-6 7 0,1-6 257,-1-3 1,-2 1-1,-5 8 1,0 2-404,0-3 1,0 5-1,2-2 1,2-1-76,1 3 1,1-12-1,-6 4 1,2-1-118,3-1 0,-3-3 0,4-4 1,-5-6 375,-1-9 1,0-5 0,0-6 0,-1-1-68,-5-3 1,4-7 0,-5 1 0,0-7 104,-4-3 1,1-1-1,-1 1 1,-2-6 532,-1-3 1,3-4 0,0-2 0,-2-3-7,-2-2 0,4-2 1,0-6-1,-2 1 98,-1-1 0,-3 1 1,0-1-168,1 1 1,-1 6 0,1 3 0,-1 2 80,1-1 0,-1 1 0,1 5 0,-3 0-8,-3 0 0,-3 0 1,-10 0-1,-6 0-72,-8 0 0,-8 0 1,-11 0-1,-4 0-58,-5 0 1,2 1 0,-3 3 0,-1 3-462,-1 3 1,-11 1 0,1 5 0,2-1 96,6-4 1,-5 4 0,40-10 0,-1 1-1,-3 1 1,1 2 11,-3 2 0,1 0 0,-1-4 0,-1-1 1,1 2-1,-2 1 0,-4-2 0,-2 0 396,-3 1 0,-2-1 0,-3 1 0,-2 0 0,0 0 0,-1-1 1,-4 0-1,-2-1-703,-2 0 1,-2-1 0,-5-2-1,-1 0 1,0 1 0,-2 1 0,-2-1-1,-1 1 185,29-2 1,0 0 0,1 0 0,-24 0 0,1 0-1,-3 1 1,0 1 0,5-1 0,2 1-13,1 0 0,1-1 0,0 1 0,2-1 0,-1 3 0,0-1 0,0 0 0,1-1 32,2 1 0,0 1 0,-1 0 0,0 1 0,-2 0 0,0 0 0,-4 1 0,0-1 32,0 1 1,-1-2 0,-1-1 0,1-2 0,0 0-1,1-1 1,-2 0 0,1 0-7,-1-1 1,1 1 0,-1 0 0,-1 0 0,-3-3 0,0 0 0,1 0 0,1 0-12,1 0 0,1 0 0,5 0 0,0 0 0,-5 0 0,-1 0 0,0-1 0,0 0 11,-1-2 0,1 0 1,8 2-1,2-1 0,4-3 1,2-2-1,2 1 1,2 0-8,4-2 0,1 1 0,1 0 0,2-1 0,7 2 0,-1-1 0,-1 2 0,0 1 82,-2 1 0,1-1 0,4-2 1,-1 1-1,1 2 0,-1 0 1,3 1-1,-1 1 2,-1-1 1,-1 2 0,1 0 0,1 0 0,-3 0 0,1 0 0,-43 0 34,11 0 0,-7 2 1,4 1-1,-2 5-106,5 1 0,15-4 0,15 6 1,7 0-195,7-1 1,4 2 0,4-4-1,2 1 37,1 4 1,1-4-1,-5 2 1,5 0-203,5-2 1,5 6 0,6-4 0,4 4-306,0 1 0,5 1 545,-4-1 0,78-58 0,-26 14 0,0-1 1</inkml:trace>
  <inkml:trace contextRef="#ctx0" brushRef="#br2">11377 8186 26677,'-5'-17'-3277,"-1"0"0,-1 1 0,3-1 164,-1 1 1,-1-1 1833,6 1 1,-6 5 1179,1 0 0,-2 7 588,1-1 1,-1 1-1,-6 0-60,2-1 1,5-1 0,-3 8-130,2 4 1,-4 3-1,3 5 1,1 1-626,0 2 1,-1-4 0,5 9 0,-3-2 562,3 2 0,-5-4 1,3 6-1,1-2 33,2 0 1,-3 2 0,-1-4-1,2 2-63,3-1 1,1 2 0,0 1-1,-2 2-86,-4 3 1,4-3 0,-3 2 0,3 1-339,2 2 1,0 2-1,0 2 1,0 2-155,0 2 0,6 1 0,1-3 1,0 3-149,1 3 1,-1-7 0,-3 3 0,1-6 248,-1-6 0,3 5 0,-1-5 1,-3 3 113,-1-3 1,0 3-1,2-6 1,1 1 25,-1 5 0,-2 1 0,0 2 1,1 0 74,3 0 0,-1 0 0,-5 0 1,0 0-13,0 0 0,2-7 1,2-2-1,1-2-40,-1 0 0,-2 0 1,0-5-18,3-1 0,3 1 0,4-3 450,-1-3 1,-5-3 294,5-8 1,-6 0-1,5-2 175,-3-4 0,-1 3 0,-6-8-913,0-2 1,1 6 0,3-1 801,2 1-509,-1-2 0,24-67 0,-10 31 0,-1 0 0</inkml:trace>
  <inkml:trace contextRef="#ctx0" brushRef="#br2">11542 8318 24512,'0'-17'-1986,"0"1"1,6 5 0,1 0 0,2 0 2393,4 2 0,2-6 1,3 6-1,3-2 145,1 0 0,9 5 1,0-3-1,8 0-195,3-1 0,4-1 0,7-3 1,4 1-66,2 2 0,-4 0 1,4-6-1,0 1-90,-1-1 1,5 1 0,9-1 0,5 1-100,4-1 1,1 2 0,-1 3 0,-2 1-28,-2-2 0,6 3 1,5-1-1,-1-1 341,-3-3 0,-7 0 0,0 2 0,4 0-311,6-5 1,-1 2-1,-40 4 1,0 0-1,44-10-93,-4 0 1,-39 9-1,0 2 1,1 0 0,1 1-1,3-1 1,-1 0-21,1 1 1,-1 0 0,-4 2 0,0 0 0,43-5 0,0 2-10,-43 4 0,0 1 0,0 1 0,1 1 0,-1-2 0,0 1 1,43-8-38,0-2 1,-4 4 0,6 0 0,-2-2 62,-3-1 1,-1-3-1,4 2 1,-42 9-1,1-1 9,3 2 1,-1-1 0,2 2 0,-1-1 0,-2-1 0,-1-1 0,1 2 0,-1 1-30,1 0 1,0 1 0,-1 0 0,1 0 0,-2 3 0,-1 0 0,45-2-14,-4-3 1,1 3-1,-40 0 1,1-1 0,-1 1-1,-1 0-8,-1-1 1,0 0 0,45 2 0,-6-7 0,4 3 20,2-1 1,0 1 0,2 3 0,-3-2 15,-43 2 0,0-1 1,-1 0-1,0 0 0,4 3 1,1 0-1,-4 0 0,-1-2 3,41-3 0,-1 3 1,-1-4-1,2 5-50,-1 1 1,-10 0-1,-6 0 1,-3 0 45,-1 0 1,-1-6 0,0 1 0,2 1 9,4 2 1,-10 2 0,2 0 0,-5 0-6,-6 0 0,6 0 0,4 0 1,5 0-11,3 0 0,-6 0 0,-10 0 1,-4-2 35,-1-3 1,-1 3 0,1-4 0,0 5 9,-1 1 0,1-6 1,-1 1-1,-1-1-34,-4-1 0,-9 5 0,-9-4 1,-2 5 49,-4 1 0,-2 0 0,-1 0-49,-1 0 1,1 0-57,0 0 0,-3 1 0,-3 5-582,-5 5 0,-4-2 0,-2 2-313,0 2 0,0-4 1,-2 2 141,-4 2 0,4-4 0,-5 2 133,0 2 0,5-4 1,-4 2-49,5 2 1,6 2 0,2 1-1,3 1 254,2-1 1,3 1-1,2 1 1,-1 3 17,1 1 0,-1 0 0,1-4 1,-1 2 36,1 2 1,-1 2 0,1-4 0,0 4 363,-1 2 1,-5 0 0,0 3-1,2-1 232,2 1 1,1 4-1,1 4 1,-1 2-170,1-3 0,-2 5 0,-3-1 1,-1 2-199,2 4 1,-4 2-1,1 2 1,-3-3 178,-3-2 1,-1 0 0,1-6-1,2-2-279,-3-2 1,-1-2-1,-2 0 1,0 0-7,0 0 0,0-2 0,0-1 0,0-3 55,0 3 1,-5-1-1,-1-1 1,2-6 33,3-4 0,1-1 0,0-1-149,0 1 1,0-6 71,0 0 1,0-6 335,0 6 0,-6-5 0,0 5 217,3 2 1,-5-4 0,1 0 1514,-2-2 1,3 4 0,-5-3-1154,-1 1 0,2-5 1,-1 1-70,-2-3 0,1 0 1,-1 1-1,2 3 50,-2-2 1,2-3 0,-4-1 0,-3 0 109,-1 0 1,-6 0 0,-3 0 0,-3 0-18,-2 0 1,-2 0 0,-2 0-1,-1 0-102,1 0 0,-5 2 0,-3 2 0,-4 3-171,-6 2 1,-4-3 0,-9 5 0,-2 0-101,-2-2 1,-1 4 0,1-6 0,-5 1-233,-4-1 1,33-1-1,-1 1 1,-2-2-1,-1 1 1,-1 1-1,-1 1-134,2 0 0,0 0 0,-5 1 0,0-1 1,-1 0-1,0 0 0,-1 1 0,0-1 36,0 0 1,1 0 0,2 1 0,2-1 0,-2 0-1,1 0 1,0 1 0,0-1-31,1 1 0,0-1 0,-5-3 0,0 1 0,0-1 0,-1 1 0,-5 0 0,-1 0 5,-1 2 1,0-1-1,-2-1 1,0-1 0,-2 0-1,-1-1 1,-4 1 0,-1 0-123,0 0 0,-2-1 0,-2-2 1,-1-1-1,2 2 0,0 0 1,-3-2-1,-1 0 139,-4-1 1,-1 0 0,-3 2 0,-1 1 0,26-1-1,-1 0 1,1 0 0,-1-1 0,1 0 0,0 0-10,1 1 0,0-2 1,1 0-1,1-1 0,0-1 1,1 0-1,-28-2 1,2 0-1,0 0 0,1-1-19,3-1 0,0-1 0,1 1 0,2 0 0,3 0 0,0 1 1,3 1-1,0 2 24,0 1 0,1 0 1,0 1-1,-1 0 0,-3 1 1,0 0-1,3 1 1,0 2-83,0 0 1,1 3 0,3 0-1,1 2 1,-5 1 0,1 0-1,2 1 1,1 0 51,-1-1 1,1 1-1,3 0 1,2 1 0,3 0-1,1-2 1,6 0 0,0-1-35,3-3 0,0 1 0,3 0 0,1 0 0,-1-2 0,1 0 0,-39 6-63,18 0 1,8-2 0,10 4 0,-4-2-37,-2 2 0,12 3 0,1 4 0,9 2-197,11-1 0,11 4 352,4 3 0,15-4 0,-2 0 0</inkml:trace>
  <inkml:trace contextRef="#ctx0" brushRef="#br3">11228 15974 7823,'-16'0'105,"5"6"0,2 1 0,1 2 363,4 4 0,3 7 1,1 4-294,0 2 0,1 3 1,5 8-1,3 2-62,0-3 0,6 5 1,-6-1-1,2 1-23,0-1 0,-2 4 1,4-3-1,-3-1-75,-3 0 1,-2-3 0,-3-7 0,2-5-49,1-1 0,1 4 1,-6-6-1,0-2 213,0-2 1,-2-8 37,-3-5 0,-5-5 1,-4-5-77,3-6 0,-4-11 0,6-4 0,0-2-42,3 1 0,-1-1 0,1-5 0,3 0 49,1 0 0,2 0 1,0 2-1,0 1 31,0 3 0,0 1 1,2-3-1,1 3-56,3 2 0,7-4 1,-2 4-1,3 1-4,3-1 1,5 0 0,2 4 0,2-2-61,3 1 1,2 3-1,0 1 1,-1 3-310,-3 3 1,-5-2-1,4 7 1,-2 3-985,-4 1 1,-1 2 0,-3 2 1232,1 3 0,7 26 0,1 14 0</inkml:trace>
  <inkml:trace contextRef="#ctx0" brushRef="#br3">12138 16040 7823,'-26'0'320,"2"0"1,8-1 0,-1-3-1,1-2-285,-1 3 1,0 1 0,3 4 340,3 3 1,-4 4 0,4 8 0,-4 1 1,-1 4 1,5 4-1,0 9 1,0 2-147,2 1 0,-4 8 0,5-2 0,1 4 7,0 2 1,-4 5 0,5 0-1,2-2-78,3-1 1,2-10 0,7-3 0,6-8-318,7-9 1,8-7 0,0-17 0,6-6-252,4-8 1,0-10-1,-6-13 1,-2-5-156,-4-3 1,-3-3-1,-7 0 1,-2 1 257,-4-1 0,-4 6 1,-7 2-1,0 1 610,0 5 0,-6 3 1,-1 5-1,-2 8 521,-4 7 1,-2 6-174,-1 7 0,1 9 0,4 5 0,6 9-340,3 2 1,2 3 0,0 5 0,0 0-510,0 0 1,5 0-1,3 0 1,1-2-240,4-3 0,3-4 0,4-8 0,4-1-229,2-4 663,2-4 0,27-58 0,5-13 0</inkml:trace>
  <inkml:trace contextRef="#ctx0" brushRef="#br3">12435 16156 7983,'-7'-9'1083,"5"3"-805,-3 12 1,3 5 0,2 11 0,0 6 359,0 3 1,0 2-1,2 0 1,1 2-330,3 3 0,5-3 1,-4 4-1,1-6-440,-1-5 0,4 1 1,-4-9-90,3-5 0,-1-8 0,4-12 1,-4-8-366,-2-7 1,0-6-1,-3-7 1,2-2 163,-3-4 0,-1 3 0,-2-7 0,0 3 487,0 3 0,0 2 0,0 2 0,0 0 542,0 0 0,6 7 0,-1 4 528,-1 4 1,5 9-751,2 3 1,4 12 0,-1 7-1,-1 7-197,-2 7 1,-1 5-1,2 2 1,-2 3-158,-3 2 1,4-1 0,-4-5 0,1 1-370,-1-1 1,6-2 0,-4-2 0,2-3-425,0-2 1,2-8 0,9-6-1,4-3 116,-1-3 0,12-4 0,-2-6 1,6-7 97,4-7 0,-2-6 0,-1-7 1,-2 0 546,-3 0 0,-4-5 0,-5-1 0,-6 0-21,-4-1 0,-3-1 0,-4-3 1,-6 6 121,-3 3 1,-2 4 0,-2 1 406,-3 3 1,-4 8 0,-8 1 0,1 7-33,-1 4 0,1 1 1,-1 6-1,-1 0-189,-4 0 0,3 7 0,-5 4 0,2 4-215,0 2 1,-5 5 0,5 2-1,1 1-97,3 5 1,2 1 0,-1 0-1,2-1-93,4-3 1,4-5 0,9 4-1,3-2 32,6-4 0,6-7 0,5-2 0,7 2 32,8 1 1,-2 3-1,4 0 1,-5 1-28,0 4 1,-7 4 0,1 7 0,-1 2-164,-1 3 1,3 12-1,-5 11 1,0 5 33,0 5 1,-4 1-1,-9 1 1,-5-8 89,-4-6 0,-4-4 1,-4-6-1,-7-1 297,-7-4 1,0-9 0,-6-11 0,2-6 309,4-8 1,-4-7-1,2-5 1,2-5-51,2-10 0,1-8 0,1-14 0,-1-5-83,0-4 0,6-1 1,2-1-1,2 0-48,3 1 0,2-6 0,4 0 0,4 0-452,5-2 0,9 3 0,4-5 0,2 3-1106,3 2 0,4 3 0,4 3 1252,1 4 0,16 11 0,-3 9 0</inkml:trace>
  <inkml:trace contextRef="#ctx0" brushRef="#br3">13709 16305 8044,'2'9'561,"3"-3"1,4-17-1,10-8 1,1-6-708,2-10 0,0 0 0,-6-9 0,-1 0-51,-4 1 1,2-3 0,-7 10 0,-5 4 6,-4 8 0,-6 6 1,-8 2-1,0 1 394,1 4 1,-1 3 0,1 10 0,-3 6 371,-3 8 0,4 3 1,-2 8-1,5 4 79,4 6 1,6 5-1,-5 10 1,3 1-313,3 2 0,10 0 0,5-7 0,5-2-622,7-2 1,2-9 0,8-4-1,4-11-1712,7-7 1991,0-9 0,14-18 0,7-9 0,2-4 0,-1-1 0</inkml:trace>
  <inkml:trace contextRef="#ctx0" brushRef="#br3">14949 15991 7755,'11'0'219,"0"0"1,2 2 276,2 3 0,1 12 0,1 12-184,-1 8 1,1 5 0,-1 9-1,1 3-433,-1 1 1,-1 2 0,-4-4 0,-5 0-26,-5-5 0,-1-7 0,-1-16-48,-5-8 1,2-10 0,-5-14-25,2-10 0,-4-8 0,5-12 0,3-4 197,1-1 0,2 0 1,0-4-1,0 4 355,0 1 1,5-5-1,3 4 1,1 0-25,4 3 1,-4 6-1,4 4 1,3 3-19,4 2 1,4 8 0,-3 6 0,2 3-44,3 3 1,0 10 0,1 5-1,-4 6-148,-5 5 1,-3 5 0,-3 12-1,-2 3-188,-3 0 0,-1 6 1,-6-6-1,0 2 83,0 0 0,-6-7 0,0 2 0,1-6-21,-2-6 0,5-3 0,-6-9-16,1-4 1,5-5 0,-3-12 0,3-7-110,2-7 0,5-6 1,3-7-1,1-2-113,4-3 1,-4 3 0,2-6-1,0 3 327,-2-1 0,6-5 0,-4 5 0,2 3 166,-2 1 1,7 4-1,-5 3 1,2 8 21,5 7 0,-3 6 0,6 7 1,1 0-67,4 0 1,-4 9 0,-2 7 0,-6 10-84,-5 5 0,2 4 0,-7 4 0,-3 5-148,-1 4 0,-2 7 0,0 0 0,0-4-492,0-5 0,0-5 0,0-10 1,2-4 536,4-4 0,40-49 0,16-13 0</inkml:trace>
  <inkml:trace contextRef="#ctx0" brushRef="#br3">16305 15908 7762,'-17'-15'27,"1"3"1,-2 2 0,-3 1 303,-1 0 1,-5 5 0,5-1 15,1 3 1,-2 2 0,-1 0-1,0 0 168,0 0 0,2 7 1,7 4-1,2 6-212,2 5 0,0 4 0,-3 7 0,1 2-137,2 3 1,7 4 0,-3 10 0,1 1-54,1 2 0,-1-1 0,8-8 0,3-6-198,6-5 0,4-2 0,2-15 0,1-5-173,4-4 1,-2-11-1,8-9 1,-1-5-197,-1-6 0,-2-4 0,-7-7 0,-1 0 77,1 0 1,-1-6 0,-1-1 0,-4 0 338,-6-1 1,-3 3 0,-2 4 0,0 3 772,0 4 1,0 3-263,0 7 1,0 10 0,0 7-1,2 11-94,4 9 1,1 6-1,8 7 1,-1 0-293,5 0 1,3 0 0,-2 0 0,4 0-678,2 0 1,-4-7 0,3-6 0,-1-7-641,-4-7 0,4-5 0,-2-1 1230,-1 0 0,-3-44 0,-1-11 0</inkml:trace>
  <inkml:trace contextRef="#ctx0" brushRef="#br3">16570 15858 8168,'1'-7'627,"3"7"1,3 9-184,3 6 0,2 9 0,10 2 0,6 1-45,3 1 1,4 5 0,4 5-1,3-1-232,0-2 1,-1 2-1,-8-2 1,-2-6-824,-3-3 1,-5-6 0,-6-9-1076,0-5 1,-8-12 1730,-4-5 0,-8-42 0,-7-19 0,1-5 0,0 0 0</inkml:trace>
  <inkml:trace contextRef="#ctx0" brushRef="#br3">16999 15809 7723,'-11'0'1187,"0"0"-775,-1 0 1,2 0 0,-1 2 0,0 5-129,2 10 0,-6 6 0,3 12 0,-7 4 39,-3 5 1,-2 11 0,4 4 0,-2 2-373,2-1 1,1-8-1,5-3 1,3-10-472,5-10 1,4-10 0,4-10-995,4-2 0,3-1 495,7-6 1,-5-2 1018,0-4 0,8-10 0,7-10 0</inkml:trace>
  <inkml:trace contextRef="#ctx0" brushRef="#br3">17793 15462 7972,'-7'-15'367,"-4"4"1,2 4-1,-2 7 1,0 1-87,1 5 1,-4 3 0,5 9-89,-1 4 1,-4 1 0,1 8 0,-6 6 117,-3 3 1,-7 11 0,1 10 0,-5 5-274,-5 6 1,17-31 0,-1 2 0,-2 6 0,-1 2 0,-1 2 0,0 0-58,-1 1 1,-1 1-1,3-2 1,-1 0-1,-2-3 1,1-1-1,1 0 1,2 0-68,2-2 1,0-1 0,2 1 0,1-2 0,-6 31 0,8-18-245,10-14 0,7-21 0,5-9 330,6-5 0,19-32 0,5-14 0</inkml:trace>
  <inkml:trace contextRef="#ctx0" brushRef="#br3">17859 15991 7819,'-16'0'575,"-1"-6"68,1 1 1,1 8-1,4 12-572,6 5 0,3 12 0,2-1 0,0 7-109,0 5 1,2-5 0,1 4 0,5-1-144,1-4 0,-4-4 1,6-4-1,0-3-96,-2-2 1,1-10 127,-5-8 0,3-6 0,3-6 0,-4-6 30,0-9 0,-5-4 0,5-8 0,-1-1 175,-1 1 1,6 0 0,-5 0 0,0 0 156,1 0 0,-5 0 0,5 0 0,-1 2 127,-1 3 0,6 4 0,-4 8-119,3-1 1,1 8 0,3 5 0,-1 8 13,-2 7 0,-2 11 0,2 6 0,-3 3-157,-1 2 0,-5 6 0,4 1 0,-5 0-70,-1 1 1,0-1 0,-1-5 0,-3 0 56,-2-4 0,1-9 0,5 0-127,0-3 0,0-12 0,0-7 0,0-9-278,0-6 1,5-10 0,3-9-1,1-8-39,4-6 1,5-1-1,0-1 1,-3 1 389,0-1 1,0 8 0,1 3 0,-1 6 470,-4 5 0,4 6 0,-4 11 65,3 6 1,-3 3 0,-2 4-1,1 3-117,-1 6 1,-4 6-1,5 5 1,-3 6-288,-3 3 0,3 7 0,-2 3 1,-1-1-296,-2 1 0,-2 3 0,0-6 0,0-3-500,0-5 0,5-6 1,1-8-1,-1-1-1015,3-4 1,-5-4 1666,9-7 0,-7-52 0,-7-28 0,6-3 0,0 1 0</inkml:trace>
  <inkml:trace contextRef="#ctx0" brushRef="#br3">18455 15710 7819,'-6'-11'2383,"3"1"-1630,4 3 1,1 3 0,9 8 0,2 3-1342,2 3 1,7-5-1,0 6 588,-2 2 0,35 31 0,8 9 0</inkml:trace>
  <inkml:trace contextRef="#ctx0" brushRef="#br3">18719 15941 7819,'-7'31'560,"-4"-3"1,-2 1-1,2-5 1,4 2-196,-1 3 0,6 8 0,-3 2 0,3-3-429,2-1 0,0-2 0,2 0 0,2-1-541,1-5 0,8-3 0,-2-7-556,4-1 1161,-6-7 0,13-60 0,-4-23 0</inkml:trace>
  <inkml:trace contextRef="#ctx0" brushRef="#br3">18934 15925 9549,'0'16'1258,"0"1"0,0 1-894,0 4 1,0 2-1,2 5 1,2-1-388,1 1 1,1 1 0,-4-3-1,1-5-611,3-3 1,1-3 231,-1 1 1,1-15 0,6-10 0,-4-10-55,-2-10 1,4-3 0,-5-4 0,-1-2 442,3-1 1,-5 1 0,7 8 0,-1 3 716,0 2 1,-3 2 0,3 6 0,0 1 164,0 4 1,-3 3-1,5 8-436,2 0 1,1 10-1,1 4 1,-2 8-100,-2 4 1,-8-4-1,5 6 1,-3 1-347,1 2 0,-1 2 0,-3-1 0,2-3-1023,1-1 1,1-3 0,-4 5 0,1-5 1034,3-1 0,-1-2 0,-5-5 0</inkml:trace>
  <inkml:trace contextRef="#ctx0" brushRef="#br3">20819 15875 7967,'-11'-17'0,"0"-1"299,-2-4 0,1 4 0,-1-4 0,2 3 57,-2 3 0,4 1 142,-2 4 1,1 11 0,-1 13 0,6 7-52,3 8 0,2 8 1,0 5-1,0 1-250,0 4 1,0-4 0,2 1 0,3-1-156,6 0 0,12-7 1,4-2-1,6-11-293,6-9 1,3-6 0,8-10-1,-1-8-421,1-11 1,-10-15 0,-5-7 0,-9-4 196,-8-2 1,-5 1 0,-15 1 0,-3 2 360,-6 2 1,-13 7-1,-9-1 1,-8 6 108,-1 10 0,-6 2 0,4 16 0,-2 6 247,2 7 0,4 8 0,9 3 0,3 4-289,6 2 1,11-1 0,5 5 0,8-6 46,9-6 0,34-11 0,17-8 0,9-4 0,1 0 0</inkml:trace>
  <inkml:trace contextRef="#ctx0" brushRef="#br3">21349 15693 9026,'11'7'363,"0"4"0,-6 12 0,6 4 0,2 6-148,2 6 1,1-3-1,1 9 1,-1 1-16,1 1 1,5 1-1,0-4 1,-2-5-139,-1-4 0,-3-11 0,1-10 15,-1-12 1,-7-17-1,-3-12 1,-4-4 9,-2-2 0,-2-6 0,-2-1 0,-3-3 2,-2-3 1,-2 0-1,-6 0 1,2 2-271,4-2 1,-2 0 0,8 1 0,1 4-2230,2 6 2410,2 6 0,37 49 0,9 9 0</inkml:trace>
  <inkml:trace contextRef="#ctx0" brushRef="#br3">21861 16189 8074,'0'26'382,"0"-4"1,0-13-1,0-9-738,0-9 0,9-8 0,6-6 1,5-9 536,1-4 0,2-9 0,-1 5 0,-1 0-152,-3-1 0,-9-3 0,-3 6 0,-4 3 22,-2 5 1,-2 6 0,-4 10 0,-5 3 40,-4 5 1,-1 6 0,-2 6 0,-3 6-56,-1 9 0,-5 4 0,5 10 0,1 2 679,3 2 0,2 1 0,1-3 0,4 1-315,5-1 0,6-4 0,6-5 0,9-6-535,10-4 1,10-9 0,17-5 0,3-9-333,5-12 0,3-7 1,-2-11-1,-6-2-237,-4-1 0,-3-6 1,-6 3-1,-9 1 94,-9 0 0,-7-1 0,-6 4 0,-6-1 609,-3 1 0,-2 8 0,-2 3 0,-3 0-1,-6 0 0,-4 6 1,-2 0 524,1 7 1,5 6-1,0 9 216,-2 3 1,6 6 0,1 11 0,4 8-233,2 6 0,0 1 0,2 5 0,2-1-182,1-4 0,8 3 1,-4 0-1,2 3-249,0 3 0,-1 1 0,2 1 1,-2-4-225,-3-5 0,4-1 0,-6-5-29,-1-7 1,-4-15-1,-4-13 59,-1-12 1,-6-10-1,4-11 1,-1-2 88,1-1 0,-4-7 0,5 5 0,3 0 144,1-1 1,2 3 0,0 5-1,0-1-379,0 1 0,7 6 1,4 1-1,6 4-598,5 7 1,9-1-1,9 7 1,3-1 860,3 5 0,16 25 0,6 8 0</inkml:trace>
  <inkml:trace contextRef="#ctx0" brushRef="#br3">22886 15346 7998,'-16'0'402,"-1"0"1,3 2-1,1 5 95,2 10 1,7 8 0,-3 16 0,1 8-100,1 10 0,-1 13 1,4 7-1,-1 5-136,-3 4 0,1-37 0,-1 0 0,3-3 0,1 1 0,0-1 0,0-1-689,0 44 0,10-9 1,3-6-1,3-12-855,3-13 1,1-10 1281,4-14 0,4-25 0,7-13 0</inkml:trace>
  <inkml:trace contextRef="#ctx0" brushRef="#br3">23316 16007 7814,'0'-24'402,"0"-1"1,0-7-1,0 5 131,0 5 1,-1 3-1,-3 3 1,-3-1-400,-3 1 1,5 7 0,-6 3 0,-2 4 371,-2 2 0,-1 2 1,-1 4-1,1 7-97,-1 7 0,1 2 1,-3 9-1,1 4-437,1 0 0,-3 5 1,11-1-1,0-2-36,3-2 0,4-2 0,2-2 0,2-5-504,4-10 0,3-7 1,9-9-1,4-2-173,6-3 1,-2-12-1,-1-10 1,-1-3 513,-4 3 1,-3-3 0,-4 10 0,-4 4 216,-2 3 0,1 9 168,-3-1 1,-3 5 0,5 5 288,1 6 1,-5 2-1,8 0 1,4-4-660,5-2 0,6-3 1,9-9-1,2-8-2665,1-7 2877,8-6 0,-11-16 0,2-8 0,6-3 0,0-1 0</inkml:trace>
  <inkml:trace contextRef="#ctx0" brushRef="#br3">23730 15776 7806,'-11'0'127,"2"2"1,1 3 444,5 6 0,-1 6 1,0 5-1,-1 7-111,1 8 0,2 7 1,2 11-1,0 6-173,0 3 1,2-3 0,2-3 0,3 1-133,2 0 1,0-7 0,4-3 0,-4-10-392,-1-10 0,-3 1 0,-3-10-747,4-6 1,-4-6 0,3-14 464,-3-5 1,-8-11 0,1-7 0,1-8 242,2-7 1,2-6 0,0-5 0,0-7 401,0-8 0,0 7 1,0-3-1,0 4 694,0 3 0,0 4 0,2 11 0,2 5-408,1 4 0,8 11 0,0 6 0,5 7-159,5 4 0,-1 1 1,-4 6-1,2 2 26,2 4 0,0 3 0,-5 7 0,-1 3-32,1 3 0,-8 2 1,-3 7-1,-5-2-131,-1 1 0,-7 6 0,-6-4 0,-5 4-231,-4 1 0,-8-2 1,5-2-1,-3-2-770,1-3 0,4-4 1,-2-8 882,1 1 0,-6-104 0,18 31 0,-1 0 0</inkml:trace>
  <inkml:trace contextRef="#ctx0" brushRef="#br3">24722 16057 8190,'-17'-35'0,"1"0"1003,-1 2 1,8 4 0,6 14-655,6 4 1,12 5 0,7 14 0,0 8-43,2 10 0,0 13 1,5 7-1,-1 7-39,1 7 1,-3 5-1,0 1 1,-3-2-165,-2-3 1,3 7 0,-2-9 0,-2-8 7,-2-9 1,-3-14 0,-2-8 197,-2-7 1,-8-13-1,5-15 1,-1-9 127,4-9 0,6-18 0,7-6 0,11-13-433,-13 30 0,3-3 0,4-8 0,3-2 0,7-10 0,5-1 0,7-8 0,6-1-72,-13 18 0,2 0 0,4-1 0,8-5 0,3-1 0,3 0 1,-10 12-1,1 1 0,1 0 0,2 0 0,2-1 0,2 0 0,0 1 1,2 0-868,1 0 0,0 0 0,1 2 1,1 1-1,-3 2 0,0 1 0,1 2 1,1 1 933,-2 5 0,1 2 0,0 1 0,0 0 0,-2-1 0,1 0 0,-1 0 0,0 4 0</inkml:trace>
  <inkml:trace contextRef="#ctx0" brushRef="#br3">11146 17595 7876,'-17'-15'377,"0"4"0,6-4 1089,0 4-1136,8 4 1,-3 1 0,10 12 0,3 7 0,2 7 0,2 8 118,-1 3 1,4 9-1,-3 4-338,4 4 1,2 2-1,-3 1 1,-1 2-39,-2 3 0,-2 4 0,4-6 1,-4-5-167,-1-3 0,-3-9 0,-5 0 0,0-8-190,0-7 0,0-13 0,0-11 78,0-12 1,-5-7 0,-3-10 0,1-4 51,0 0 0,-4-5 1,3 0-1,1-1 223,0 1 1,-4 1 0,5 6-1,2 0 59,3 0 1,1-6 0,0 3 0,0 3 31,0 3 1,7 8-1,4-4 1,4 2 0,3 4-325,4 2 0,2 7 0,7 2-861,2 1 0,-1-3 0,12 6 1024,2 1 0,9 10 0,4 3 0</inkml:trace>
  <inkml:trace contextRef="#ctx0" brushRef="#br3">12088 17661 8286,'-18'-7'555,"-4"-4"1,2-4 0,-6-2 0,0 3-284,0 3 1,6-2 0,-4 7 0,2 3-58,0 1 1,0 4-1,6 3 0,-1 6 2,0 4 0,1 9 0,-1 5 0,3 8-53,3 7 0,-4 9 0,6 2 0,0 0-132,3 2 0,4-5 1,2 1-1,2-9-210,4-11 0,3-9 1,7-13-1,3-5-116,3-4 1,3-12 0,9-8 0,-1-11-422,0-8 0,-2-9 0,-3 2 0,-5-4 345,1-2 1,-7 6 0,1 0 0,-7 0 805,-3 2 1,-3 7 140,-5 7 1,-5 17 0,-3 8-68,-1 16 1,5 10-1,-1 11 1,3 0-243,2 5 0,6-4 0,1 4 1,2-6-870,4-6 0,2 3 0,3-8 0,2-4 601,2-5 0,22-57 0,0-21 0</inkml:trace>
  <inkml:trace contextRef="#ctx0" brushRef="#br3">12353 17677 8036,'9'11'438,"-4"1"0,-1 0-569,2 3 1,-5 3-1,5 5 1,-4 2 384,-2 1 0,0 5 1,0-5-1,0 1 120,0 1 0,-6-8 0,1 2-515,1-3 1,2-12 0,2-7-140,0-9 0,0-13 1,0-6-1,0-5 47,0-5 1,6-3-1,1-3 1,0 5 424,1 5 0,3 0 1,-4 3-1,1 4 333,-1 5 0,6 5 0,-2 6-167,3 6 1,3 10-1,-2 6 1,-2 6-10,-2 5 0,-2 5 0,4 10 0,-2 2-233,2-3 0,-4-3 1,2-3-1,2-4-464,1-3 0,3-1 0,-1-7 0,3-2-220,3-2 1,-4-7 0,6 1 0,-2-5-155,0-5 1,6 1 0,-4-5 0,0 0 721,-1-1 0,7-15 0,-4-10 0</inkml:trace>
  <inkml:trace contextRef="#ctx0" brushRef="#br3">13113 17479 7876,'-16'-16'291,"-1"1"280,1 4 1,-3 5 0,-3 10-1,-5 5-151,-4 6 1,-2 5-1,-1 13 1,3 2 7,4 4 0,-5 3 0,7 7 0,-1 3-186,4 3 1,11-11 0,5 0-1,5-9-204,1-7 1,7-6 0,6-11-1,7-8-261,8-6 0,3-8 1,2-11-1,0-6-152,0-3 1,6 0 0,-1 1-1,-1 3 152,-2-3 1,-4 8 0,-2 6-1,-3 8 332,-2 7 0,-2 4 1,-5 8-1,-1 13 123,1 11 0,-3 15 1,-1 10-1,-2 5-20,2 1 0,-4 7 0,2 6 0,2 4-139,2 0 0,-6 1 0,-3-16 0,-5-7-149,-1-10 1,-7-12 0,-6-2 0,-5-8 70,-4-7 0,-6-5 1,4-5-1,-1-2-103,-5-3 1,1-9 0,-1-11 0,3-7 55,-2-8 0,-1-5 0,1-5 0,5-6-149,5-4 1,7-4 0,12-1-1,1-4-614,5-2 1,10-5 0,12-2 0,3 7 814,2 6 0,9 11 0,8-2 0,3-4 0,1 0 0</inkml:trace>
  <inkml:trace contextRef="#ctx0" brushRef="#br3">13543 17975 7850,'0'11'583,"0"0"0,4-11 0,5-3 1,10-14-915,4-7 0,3-3 1,2-8-1,-6-4 33,-4-5 1,-3-6-1,-2-3 1,-4-2 182,-2 2 1,-1 9 0,-6 5-1,-2 6 178,-4 5 0,-3 6 1,-7 11-1,-1 6 393,1 3 0,-1 11 1,1 6-1,-3 9 415,-3 7 0,4 0 0,-4 13 0,5 4-328,6 5 0,-2 4 0,8 4 0,1-6-743,2-4 1,11-3-1,10-4 1,12-7-515,11-8 714,6-12 0,9-21 0,9-7 0,5-2 0,0-1 0</inkml:trace>
  <inkml:trace contextRef="#ctx0" brushRef="#br3">15280 17429 7808,'-11'-16'64,"0"-1"0,0 1 0,0-1 505,0 1 0,5 1 0,-5 2-455,-2 2 1,-2 7-1,-1-1 1,-1 5 58,1 5 0,-3 5 1,-3 6-1,-3 3 76,-1 3 1,-3 2 0,5 5-1,0-2-149,0 3 0,2 1 0,5 2 0,3 0-308,3 0 0,3-7 0,8-4 0,0-4 1,0-1 0,8-6 1,4-2-1,7-1 81,3-5 0,13-1 0,0-2 0,5 0 99,6 0 0,-4 2 1,2 2-1,1 3 69,-3 2 0,-4 4 0,-10 7 0,-8 4 52,-7 2 1,-6 3-1,-8 8 1,-7 3 93,-8 3 1,-8-7 0,-9 3 0,0-4-114,0-2 1,-1 0 0,3-2 0,4-5-875,5-9 0,3-8 799,3-9 0,21-37 0,6-9 0</inkml:trace>
  <inkml:trace contextRef="#ctx0" brushRef="#br3">15561 17545 8267,'11'2'2952,"-2"4"-2934,-2 5 0,-1 11 1,-4 7-1,1 8 236,3 7 0,-1 9 1,-5 2-1,0-3 129,0-6 0,0-6 0,0-9-385,0-3 1,2-6-1,4-13 1,5-9-325,3-9 0,5-15 0,1-9 0,2-9-239,-2-6 0,-1-2 0,-3 1 0,1-1 202,-1 0 1,-1 3 0,-4 4 0,-5 10 1246,-5 9-445,-1 6 1,0 16 0,0 10 0,-1 10-8,-5 10 0,4 5 1,-3 3-1,3 5 67,2 1 0,0-3 0,0 3 0,0-2-384,0-3 0,5-9 0,3-6 1,1-4-325,4-1 1,1-10 0,5-7-351,3-9 0,-4-13 1,6-6-1,-2-5-91,0-6 0,2 5 1,-4-7-1,2 3 307,-1-1 1,-3 2 0,-1 10 0,-3 5 731,-3 3 1,4 5 4,-4 3 0,-4 11 0,-1 12 0,-3 9 147,3 6 0,-4 3 0,3-1 0,-3-1-150,-2 1 1,0 8 0,0 1-1,0 1-350,0 1 1,0-5 0,-2 4 0,-1-4-517,-3-2 0,-5-2 0,6-3 1,1-6-1040,2-4 1514,2-9 0,0-53 0,0-20 0</inkml:trace>
  <inkml:trace contextRef="#ctx0" brushRef="#br3">16173 17909 7808,'0'11'1276,"0"0"409,0-7-956,0 3 1,5-9 0,3-3-442,1-6 0,0-6 0,4-7 1,-2-7-330,2-6 1,1-3 0,3 1 0,1-3 19,4 0 0,-3-4 0,3 9 0,-4 4-40,-1 4 0,-1 10 0,1 1 0,-1 7 2,1 3 1,-6 5-1,-2 8 1,-2 8 80,-3 7 0,3 6 0,-1 7 1,-2 2 93,-3 4 0,-1-3 0,0 9 0,0 0 56,0 3 1,-1-4 0,-3-1 0,-3-3 66,-3-3 0,5-8 0,-4-3-197,1-2 1,1-10-258,1-8 0,5-6 0,-5-6 141,4-5 0,4-3 0,2-5 0,1-1 3,-1-2 0,3-5 1,1 3-1,-1-2 56,0-3 0,6-3 1,-2-1-1,2 0 104,-2 0 0,9-6 0,-3 1 0,1 1 22,1 2 1,4 4 0,3 2 0,2 3 56,-1 2 0,-5 4 0,4 9 0,-2 5 30,-4 4 1,4 2 0,-2 2 28,-2 4 0,-7 3 1,-2 9-1,0 4-37,-2 6 1,-1 9-1,-8 5 1,2 4-194,3 5 1,-3 8 0,3-4 0,-3-1-456,-2-3 0,2-3 0,2-4 1,3-7-1188,2-8 1645,-5-5 0,18-37 0,-4-7 0</inkml:trace>
  <inkml:trace contextRef="#ctx0" brushRef="#br3">20968 17628 7990,'-24'0'0,"-1"0"171,-1 0 1,8 2 0,8 5 0,1 10-1,2 10 367,-1 10 1,-3 5 0,6 8 130,1-1 0,2 6 1,2 2-1,2-1-325,4-5 0,5-7 0,11-16 1,5-8-285,5-7 0,8-10 0,4-14 0,2-11-231,-2-7 1,-3-11 0,-10-5 0,-4-4-258,-5-6 1,-5 3-1,-6-3 1,-5 2 79,-5-2 1,-8 5 0,-4 1 0,-6 8 627,-5 6 1,-3 9-1,-10 4 1,-2 6-117,-2 5 0,1 5 0,5 12 0,0 5-301,0 4 0,7 1 0,6 1 0,7-1-903,7 1 1,14-3 1039,8-3 0,67-18 0,-30-2 0,0 0 0</inkml:trace>
  <inkml:trace contextRef="#ctx0" brushRef="#br3">21547 17396 7873,'9'2'808,"-1"2"0,-3 5-377,1 6 1,6-1 0,-1 16 0,4 7-57,2 10 1,-6 5 0,-2 10-1,-2 4-128,-3 4 1,3 0 0,1-11 0,-1-10 47,0-8 0,6-15 1,-2-12-559,4-12 1,1-11-1,-1-13 1,-2-7-42,-2-8 1,-7-4 0,1-6-1,-3-1 70,-2-4 0,0-6 0,0 1 0,0 0 161,0 0 1,0 7 0,0 8 0,0 1 610,0 5 0,0 3 1,-2 5-815,-3 6 1,5 5-1,0 6-2705,9 6 2981,6 10 0,23 34 0,6 14 0</inkml:trace>
  <inkml:trace contextRef="#ctx0" brushRef="#br3">22258 17876 10131,'17'-24'630,"-1"-4"0,1-10 1,-1-6-623,1-4 1,-1-2 0,-1 1-1,-4-1-80,-5 1 1,-5 4-1,-1 5 1,-1 5 126,-5 9 1,-5 14-1,-9 10 12,-2 11 1,0 6 0,3 16 0,-1 7 167,-2 8 0,-2 2 0,4 13 1,0 1 137,5 3 1,0-5 0,10-1-1,3-4-357,6-7 0,10-8 0,12-14 0,3-9-511,6-10 1,11-14 0,2-10 0,5-9-402,1-5 1,-3-9 0,-3-4 0,-2-4 376,-2-2 0,-13 6 0,0 2 0,-7 1 313,-9 5 1,0 1 0,-10 3 474,-1 5 1,-2 12 280,-2 15 1,-2 15 0,-2 12 0,-3 7 201,-2 4 0,3 4 0,-3 10 0,2 1-152,3 2 1,-3 6-1,1-8 1,2-5 205,3-8-856,1-5 1,0-18 0,0-14 0,1-14-86,5-9 1,-4-11 0,3-2 0,-1-9-225,1-6 1,-3 0 0,4 2 0,-3 2 49,3-2 1,-2-2-1,7 1 1,2 3-259,1 5 0,5 6 1,3 5-1,5 4-209,4 1 1,8 6-1,1-1 776,3 5 0,16 9 0,9-3 0</inkml:trace>
  <inkml:trace contextRef="#ctx0" brushRef="#br3">23316 16917 7873,'-14'16'123,"1"1"0,2 1 379,-2 4 0,-2 8 1,1 14-1,1 11-85,2 7 0,0 12 1,-6 3-1,1 6-352,-1 5 0,1-11 0,1 2 0,4-5-336,5-3 1,6-6-1,6-12 1,7-7-606,7-8 876,-2-10 0,36-41 0,-1-16 0</inkml:trace>
  <inkml:trace contextRef="#ctx0" brushRef="#br3">23796 17628 7837,'0'-26'524,"-6"2"1,-1 8 13,-2-1 0,3 2 0,-6 4 0,-5 6-16,-3 3 1,-11 15-1,-1 5 1,-4 6-17,-1 6 0,2 3 0,2 3 0,2 5-41,3 1 1,4-5 0,9 1 0,4-4-514,6-7 1,5-3 0,7-9 0,8-4-365,5-6 0,15-5 1,0-5-1,5-8-190,6-7 0,-5-6 0,-3-7 0,-3 0-178,-2 0 0,-1 5 0,-5 2 0,-5 3 513,-3 2 394,-10 10 0,-2 11 0,-7 13 0,0 6 163,0 3 1,0 1 0,0-2-236,0 1 1,2-2 0,3-9 0,8-6-720,8-3 1,-1-15-1,5-5 1,1-8 100,0-9 0,0 1 0,1-11 0,-3 1 605,0 2 1,-11 2 0,2 8 208,-6 5 0,-4 12 0,-5 15 0,-2 13 529,-3 13 1,-4 5 0,-8 17-1,2 5-103,4 4 1,-3 5 0,5 8-1,-1 4-218,5 1 1,-3-5-1,3 3 1,1-1-318,2 0 1,4 5-1,4-5 1,5-4-610,4-6 1,7-14-1,1-15 1,1-11-1843,0-9 0,-2-8 2309,-5-10 0,-9-39 0,-7-29 0,-1-3 0,2-6 0,1 0 0,-1 0 0</inkml:trace>
  <inkml:trace contextRef="#ctx0" brushRef="#br3">24176 17677 7825,'-9'-25'240,"2"-5"0,7 8 0,2 2 339,3 2 0,6 3 0,11 4 0,4 5-101,0 5 1,5 1 0,-4 0 0,3 1-106,-3 5 1,-3 3 0,-9 10-1,-4 3-422,-5 5 1,-5 4 0,-2 4 0,-5 4-969,-5 5 1,-11-2 0,-4 2 1016,0 2 0,-19-35 0,0-7 0</inkml:trace>
  <inkml:trace contextRef="#ctx0" brushRef="#br3">26392 17214 7825,'-7'-16'312,"-2"7"1,-8 5 0,-1 8 0,-6 10 522,-9 12 1,-8 11 0,-10 18-568,-4 6 0,25-26 0,-1 1 1,-3 3-1,-2-1 0,-1 3 1,-1 1-102,-2 2 0,-1 0 1,-5 0-1,-2-1 1,-4 2-1,-2 0 0,2-2 1,1 0-176,3-2 1,2-1-1,7-8 1,1-2-1,-26 24 1,11-18-790,7-12 0,16-13 797,3-5 0,9-64 0,8-29 0,-3-5 0,0 0 0</inkml:trace>
  <inkml:trace contextRef="#ctx0" brushRef="#br3">25251 17248 8267,'8'20'1407,"4"7"0,10 16-905,12 14 1,8 12-1,-15-25 1,3 1 0,3 2-1,2 1-403,4 4 1,3-1 0,3-1 0,1-1 0,4 1 0,0-2 0,-3-6 0,-1-2-175,-5-5 0,-1-2 1,-3 0-1,-2-1 1,29 25-1,0 1-975,3 5 1,-12-8 0,4-4 1049,-12-5 0,-6-9 0,-8 3 0</inkml:trace>
  <inkml:trace contextRef="#ctx0" brushRef="#br2">8401 17810 21167,'0'-17'-4582,"0"1"4144,0-1 0,-6 6-459,0 0 691,1 0 13,5 2 0,2 2 553,3 7 1,5 0-1,6 0 1,1 0-128,-1 0 0,8 0 0,4 1 0,5 3-235,5 2 0,6-1 0,13-5 0,8 0 298,4 0 1,9-5 0,-5-3 0,4-1-115,8-4 0,-38 6 0,1-1 0,4 0 1,-1 0-1,-1 0 0,-1-1 22,-1 1 0,0 0 0,-1 2 1,0 1-1,3-1 0,1 1 0,0-1 1,1-1 120,0 0 1,0-1 0,38-8 0,-12-1 0,-9 2 43,-2 4 0,-3-1 0,-5 6 0,-10 2-458,-8 3 0,-14 1 0,-3 1-50,0 5 1,-7 3-926,-1 8 526,-7-8 0,-9-4 823,0-10 0,0 1-529,0-7-158,0 0 1,0-5 126,0-1 1,0 6-1,-2 2 1,-1 0-255,-3-1 0,-1 5 1,1-6 130,-5-2 0,-5-2 0,-4-1 301,-2-1 0,-2 1 0,3 1 1,-2 2 189,-3 2 1,-7-4-1,-4-3 1,4 3-250,4 1 1,1 1 0,-3 0 0,1 4 338,3 1 1,7 3-1,-2 5 318,3 0 0,8 0 537,0 0-334,7 0 0,-3 2-13,7 3 0,0-1-757,0 7 0,2 0 1,2 6-1,1-1-83,-1 1 0,-2 1 0,-2 4 1,0 7-1,0 8 1,-2 0 0,-2 7 0,-1 4-62,1 5 0,2 0 1,2 6-1,0 0-44,0 0 1,0-8 0,0 1-1,0-8 36,0-4 0,0-3 1,0-8-1,2-3-304,3-2 0,-1-8 19,7-5 0,-5-7 1168,5 2 1,-8-12 0,5-5-1,-3-4-235,1-1 1,7-2 0,-4-5 0,2-2-324,0-1 0,0-7 1,7 2-1,2-8-34,2-3 0,6 3 0,-4-3 1,2 2-25,3 3 1,4-4-1,4 3 1,1 1 81,-1 2 1,-2 8 0,-2 1-1,-2 2 95,-3 4 0,-4 1 1,-8 5-1,1 1 71,-1 2 0,-4 7 0,-3 0-1097,-2 8 0,-1 0 0,-6 9 0,0 3-1275,0 4 2247,0 10 0,-37-26 1,-9 1-1</inkml:trace>
  <inkml:trace contextRef="#ctx0" brushRef="#br2">10203 17396 24967,'-7'-16'-8873,"3"-1"8343,-7 1 292,7 7 1,-3 3-1,5 10 476,-3 1 0,3 14 0,-4-1 1,3 4-134,-3 2 0,2 5 0,-5 1 0,0 6-61,0 9 0,5-3 0,-3 2 0,1 0-45,1-2 0,-3 6 0,5-6 1,-3-1-409,3-8 1,1-7-1,2-10 736,0 1 1,0-10 0,0-7-1,0-9-76,0-6 1,0-9 0,0-5 0,0-8-175,0-7 0,5-2 1,3 0-1,1 2-79,4-2 0,-4 6 0,0 1 1,0 4-15,0 2 0,1 7 1,2 4-1,-1 6 92,2 5 0,2 3 0,2 8 87,-1 0 0,-1 2 1,-2 4-1,-4 5-282,-2 3 1,-1 8 0,-6 2 0,0 0 188,0 0 1,-2 6 0,-2-5-1,-3 3 98,-2-1 1,-1 1-1,-2 3 1,1-1-198,-2-3 1,4-5 0,-1 4 0,1-4-598,0-7 689,5 1 0,-3-21 0,9-1 0,3-9-393,6-7 1,4-3-1,3-8 1,4 0 240,6-1 1,-2 7-1,-1-1 1,-1 1 451,-3 1 1,-3 2 0,-3 8 0,-4-1 461,-6 1 0,-3 5-649,-2 0 0,-7 7 1,-4-2 241,-4 5 1,-2 1 0,1 1-1,-1 3 91,1 2 0,-1 5 0,1-4 0,-1 2-467,1 4 0,-1 2 1,-1 3-1,-3 4-87,-1 6 1,0 1-1,6 0 1,-1-1-381,1 1 1,7-3 0,3 0 0,6-2-1033,6-4 1,10-4 1534,12-5 1,62-18 0,-37-2 0,0 0 0</inkml:trace>
  <inkml:trace contextRef="#ctx0" brushRef="#br2">11790 18637 13881,'-27'0'-27,"1"0"-39,2 0 134,2 0 0,15 0 0,7 0 0,9 0 0,8 0 0,7 1-208,9 5 0,9-4 0,13 3 0,6-3 245,3-2 1,6 0 0,9-2 0,-32 1 0,3-1-47,8-1 0,2 0 0,2-3 0,3-1 0,7 2 0,3 1 0,3-1 1,2 1-149,6 1 0,2 0 0,3 0 0,2-1 0,-28 2 0,1 0 0,-1 0 0,2 1 0,-1-1 0,0 0 81,-1 0 0,-1-1 0,2 1 0,1 0 0,2 2 0,-1-2 0,-2-1 1,1-1-1,0 0 0,2 0 0,0 0 0,0-1-4,4 0 1,0 1-1,-2-2 1,-4 1 0,-1-1-1,0 1 1,0-1-1,1 1 1,0-1 0,-1 1-1,-1-1 1,1 1 4,-2-1 0,0 1 0,1-1 0,-1-1 0,0 0 0,0-1 0,0 1 0,0-1 0,0 1 0,27-3 0,-1 2-34,-3 1 1,-1 1 0,-4-1 0,0 1 0,-4 3 0,0 1 0,-3-1 0,-1 0-115,0-1 1,-1 1 0,-10 2 0,-1 0 0,-4-3 0,-1 0-1,-5 2 1,-1-1-197,-3 0 0,-2 0 0,42-2 1,-14 5-1,-16 0-569,-17 0 0,-17 2 920,-19 3 0,-3 1 0,-18 10 0,-5 5 0</inkml:trace>
  <inkml:trace contextRef="#ctx0" brushRef="#br2">12617 18620 9675,'-9'-18'-441,"4"-3"0,3-2 1,5-1 970,8 0 0,8 9 0,18 8-300,7-1 1,24 7-1,-22-2 1,3 0 0,6 2-1,2 0-243,5 1 1,1 0 0,6 0-1,2 0 1,4 0 0,1 0 0,4 0-1,1 0-207,3 1 0,1-2 0,3-1 0,1-1 0,-4-1 0,1 0 0,0 0 0,0-1 208,3-1 1,0-1 0,3 0 0,0 0 0,-26 2 0,0 0 0,1 0 0,-2 0 0,0 1 0,-1 0-6,-1 0 1,-1 1-1,1-1 1,1 0-1,0 1 1,-1-1 0,28-3-1,0-1 1,-28 4-1,0 0 1,0-1-4,0 2 0,1-1 1,-2 0-1,25 0 1,-1-1-1,0 0 1,-1-1-1,-5 2 1,0 1-32,-2-1 1,0 1 0,-6 2 0,-1 0 0,0-2 0,-2 0 0,-4 2 0,-1 0-130,-3 1 0,-1 0 1,-6 0-1,-2 0 1,2 0-1,-1 0 1,39 0-1081,-15 0 1260,-15 0 0,-6 0 0,-12 0 0,-4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12095" units="cm"/>
      <inkml:brushProperty name="height" value="0.12095" units="cm"/>
      <inkml:brushProperty name="color" value="#57D200"/>
    </inkml:brush>
    <inkml:brush xml:id="br2">
      <inkml:brushProperty name="width" value="0.09071" units="cm"/>
      <inkml:brushProperty name="height" value="0.09071" units="cm"/>
      <inkml:brushProperty name="color" value="#FF0000"/>
    </inkml:brush>
    <inkml:brush xml:id="br3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2646 7508 7996,'-17'0'517,"6"0"-153,0 0 0,8 1-144,-3 5 0,4 5 0,2 11 0,0 7-37,0 8 1,0 7 0,0 11 0,2 6-107,4 3 1,-5 8 0,5 1-1,-4 5 14,-2 6 0,0 4 0,0 6 0,0-4-66,0 0 1,5-4-1,-2-39 1,0 0-1,0 45-249,-1-6 1,4-14 0,1-22 0,1-12-212,-1-8 1,4-6 0,-6-8-925,-1 1 740,5-8 0,-5-6 619,7-14 0,0-36 0,6-23 0</inkml:trace>
  <inkml:trace contextRef="#ctx0" brushRef="#br0">2778 7590 7975,'0'-16'0,"0"-1"-55,0 1 1,0-1 0,2 2 378,3 4 0,5-1 1,6 6-206,1 2 1,5 2 0,2 2 0,1 2 129,5 4 0,3-2 0,4 5 0,3-2-164,2-3 0,2-2 1,6-2-1,1 0-133,5 0 0,10 0 0,9-2 0,0-2-133,-3-1 1,-6-1 0,-5 6 0,-4 0 85,0 0 1,2 2 0,5 2 0,-2 3-15,-1 2 1,-2-3 0,1 3-1,-5 0 30,-3 0 0,5-5 0,4 1 0,3-3 40,2-2 1,0 0-1,0-2 1,0-1 248,1-3 1,6-5 0,6 4 0,4-1-228,-1 1 1,3 3 0,-13 8-1,1 2 6,6-3 1,-2 5-1,11-3 1,-5 1-26,-6 1 1,1-5-1,-5 3 1,8-1-26,3 2 0,-3-5 0,7 5 1,-3-4 65,-2-2 0,7-2 1,2-2-1,-46 1 0,1-1 67,0-1 1,0 1-1,36-2 1,3-3 0,0 0 86,-1 0 1,-1 5-1,-3-2 1,-2 5-41,-2 1 0,-7-6 1,4 1-1,-1 1-51,4 2 0,2 2 0,-1 0 0,-7 0-36,-3 0 1,6-2 0,3-1 0,4-3-96,1 2 0,-8 2 1,-8 2-1,-7 0 9,-2 0 1,3 2-1,10 2 1,0 2 62,-6-3 1,-7-1 0,-11-2 0,-3 0 40,-3 0 0,4 0 1,-4 0-1,3 0 9,3 0 0,1 0 1,1 0-1,-4 0-65,-5 0 1,-10 0 0,-3 0-28,-2 0 1,-8 0 12,-5 0 137,-7 0 0,2 0 443,-12 0-448,4 0 0,-7 0-26,4 0 1,3 2 0,-4 3-24,4 6 0,2 4 0,-1 2 0,-3 1-11,-2 4 1,1 6-1,5 8 1,0 5-76,0 1 1,0 4 0,0 7 0,0 2-110,0-1 1,0-3 0,0-3 0,0-2 22,0-2 1,0-6-1,0 3 1,0-4 91,0-6 0,0-7 0,0 2 1,0-3 129,0-2 0,0-3-58,0-1 1,2-1-49,3 1 0,-3-1 0,2 1-111,-8-1 0,2-5 1,-5 0-21,0 2 0,-3 0 0,-6 0 0,-1-4 45,1-2 0,-1 1 0,-1-5 1,-2 3 57,-2-2 1,-8-3-1,4-1 1,-1 0 98,-1 0 1,1 2-1,-5 2 1,3 1-72,2-1 0,4 0 0,-2-1 0,1 3-232,4-2 0,-4 3 1,2-1-1,0-1 121,-2 2 0,-2-5 0,-7 4 1,0-3 16,0 3 0,0-4 1,-2 5-1,-4-1 10,-5-1 0,2 6 1,0-3-1,1 1 31,5 4 1,-5-4 0,2 2 0,1 0 12,-3-2 0,-1 6 0,-7-6 0,-1 2 42,0 0 0,1-7 0,1 3 0,2-2-15,2 1 1,5-1-1,-3-5 1,0 0 75,0 0 1,-4 0-1,-9 2 1,-6 2-42,-3 1 0,5 8 0,4-3 0,3 1-77,3 0 0,-8 0 0,-2 5 0,-2-1-90,1-4 0,-1 2 0,-3-6 0,3 0 50,6 1 0,3-3 0,3-3 1,-3 2 50,-3 1 0,2 1 1,-6-6-1,2 0 124,4 0 0,2 0 0,3 0 1,0 0-29,-2 0 1,4 5 0,-9 3 0,2-1-83,-2 0 1,3 4 0,-3-3 0,6-1-87,5 0 0,1-1 1,7-6-1,-5 0 85,-1 0 0,-2 0 0,-6 0 1,1-2-21,-1-3 0,-1 3 195,-5-4 0,11 4-81,-5 2 1,9 0 0,-3 0 0,-3 0-21,-7 0 0,-4 0 0,-9 0 0,3 0 2,3 0 1,-1 0-1,5 0 1,0 0-28,0 0 0,-5 0 1,1-1-1,-5-3-33,-6-2 1,12 1 1,-1 5 1,8-6 5,3 1 1,-9-6 0,-5 4-1,-4-1 27,4 1 0,-3-4 64,7 5 0,1-1 53,-2 1 1,4 5 0,-7-5 0,-4 4 75,0 2 0,0 6 0,4-1 1,3-1-150,6-2 0,2 3 0,-2 1 0,-8-1-77,-7 3 0,4-7 0,0 7 0,9-3-51,6 1 1,1 5-1,1-4 1,1 1-56,4-1 0,-2 4 0,7-4 0,2 1-327,2-1 1,15-1 438,4-6 0,25-8 0,2-1 0</inkml:trace>
  <inkml:trace contextRef="#ctx0" brushRef="#br0">9988 7441 7753,'-5'-11'1547,"-1"0"1,0 10-1217,6 1 0,0 7 1,0 11-1,0 4-209,0 6 0,0 9 1,2 3-1,2 2-145,2 4 1,-1 0 0,-3-2 0,2-5-230,1-4 0,1-8-91,-6 1 0,1-17 1,3-6 67,2-12 0,1-15 1,-3-7-1,1-8 139,-1-7 1,-1-4 0,1-2-1,2 3 433,-3 3 0,5-2 0,-3 9 0,-1 4 279,-2 3 0,0 5 1,1-3 24,3 6 1,5 4 0,-4 3-135,2 4 1,2 4 0,4 8-322,-4 5 1,2 3 0,-6 8-1,1 1-60,-1 4 1,0 9 0,-3 8 0,1-1-341,-1 3 1,-2-6-1,0 3 1,2-1-807,1 2 1,2-6 0,-1 2 0,5-8-1840,4-3 2899,1-9 0,30-30 0,7-12 0</inkml:trace>
  <inkml:trace contextRef="#ctx0" brushRef="#br0">10484 7524 7771,'-7'9'164,"3"4"1,-5-6 0,2 5 689,3 6 1,2 0-1,2 8 1,0 0-544,0-1 1,6-4 0,1 1-1,2-4-437,4-1 0,3-8 1,5-4-1,-1-5-252,-5-5 1,1-4-1,-7-10 1,2-3 153,0-5 0,-7-3 1,2 1-1,-5 1 213,-1-1 0,-5-2 0,-2-1 0,-1 5 359,1 5 1,-4 3-1,3 5 1,-1 1-374,-4 2 0,4 7-2187,-2-1 2212,8 10 0,17 4 0,14 8 0</inkml:trace>
  <inkml:trace contextRef="#ctx0" brushRef="#br0">10732 7111 9089,'-16'0'1406,"6"2"1,5 3-929,3 6 1,4 6 0,3 5 0,8 7-428,8 8 1,-3 7 0,6 9-1,-2 2-424,0-1 0,0 3 0,-6-2 0,-1-2-335,-4-2 0,2-5 0,-7-5 0,-3-10-54,-1-5 0,-7-10 1,-3-7 761,-1-1 0,-17-32 0,-9-13 0</inkml:trace>
  <inkml:trace contextRef="#ctx0" brushRef="#br0">10649 7359 7971,'-16'-9'1473,"-1"1"1,12 8 0,10-2-1414,16-3 0,10 3 0,7-4 0,8 5-1583,8 1 1,-3 0 1522,4 0 0,11 22 0,2 5 0</inkml:trace>
  <inkml:trace contextRef="#ctx0" brushRef="#br0">11443 7326 7771,'2'-13'1166,"4"7"1,-3 8 0,6 16-874,-1 5 1,5 4 0,-4 10 0,2 1-185,0-1 0,-6 4 1,5-3-1,-1-3-137,0-6 0,-5-5-76,1-7 1,-3-10-1,-2-7 55,0-9 1,0-13 0,0-6 0,0-3-47,0-2 1,0-5-1,0-1 1,0 2 139,0 2 1,0 10 0,0 3-1,2 3-249,3 3 0,-1-1 0,7 2-1392,2 4 1,2 4 1595,1 7 0,15 29 0,4 8 0</inkml:trace>
  <inkml:trace contextRef="#ctx0" brushRef="#br0">11724 7508 7771,'0'16'774,"0"1"0,2-10-315,4-7 1,3-7 0,9-10-1,2 1-506,3-1 0,6-7 1,-3-2-1,-1-1-266,-3-1 0,0 6 0,-3-3 0,-6 1 155,-4 3 1,-4 9-1,-6 2 289,-5 3 1,-5 2 0,-9 6 0,-4 5 264,-2 5 1,6 4 0,-2 3 0,4 4 169,1 6 0,0-3 0,3 3 0,3 1-361,5 2 0,4-3 1,4-2-1,6-1-263,8 1 1,10-13 0,12-2-1,8-7-534,8-4 1,-1-15 0,6-7 0,-4-9 591,-7-8 0,-22-10 0,-3-10 0,-2-7 0,1 0 0</inkml:trace>
  <inkml:trace contextRef="#ctx0" brushRef="#br0">12287 6813 7771,'-17'-9'1424,"1"3"-740,-1 4 0,2 4 1,4 4-1,6 5-14,3 4 0,2 8 0,0 5 0,0 5-241,0 6 1,5 5-1,3 11 1,1 6-388,4 3 1,3 0-1,5-1 1,1-3-837,-2 3 0,4-12 0,-2-3 1,-2-8 793,-2-8 0,6-14 0,2-11 0</inkml:trace>
  <inkml:trace contextRef="#ctx0" brushRef="#br0">12750 7359 7666,'7'-9'-793,"-5"-6"736,3 4 0,-3 2 685,-2-2 1,0 0 0,0-6 323,0 1 1,0-1-319,0 0 1,-2 1-472,-3-1 0,1 8 0,-7 4 70,-2 3 0,-1 9 0,-3 4 0,0 4 55,1 1 1,-1 8 0,1 6 0,-1 5-99,1 3 1,1 3 0,2-5-1,4 3-389,2-2 1,3-10-1,10-5 1,5-5-502,3-6 1,5-6 0,1-10 0,4-8 51,1-7 0,-4-6 0,1-7 0,-4 0 405,-1 0 1,-6 2 0,-2 1 0,0 5 387,0 1 0,-5 2 225,1 5 0,-3 10 1,-2 7-1,-2 9 322,-3 6 1,3 7 0,-3 2 0,5 1-521,5 5 1,-1-5-1,5 1 1,0-2-729,0-4 0,2-1 0,6-3 1,-1-1-2394,1-4 2949,-1-4 0,16-51 0,3-11 0</inkml:trace>
  <inkml:trace contextRef="#ctx0" brushRef="#br0">13047 7276 7724,'-9'7'1098,"0"-3"-657,3 7 1,5 0 0,-5 6-1,6-1-70,6 1 0,-3-6 1,6 0-1,1 2-11,-1 1 0,0-3 1,4-1-1,-2-3-370,2-3 0,1-4 1,3-6-179,-1-5 0,1-6 0,-2-5 0,-4-5-32,-6-4 0,3-8 1,-3 0-1,-1 1 94,-2-3 0,-2 8 1,0-2-1,0 8 11,0 3 0,-2 2-65,-4 5 180,4 8 0,10 39 0,10 16 0</inkml:trace>
  <inkml:trace contextRef="#ctx0" brushRef="#br0">13279 7392 7724,'9'-8'168,"6"-1"1,-4-9 56,3-4 0,-3 2 0,0-8 0,2-1 32,2-3 0,-4 5 1,-2 1-1,-1 0 43,-5 1 1,5 4-281,-3-1 1,-1 11 0,-10 6 0,-5 5 56,-3 5 0,-3 10 1,2 9-1,2 2 206,2 3 1,2 2 0,-4 1 0,4-3 36,2-1 1,1-3 0,6 5 0,0-5-276,0-1 1,8 2 0,3-8 0,5-5-176,6-4 1,11-5 0,10-9 0,-1-6 44,-4-4 1,3-11-1,-4-5 1,-4-6-779,-4 0 0,-9 3 0,1 0 1,-9 1 52,-6 0 0,1 6 1,-1 1 1081,-3 2 0,-3 9 679,-5 10 1,3 10-1,-3 6 1,3 6-419,2 5 0,0-2 1,0 6-1,0 0-290,0-1 1,0-3 0,0 4 0,2-2-198,3-4 0,-3-1-1394,3-3 753,5-7 0,-7-3 0,6-12 0,-1-5 274,-5-3 0,-1-3 0,0 1 1,2-1 266,1 1 0,3-1 1,-5 0-1,3 1 299,-2-1 0,3 6 1,0 2 202,2 2 0,-3 1 1,3 8-1,0 4-84,1 5 1,1 3-1,3 3 1,-1-1-227,-2 1 1,6-2 0,5-2 0,0-4-507,2-2 1,-4-1-1,6-8 1,-1-4-565,1-5 1,-6-5-1,2-6 1,-3-6 350,-3-3 1,-7-4 0,-3-2 0,-4-3 622,-2-3 0,0 1 0,0 0 0,0 7 507,0 6 1,0 8 1579,0-1-1371,0 11 1,0 6-1,2 10 1,1 8-348,3 7 1,1 1 0,-3 6 0,1 3-383,-1 1 0,3 2 0,1 0 1,-1 0-223,0 0 1,4 6 0,-5-1 0,-1-3-517,3-5 0,-6-1 1,3-7-1,-3-2-2612,-2-1 3321,0-10 0,-15-24 0,-3-12 0</inkml:trace>
  <inkml:trace contextRef="#ctx0" brushRef="#br0">14172 6945 7699,'0'-16'587,"0"-1"1,7 3-1,4 3 1,4 5-927,1 4 1,3 2 0,3 0 338,5 0 0,12 0 0,3 0 0</inkml:trace>
  <inkml:trace contextRef="#ctx0" brushRef="#br0">12535 7541 8564,'-10'7'668,"5"-5"0,10 3 1,6-5-159,4-5 0,2-6 1,1-9-1,2-4-404,2-2 0,2-2 0,-4-5 0,1 0-172,-7 0 1,1 2 0,-9 2-1,-3 3 204,-1 2 0,-2 2 0,-2 7-6,-3 4 0,-4 6 0,-8 10 174,0 6 0,1 9 0,-1 2 0,3 1-10,3 0 1,-4-2-1,6 4 1,0-1-213,3-4 0,4 1 0,2-1 0,2 2-1368,4-2 0,5-2 0,11-1 1284,5 0 0,45-19 0,20-9 0,-26 4 0,0 0 0,0 0 0</inkml:trace>
  <inkml:trace contextRef="#ctx0" brushRef="#br0">13411 7243 7982,'0'-17'464,"0"1"0,-5 3 1,-1-2-1,2-3 124,3 0 1,-5-1 0,1 3 75,1-1 1,2 1 477,2-1-1084,0 1 1,-6 8 0,-1 8 0,-2 11 114,-4 9 0,0 6 1,0 9-1,2 4-13,-2 5 1,1-2 0,-1 0-1,4-1-161,1-5 1,3-8 0,5-6 0,0-4-346,0-1 1,2-8-1,3-3 1,8-6-362,7-6 0,0-10 1,8-10-1,-1-2 420,-1 1 0,4 5 0,-8-4 0,-2 2 383,-2 4 1,-3 7-1,-2 4 307,-2 1 0,-2 5 1,4 8-1,-2 6 221,2 4 1,1 3-1,3 3 1,1 1-1376,4-2 1,-1-2 750,6-1 0,52-59 0,-30 13 0,0 1 0</inkml:trace>
  <inkml:trace contextRef="#ctx0" brushRef="#br0">15263 6912 7688,'-2'-33'183,"-3"0"0,-4 0 0,-8 0 0,1 2 0,-1 1 253,0 3 1,-1 7 0,-2-3-259,-2 5 0,-6 3 0,6 4 1,2 6-36,2 3 0,3 9 0,2 6 1,2 7-56,-2 8 1,6 11 0,1 5-1,4 5-66,2 6 0,0 12 1,0 12-1,2 5-148,4 4 1,-5-40 0,2 0-1,1-1 1,3 0 0,-1 0-1,0 1-192,1 0 0,1-2 0,9 29 1,-1-16-1,-1-11-752,-4-10 1070,4-17 0,-42-53 0,-18-25 0,3-7 0,-1 0 0</inkml:trace>
  <inkml:trace contextRef="#ctx0" brushRef="#br0">14800 7193 8056,'-16'-16'842,"6"5"0,5 0-164,3-2 0,4 4 1,3 0-553,6 1 0,10 3 0,3 3 0,1-2-39,5-1 0,6-1 0,3 6 0,0 0-133,1 0 0,-3 0 1,5 0-1,-2 0-509,-3 0 0,-4 0 0,-5 0 0,-6 2 136,-4 3 0,-3-1 0,-4 7 0,-6 2 487,-3 2 0,-2 3 0,2 2 0,2 2 249,1-1 1,1 2 0,-4 0 0,1-3-27,3-2 0,7-3 0,-2-4-55,3-6 1,3-3 0,-2-5 0,-2-7-263,-2-6 0,-8-14 1,3-1-1,-4-6 80,-2 1 0,-2-5 0,-4 3 0,-5 3 165,-3 5 1,-3 6 0,0 8 0,1 1-58,-1 4 1,6-2 0,0 10-412,-2 4 0,6 1 0,0 9-1415,-1 2 0,7 2 1664,-5 1 0,63-6 0,17-3 0</inkml:trace>
  <inkml:trace contextRef="#ctx0" brushRef="#br0">15743 6995 8474,'11'16'655,"-2"1"-303,-2 0 0,1-1 1,-5 1-1,3-1 124,-3 1 0,-1-1 1,-2 1-1,0-1 473,0 1-998,0-8 0,0-3 0,2-14 0,2-8-325,1-10 1,6-5-1,-3-4 1,1-2 28,4-2 1,1 1-1,1 5 1,-2 2-9,-2 3 1,0-1-1,6 8 1,1 5-642,4 3 994,-4 9 0,-8 19 0,-12 13 0</inkml:trace>
  <inkml:trace contextRef="#ctx0" brushRef="#br0">11113 8119 7728,'-6'-16'1704,"0"-1"-1161,-6 8 0,12 16 0,-2 17 0,7 13-393,4 13 1,2 1 0,4 10 0,-2 3-120,-2 6 1,0-2-1,6 0 1,-1-11-169,1-13 1,-1-11-1,1-11 1,1-15-125,4-14 0,4-13 0,7-21 0,0-8-231,0-10 0,-2-11 0,-3-1 0,-6-1 276,-4-2 1,-7 5 0,-1-7 0,-3 5 463,-3 6 1,-3 10 0,-1 15 432,0 7 0,0 14-42,0 8 0,6 30 1,-1 19-258,-1 1 1,-2 5-1,-2 2 1,0 7-288,0 8 0,0 1 0,2 1 0,1-6-143,3-6 0,0 1 0,-6-16 1,1-4-409,5-9 0,3-12 0,8-5-38,-1-4 1,-1-11 0,-2-6 0,-2-5 271,2 0 1,-1-6 0,1 0 0,-2-2 220,2 1 0,-4 7 0,1-2 0,-3 3 576,-3 3 1,5 7-159,2 3 0,-2 12 0,2 6 1,2 7-118,2 3 0,1 7 0,2-1 0,5 1-277,4-1 1,4-4 0,2-10 0,0-3-373,1-5 0,-1-6 0,0-6 0,-2-6-336,-4-9 1,-8-3-1,-10-5 1,-2 1 221,-3-1 0,-2-2 0,-2 0 0,0 3 767,0 6 1,-7 4 1535,-4 1-1036,-4 8 1,0 3 0,4 12-585,6 5 0,5 2 0,3 0 1,5-2-393,1 2 0,-4-1 0,6 1 0,2-2-521,2 2 0,3 0 0,2 0 0,3-4 693,-3-2 0,13 6 0,2-4 0</inkml:trace>
  <inkml:trace contextRef="#ctx0" brushRef="#br0">10980 8417 7728,'-16'0'203,"3"0"51,7 0 0,17-2 0,22-3 1,11-6-463,10-4 0,19-7 1,15 0 207,-43 13 0,6-2 0,13-6 0,12-4 0,7-3 0,-1 1 0,7-2 0,0 1 0,0-1 0,0 0 0</inkml:trace>
  <inkml:trace contextRef="#ctx0" brushRef="#br0">12948 7871 7729,'-26'-16'535,"-3"1"0,7 2 0,2 4-406,1 2 0,10 3 0,4 10-15,3 5 0,7 11 1,3 5-1,-1 4 413,0 3 0,4 6 1,-3 6-1,1 7-280,4 8 1,-4 1-1,2 1 1,2-6-639,2-6 1,1-1-1,-1-17 1,-2-7-329,-2-6 0,-2-13 0,4-9 283,-2-12 1,-8-5-1,3-8 1,-4-3 305,-2-1 1,0-2 0,2 0-1,1 0 383,3 0 1,5 5 0,-4 2 0,2 3 172,4 2 0,-4 3 0,2 3 0,2 4-31,2 6 0,7 5 1,0 5-1,-2 6-72,-1 4 1,-3 9 0,1 2 0,-3 1-172,-3 1 1,-3-1 0,-10 6 0,-4 0-287,-5 0 0,-3 1 0,-3-3 0,-1-4-532,-4-5 0,3-3 1,-3-5 665,4-3 0,14-47 0,6-23 0,-1-5 0,0-1 0</inkml:trace>
  <inkml:trace contextRef="#ctx0" brushRef="#br0">13361 7971 7738,'-5'11'1016,"-1"0"0,1 1 0,5 11 1,0 4-579,0 4 1,2 10 0,3 3 0,4 4-421,1 1 0,6-7 0,-1-3 0,7-8-137,4-9 1,-4-7 0,5-17 0,1-5-415,-2-10 1,5-8-1,-5-14 1,-3-5-133,-6-4 1,-2 0 0,-8 2 0,0 4 397,1 2 1,-3 9 0,-7 10 1466,-3 8 1,1 6-1,-5 9-697,2 3 1,-4 10 0,5 9 0,2 0-219,3 0 0,1 3 1,1-3-1,5 0-497,5 0 1,-2-2 0,2-5 0,2-3-3326,2-3 3537,1-3 0,15-74 0,4-17 0</inkml:trace>
  <inkml:trace contextRef="#ctx0" brushRef="#br0">13742 7723 8783,'-2'9'2270,"-2"-2"-2097,-1 0 0,1-3 1,10 5-1,5 0-527,3 1 1,3-1 353,-1 2 0,30 18 0,8-1 0</inkml:trace>
  <inkml:trace contextRef="#ctx0" brushRef="#br0">13957 7954 7738,'0'17'481,"0"-1"0,0 1 0,-2-1-31,-4 1 0,5 1 1,-5 4-1,4 6-132,2 3 0,6 2 0,1 0 0,2 0-462,4 0 1,4 4 143,5-4 0,33-18 0,15-17 0</inkml:trace>
  <inkml:trace contextRef="#ctx0" brushRef="#br0">14337 7938 7054,'-7'9'-252,"5"-2"1,-13-44 0,6-9-1</inkml:trace>
  <inkml:trace contextRef="#ctx0" brushRef="#br0">14271 7673 7710,'-11'-22'0,"2"0"0,0 2 421,-1 1 0,5 5 0,-4 1 1864,1 2-1786,3 7 0,5-2 1,0 12-1,0 7-79,0 7 1,0 8 0,2 12 0,1 10-117,3 8 1,1 9 0,-3 6 0,1 8-297,-1 5 0,5 1 0,0-10 0,2-7-897,0-8 1,0-9 0,6-16 0,1-15 888,4-13 0,12-66 0,8-16 0</inkml:trace>
  <inkml:trace contextRef="#ctx0" brushRef="#br0">14717 7954 8046,'-22'-16'269,"0"-1"0,-2 6 0,4 2 0,-4 1 0,-1 5 430,-5 1 1,5 4 0,-1 5-204,2 10 1,-4 1 0,6 10 0,2 1-35,2 2 1,9 2 0,3 2 0,4 2-368,2 1 0,4-1 0,5-9 0,9-6-637,6-4 0,6-9 0,8-7 0,5-9-59,-1-10 0,-2-12 0,-9-2 0,-3-6-151,-6 0 0,-4-3 0,-3-1 0,-4-1 619,-5-4 0,-4 2 0,-4-4 0,-4-3 520,-5-1 1,-4 3 0,-1 5 0,-1 7 1683,1 8 1,5 12-1473,0 12 1,7 12 0,-1 9 0,3 12-202,2 9 0,7 5 0,4 8 0,6 1-97,5 4 0,-2-3 0,7 1 1,1-5-797,-2-4 1,11-7 0,-3 1 0,5-5-1668,1-5 1,-1-4 2161,-6-8 0,-7-14 0,-2-4 0</inkml:trace>
  <inkml:trace contextRef="#ctx0" brushRef="#br0">16288 7706 7788,'-7'-9'-5,"0"-6"0,-6 4 0,4-5 1,1-5 146,5-1 0,1 0 0,2 6 533,0-1 0,0 1 1,0-1 1248,0 1-1468,0 6 1,2 31 0,1 19-143,3 13 1,-1 8 0,-3 7 0,2 4-263,1 5 0,6 9 0,-3 4 1,1 0-971,4 0 0,3-11 0,6-11 0,4-11-2403,0-11 3321,5-17 0,9-65 0,12-19 0</inkml:trace>
  <inkml:trace contextRef="#ctx0" brushRef="#br0">16586 8004 7924,'-11'-6'0,"2"-1"309,2-2 1,-6 5 369,2-2 0,3 6 0,3 6-318,3 5 0,2 9 1,0 4-1,0 2-113,0 3 1,2-3 0,1 1 0,5 3-234,1 1 1,2-3 0,6-3-1,-1-3-243,1-7 0,6 0 0,3-10 0,2-1-172,-1-2 0,-5-15 0,4-5 0,-2-6 17,-4-6 1,-3-1 0,-6-4-1,-6-2 328,-3-1 1,-2-1 0,0 8 0,-2 3 375,-3 6 0,-6 4 0,-9 2 0,-3 1 197,3 4 0,-4 3 0,0 8 0,1 2-132,-1 4 1,-4-1 0,6 10-1,2 3-540,2 1 0,8 1 0,5 0 0,3 2-719,2-2 1,7-3-1,4-4 873,4-2 0,60-22 0,15 0 0</inkml:trace>
  <inkml:trace contextRef="#ctx0" brushRef="#br0">17082 7838 7871,'-9'-7'377,"0"0"1,5-6 0,-3 4 26,-2 1 0,-2 3 1,-4 7-285,4 3 0,-4 6 0,6 11 0,-2 6 155,0 3 1,0 2-1,-4 2 1,2 3-177,2 7 1,6-3-1,-4 0 1,1-3-172,5-8 1,3-5-1,5-12 1,6-3-246,4-5 0,3-12 0,2-7 0,2-5 127,-1-4 0,3-7 0,-2 3 0,-2 0 352,-2 4 0,-7 4 0,0 1 193,2 1 0,-4 7 0,0 5 40,-1 8 0,3 12 0,-4 12 1,2 5-68,4 5 0,2 6 1,1 10-1,1 4-384,0 7 1,5-1 0,0 11 0,-2 3-354,-2 2 1,-1-1 0,-3 6 0,-3-13-41,-5-17 1,-4-13-1,-2-14 1,-2-8 314,-4-7 1,-5-6 0,-9-7 0,-2 0 188,2 0 0,-6-7 1,1-6-1,-1-6 136,4-3 1,3-9 0,3-2 0,-1-9-222,1-6 1,7-2-1,3 1 1,4-1-526,2 1 1,0 4 0,0 3 554,0 2 0,30 16 0,6 9 0</inkml:trace>
  <inkml:trace contextRef="#ctx0" brushRef="#br0">17347 8103 7834,'-17'-7'2024,"10"-3"-1317,7-6 0,7 7 1,10 3-1,1 4-415,4 2 1,-2 0-1,6 0 1,-2 2-230,-4 4 0,-1 3 1,-3 7-1,-1 1-192,-4-1 0,-4 6 0,-7 2 0,0 0-108,0 0 1,-2 0 0,-3-4-1,-6 4 259,-4 2 0,0-6 1,3 2-1,1-4 383,-2-1 1,0-6-189,2 0 0,5-9 1,12-2-312,5-9 0,5-6 0,8-3 0,7-4-1482,6-6 0,11-3 1576,2-2 0,4-7 0,7-5 0,9-4 0,0 1 0</inkml:trace>
  <inkml:trace contextRef="#ctx0" brushRef="#br0">17942 7425 7944,'-16'0'-390,"-1"0"0,6 0 229,0 0 1,5 0 329,-5 0 1,8 2 491,-3 3 1,-1-1-1,0 9 18,-3 5 0,5 2 0,-4 13 0,-1 8-361,1 5 0,6 9 0,-3 2 0,4 2-503,2 3 0,8-3 0,4-2 0,9-4-2059,6-5 2244,12-9 0,47-14 0,-33-17 0,-1-1 0</inkml:trace>
  <inkml:trace contextRef="#ctx0" brushRef="#br0">18190 7508 6706,'-9'0'-969,"-4"1"1637,8 5 238,-1-4 1,6 12-356,0-3 1,0 4 0,0 4-1,0 1-149,0 2 0,0 7 0,0-1 0,2 3-188,3 2 1,3 0 0,5 0 0,-2 0-267,1 0 0,5-7 0,3-4 1,4-5-307,2-6 0,-4-4 0,4-7 0,-3-2-403,-2-3 1,-5-6 0,-5-10 0,-3-1 760,-1 2 0,-27-20 0,0-4 0</inkml:trace>
  <inkml:trace contextRef="#ctx0" brushRef="#br0">18157 7408 7807,'2'-11'-725,"3"0"1,-3 6 1814,4-6 0,3 7-1090,2-1 0,40 10 0,12 4 0</inkml:trace>
  <inkml:trace contextRef="#ctx0" brushRef="#br0">18521 7243 7807,'7'-9'329,"-3"-4"1,7 7-1,4 3 377,5 1 1,0 4 0,8 3 0,3 6-215,6 4 0,-3 7 0,7 2-294,-1 2 1,-5-1 0,2 5-1,-8-1-49,-7 6 1,-5-2-1,-6 8 1,-6 1-25,-3 7 1,-11 3-1,-6 9 1,-8-1-335,-9-1 0,1 0 0,-11-6 1,0 2-862,-1-2 1,7-8 0,-3-7 1069,4-3 0,-35-24 0,-9-5 0</inkml:trace>
  <inkml:trace contextRef="#ctx0" brushRef="#br0">2629 9310 8069,'-11'0'140,"0"0"639,-2 0-78,-1 0-614,-3-7-126,8 5 272,-6-6 1,12 8-41,-8 0 0,5 0-133,-5 0 1,6 0-1,-5 2-76,3 4 0,0-4 1,3 5-33,-2 0 1,-1 1-1,3 5 1,-1-2 59,1 1 1,2 3-1,2 2 1,-1-1 45,-5 1 1,4 1-1,-3 2 1,3 4-42,2 2 1,0 3 0,0 10 0,0 5-14,0 4 1,0 9-1,0 3 1,0 7-16,0 4 0,0-5 0,0 1 0,0-11-7,0-4 1,0-4 0,0-2 0,0-4-31,0-2 1,2-7 0,1-7 0,3 0 28,-2 0 1,-3-4 0,-1 3-1,0-1 1,0-4 0,0 4 1,0-2-1,0-1 12,0-3 1,0-2 0,0 1 238,0 0 0,0-1 124,0 1-207,0-1 1,0-5 44,0 0 1,2-7-37,4 1 1,-3-3 0,8-2-83,2 0 0,-4 0 1,3 0-1,0 0 16,3 0 1,2 0-1,-1 0 1,1 0-254,-1 0 1,1 0 0,-1 0 0,1 0-1123,-1 0 1,6 0 1281,0 0 0,23 8 0,-1 1 0</inkml:trace>
  <inkml:trace contextRef="#ctx0" brushRef="#br0">4051 9839 7972,'-11'-9'10,"0"3"218,-1 5 0,2-5 75,-1 1 1,0-3-163,-5 3 0,-1 3-99,1-4 1,-1 5 0,1 1-1,1 1 61,4 5 1,-4 3-1,4 9 1,-4 5-34,-1 4 0,-1 6 0,1 8 1,-1 8-59,1 10 0,-1 13 0,1 5 0,1 4-73,4 1 0,4-6 0,7-5 0,0-6 36,0-10 0,0-9 1,1-17-1,5-3-2,5-2 0,6-2 0,3-8 0,5-1-63,7-2 0,-1-7 0,13 2 0,4-5-175,5-1 1,-1-9 0,1-7 0,-5-10-41,-4-5 1,-8-4 0,3-4 0,-6-5 127,-5-4 1,-4-1-1,-10-1 1,-3 1 84,-5-1 1,-4-5 0,-2 0-1,-2 1 291,-4 3 0,-3-2 1,-7 1-1,-3 6 241,-3 4 0,4 2 0,-4 3 1,1 0 30,-1 6 0,4 0 0,-6 10 1,2 5-51,0 3 1,-7 4 0,3-2 0,0 5-156,4 4 1,-2 4-1,2 6 1,2 6-241,2 7-26,1 8 0,-7 33 0,-1 17 0</inkml:trace>
  <inkml:trace contextRef="#ctx0" brushRef="#br0">3770 10649 8164,'21'-1'0,"-1"-3"0,-2-2 0,4 3 143,2 1-62,4-5 0,5 5 1,2-6-1,1 3 1,5-1-1,-1 3-51,1 1 1,5 0 0,-4-2 0,2-1-97,0 1 0,2 2 0,9 2 1,4 0-57,0 0 1,3-2 0,-9-1 0,-3-3-176,-4 3 1,-9-1 0,-1 0 0,-4-1-25,-5 1 1,-7 2 0,2 2 320,-3 0 0,-12 0 0,-7 0 0,-37 8 0,-16 1 0</inkml:trace>
  <inkml:trace contextRef="#ctx0" brushRef="#br0">3787 10732 7615,'-9'-16'361,"3"6"0,12 5 1,5 3-185,3 2 1,12 0-1,5-2 1,8-1-39,3-3 1,8-5-1,7 4 1,0-2-145,0-4 1,0 3 0,-4 1 0,4 2-252,2 3 1,-1 2 0,3 2 0,-8 0-137,-7 0 1,0 2 0,-7 2 0,-4 1 391,-6-1 0,10-9 0,-4-5 0</inkml:trace>
  <inkml:trace contextRef="#ctx0" brushRef="#br0">3803 13146 8428,'0'-11'-409,"0"0"1,0 6 775,0-6-179,0 7 1,0-5 39,0 4 0,8 3-215,3-4 1,3 4 0,3 2 3,0 0 0,1 0 0,2 0 0,4 0 27,2 0 1,1 6-1,5-1 1,-3-1 1,-2-2 1,1-4 0,5-2 0,0-1 7,0 1 0,-5-3 0,-1-1 1,3 1-39,1 0 0,2-6 0,2 4 0,2-2 5,1 0 1,3 1 0,-4-2 0,1 2 7,-1 3 1,-2-4 0,-4 6-1,-3 1-22,-6 2 0,1 2 1,0 0-1,-3 2-57,-2 3 1,-1-1-1,1 5 1,2-1-1,2-5 1,2 5-1,-4-3 1,2-1 11,-1-2 1,3-2 0,-2 0 0,0 0-32,2 0 1,-6 0 0,4-2 0,-4-2-84,-1-1 0,-6-1 0,0 6-247,2 0 1,1-2 191,3-3 1,-6 3 0,0-4-255,2 5-48,-6 1 509,8 0 0,-50-8 0,-4-1 0</inkml:trace>
  <inkml:trace contextRef="#ctx0" brushRef="#br0">3853 13229 7417,'0'-16'180,"0"-1"0,2 8 0,2 2 146,1-1 1,8 5 0,-2-7-92,4 3 0,-4 1 1,0 6-107,2 0 1,1 0 0,3 0-148,-1 0 0,3 0 0,3 0 36,5 0 1,-3 0 0,-2 0-1,-2 0 39,2 0 1,-3 0 0,3 0 0,-2 0-11,2 0 1,-2 0 0,6 0-1,0 0-40,0 0 0,-1 0 0,5 0 1,-1 0 31,6 0 0,-2-1 0,6-3 0,-4-2-30,-2 3 0,5 1 0,1 2 0,-4 0-1,-6 0 0,2-2 0,-5-2 0,2-1 14,-1 1 1,-1 1-1,3-1 1,-1-2-31,1 3 1,-3-5 0,2 3 0,1 1-1,2 2 1,-3 2-1,-3 0 1,1 0-2,0 0 1,-6 0 0,2 0-70,-3 0 0,-3 0 0,1 0-171,-1 0 59,-7 8-278,-1-6-654,-8 5-131,0-7 1253,0 0 0,-30-7 0,-6-3 0</inkml:trace>
  <inkml:trace contextRef="#ctx0" brushRef="#br0">4002 13146 8046,'-11'-5'-463,"0"-1"0,7-6 0,-1 1 814,3-4 0,4 6 0,1 1-237,3 1 0,7 5 0,-2-3 0,3 3 185,3 2 0,1-6 0,2 1 0,4 1-88,2 2 1,-4-3 0,6-1-1,1 3-98,2 1 0,2 2 0,0 0 0,2 0-95,4 0 0,3 0 0,8 0 0,-2 2-80,-4 3 0,3-3 0,-4 3 0,1-3 98,0-2 0,-7 0 0,1 0 0,-3 0-33,-2 0 1,2 0 0,2-2 0,3-1-11,3-3 0,-7-1 0,3 3 0,-4-1-10,-2 1 0,-2 0 0,-3 1 0,-6-3-37,-4 2 0,-7 3-76,0 1 0,-5 0-441,5 0 78,-8 0 1,3 0 0,-10 1 492,-1 5 0,-23 11 0,1 8 0</inkml:trace>
  <inkml:trace contextRef="#ctx0" brushRef="#br0">4068 13146 8428,'11'-5'-108,"0"-2"1,2-1-18,2 1 0,3-4 1,2 5 319,2 3 0,8-6 1,-3-1-1,4-1 16,2 0 0,6 8 0,1-3 1,3 2-57,3-1 1,-6 3 0,1-3-1,-5 3-83,-3 2 1,4 0-1,-11 0 1,0 0-111,-4 0 1,1 2 0,0 1 0,-3 3-36,-2-3 1,0 5 0,3-3 0,3-1 4,1-2 0,-4-2 1,1 2-1,-2 1-15,2 3 1,-4-1 0,4-5-14,-3 0 0,-3 0 0,-1-1-35,-4-5 0,-4 2-135,-7-7-181,0 8-229,0-12-247,-7 13 923,-2-5 0,0 14 0,-6-5 0,6 5 0</inkml:trace>
  <inkml:trace contextRef="#ctx0" brushRef="#br0">7921 12435 8515,'0'-11'-712,"0"0"295,0-1 0,-6 2 563,1-1 0,-1 6 77,6-6 0,-1 0-70,-5-6 0,2 2 1,-5 3-1,0 2-7,0 3 0,3-4 0,-5 6 0,0-1-153,2-1 1,-6 5-1,4-4 40,-3 5 0,-8 1 1,-2 0-1,0 0-81,0 0 1,-5 7 0,1 2-1,-3 2 54,-2 0 1,0 0 0,0 6 0,-1-1-27,1 1 0,6 5 1,1 0-1,2-2 21,4-2 1,2 1 0,1 1 0,2 2 51,4-2 1,-1-1-1,6-3 1,2 1 7,3-1 1,1 6-1,0 0 1,0-1-53,0-3 1,5 4-1,2 2 1,3 0-16,2 0 0,3-2 0,2-4 1,-1 2-6,1 2 1,-1 0 0,1-3 0,-1 1-4,1 2 1,-1 0 0,1-4 0,-1 3 4,1 1 0,7-2 0,3-7 0,5-4-43,1-2 0,2-1 0,1-6 0,5 0 24,1 0 0,-5-9 0,3-6 1,-1-5 11,-1-1 0,-4-4 1,-9-1-1,-1-2 50,-4 1 1,4 5-1,-4-4 1,-3 2 48,-4 4 0,-4 2 0,4-1 0,-2-1-40,2-2 0,-6-6 0,-1 5 0,-5-1 14,-1 0 1,0-4 0,0 4 0,0 0 31,0 1 0,-7-5 0,-4 4 0,-4 0 28,-1 0 0,-1-3 0,1 5 0,-1 0-2,1-2 1,-1 5-1,1-3 1,-1 6-30,1 5 0,-1-4 0,1 6-69,-1 0 0,6-4 0,0 7-305,-2 3 1,4 1-255,-2 2 0,5 7 1,-3 4-1,2 4 542,3 2 0,-20 14 0,-3 4 0</inkml:trace>
  <inkml:trace contextRef="#ctx0" brushRef="#br1">5672 13262 12255,'0'-16'-1586,"-2"-1"1128,-3 1 281,3-1 1,-6 6 0,7 2 0,-5 2 158,-5 3 1,2 2 0,-2 2 210,-2 0 1,-2 0-1,-1 0 1,-3 0-55,-3 0 1,2 0-1,-6 0 1,1 2-42,-1 3 0,0-1 1,-3 5-1,1 0-55,-1 1 0,0 1 1,-1 3-1,3-1 62,-3-2 1,4 0 0,-3 6 0,-4-1 28,-4 1 0,-1-1 0,5 1 1,1-1 19,5 1 0,-3 0 0,8-1 1,2 1-103,2-1 0,9 1 0,1-1-82,1 1 0,5-1 1,-2 1-19,8-1 0,-2 1 1,3-1 26,-3 1 1,-2 0 0,2-1 0,2 1-98,1-1 0,1 1 0,-6-1 1,2 1-20,3-1 1,-1 1 0,7 1 0,0 2 13,-2 2 1,6 0 0,-2-5 0,5 0 19,4-1 1,2-5 0,-2 0 0,4 0 68,-1-2 1,7-1 0,-5-6 0,4 1 107,2 3 0,1-6 0,0-8 0,3-1 44,2-4 1,5-1-1,-4-5 1,1-1 12,-1-2 1,4-6 0,-5 5 0,-2-3 12,-3-4 1,-2 5 0,-3-3 0,-5-1-56,-6-2 1,1-1 0,-14 3 0,-1 1 17,-2-1 0,-2-2-102,0-2 1,0 5 2,0 0 0,-6 6 1,-1-3-1,-2-1-14,-4 0 0,-2 6 0,-3-2 0,-4 5 62,-6 6 1,-1-3 0,-2 5 0,-1-1-78,-3 5 1,-1 3-1,3 2 1,-1 0-200,1 0 0,0 0 0,2 2 0,4 3-177,5 6 1,-1 4-1,5 2 1,5-1 436,4 1 0,-11 14 1,1 4-1</inkml:trace>
  <inkml:trace contextRef="#ctx0" brushRef="#br0">6796 14089 6934,'2'-9'333,"4"3"0,3 3 1,9-1-252,4-1 1,6-3-1,12 3 1,12-5 55,12 1 0,10-5 1,8 4-1,3-1-60,3 0 1,0 2-1,-39 3 1,0-1 0,1 2-1,1 1-109,-1 0 1,1 1-1,-4-1 1,-1 0-1,43 1 1,-3-3 4,2 3 0,-3 1 1,3 2-1,-5 0 51,-6 0 0,-4-2 0,-7-2 0,1-1-12,-1 1 1,-7 2 0,-6 2 0,-9 0-2,-11 0 0,-7 0-331,-10 0 0,-8 0-39,-8 0 1,-2 6 0,-9 1 0,-2 0 357,-2 1 0,-75-10 0,36-3 0,0 1 0</inkml:trace>
  <inkml:trace contextRef="#ctx0" brushRef="#br0">6830 14172 8201,'-17'0'-432,"0"0"1,1 0 171,-1 0 426,8 0 1,9 0 0,13 0-1,7-2 169,8-4 1,10 3 0,8-8-1,8 0-48,6 1 0,14-4 0,7 3 0,5-4-247,0-1 0,6 6 1,-44 6-1,0 1 0,3 0 1,1 0-67,3 1 0,0-1 0,-5 0 1,-1 0-1,45 3 0,-6-1-95,0-5 1,-1 4 0,4-3 0,-4 3-29,-12 2 0,-3-2 0,-15-2 0,2-1 53,3 1 0,-7 2 0,-5 2 0,-10 0-257,-5 0 1,-9 0-82,-4 0 1,-11 2 0,-7 2 433,-8 1 0,-57-14 0,-20-9 0</inkml:trace>
  <inkml:trace contextRef="#ctx0" brushRef="#br0">7226 14122 8124,'-16'0'28,"-1"0"0,10 0 176,7 0 1,9 0 0,13 0-90,6 0 0,10-2 0,6-3 0,6-4 44,5-1 1,11-4-1,13 3 1,10-4-113,-40 7 1,1-1 0,42-7 0,-45 8 0,1 1 0,42-4-122,-2 6 1,1 3 0,-9 2 0,-6 0-60,-13 0 1,-12 0-1,-18 0 1,1 0-23,1 0 0,-9 0 0,7 0 0,-4 0-286,-1 0 1,-6 0 0,2 0 440,-3 0 0,-61-8 0,-15-1 0</inkml:trace>
  <inkml:trace contextRef="#ctx0" brushRef="#br0">11542 15643 7743,'-16'0'247,"-1"0"1,1 2 0,-1 2 0,3 3 472,3 3 0,-4 1-499,4 5 1,2 8 0,-2 2-1,0 3 1,1 2 74,5 4 1,1 2 0,1-4-1,-3 0-96,2 0 1,3 0 0,2-1 0,5-5-113,5-5 0,5-3 1,5-5-1,3-1-256,1-2 1,3-9 0,5-2 0,0-9-262,0-6 1,0-9 0,0-3 0,-2-6-52,-3-6 1,1 4-1,-8-4 1,-7 5 344,-6 0 0,-7 1 1,-2 0-1,-5 2 232,-5 4 1,-4 3-1,-3 7 1,-4 1 228,-6-1 0,3 8 0,-1 3 0,0 4 183,1 2 0,4 0 1,-1 2-1,4 4-701,1 5 0,1 4 0,1 3 0,4 2-682,6 2 0,3 0 0,4-5 874,3-1 0,48-6 0,19-3 0</inkml:trace>
  <inkml:trace contextRef="#ctx0" brushRef="#br0">12121 15677 7892,'-16'0'310,"-1"0"1,6 0-1,0 0-11,-2 0 1,-1 1 0,-1 5 217,4 5 0,3 9 0,8 4 0,0 2-254,0 3 1,0 2 0,0 2-1,2 1-237,4-1 1,5-2 0,9-4 0,4-5-225,2-3 0,-4-10 0,5-3 0,3-5-58,1-1 0,2-7 0,-2-4 1,-1-6-39,-3-5 0,-7 2 1,1-7-1,-9-1 134,-6 2 1,-4-3-1,-2 5 1,-2 0 247,-4 0 0,-3 2 0,-9 6 0,-2-1 271,-2 1 1,-6 1-1,4 4 1,0 5-30,0 5 0,2 1 1,6 0-1,-1 0-324,1 0 0,1 1 1,4 5-722,6 5 1,3-2 0,2 2-1726,0 2 2440,7 2 0,24 1 0,13 1 0</inkml:trace>
  <inkml:trace contextRef="#ctx0" brushRef="#br0">12717 15693 7751,'-2'-11'650,"-4"0"0,3 7-272,-9-1 0,7 3-94,-6 2 1,7 2-1,-1 3-1,3 6 1,0 4-1,-2 2 1,-1-1-49,1 1 0,2-1 1,2 1-1,0-1-81,0 1 0,0 1 0,0 2 0,0 2-169,0-1 0,2-3 0,2-1 0,3-3-94,2-3 0,4 2 1,8-7-1,2-3-133,3-1 0,0-4 0,3-3 1,-3-6-38,-2-4 0,-2-3 0,-7-2 0,-4-4 134,-6-2 1,-3 0 0,-2-3 0,-2 3 225,-3 2 1,-5-3 0,-8 3-1,-2 0 256,-2 0 1,-8 7 0,5 8 0,-1 2-96,4 3 1,-2 2 0,2 4-456,2 4 0,9 3 1,5 7-1,6 1-2066,6 0 2279,3-1 0,59 15 0,13 4 0</inkml:trace>
  <inkml:trace contextRef="#ctx0" brushRef="#br0">13180 15726 7880,'-15'2'482,"2"2"1,4 3-307,1 2 0,-3-3 0,4 5 0,0 2 249,-1 1 1,3 3 0,5-1 0,0 1-174,0-1 0,0 1 0,2 0 1,3-3-321,6-3 0,6 2 0,3-7 1,4-3-138,2-1 1,-4-4-1,3-3 1,-1-6-26,-4-4 0,-1-1 0,-4-1 0,-4 0 46,-6 1 0,-3-6 0,-2-2 0,-2 0 408,-3 0 1,-5 2 0,-6 6 0,-1-1 136,1 1 1,-3 5 0,-1 1 0,-2 3-431,2 3 1,2 2-1,1 2-1037,0 0 0,8 8 1106,4 3 0,18 11 0,5 4 0</inkml:trace>
  <inkml:trace contextRef="#ctx0" brushRef="#br0">13758 15693 7735,'-11'-5'858,"0"-1"1,0-5-103,-5 6 0,-1 1-500,1 9 0,6 5 0,5 8 0,3 2-40,2 2 1,0 8 0,0-3 0,0 3 12,0-3 1,0 3 0,2-7 0,3 1-235,6 0 0,4-4 0,2-9 0,-1-5-310,1-4 0,5-4 0,2-4 0,0-5-19,0-3 1,-2-10 0,-6-2-1,-1-1 83,-4-1 0,-4 0 0,-9-5 1,-3 2 207,-6 4 0,-4-3 0,-3 8 0,-2 2 188,-3 1 1,0 8 0,2 2 0,-1 2-11,2 3 1,2 4 0,3 6-442,4 5 1,-2 3 0,8 3-85,1 0 0,9-6 0,6-2 390,4-2 0,31-9 0,7-7 0</inkml:trace>
  <inkml:trace contextRef="#ctx0" brushRef="#br0">14254 15743 8762,'-16'16'379,"5"1"0,2-1 0,-1 1-214,1-1 1,4 6-1,-4 2 1,1 0 72,5 0 0,1-2 0,2-3-146,0 3 0,7-6 0,4 2 0,4-6-67,1-5 0,1-3 0,1-10 0,2-5-98,3-4 1,-3-1 0,-7-3-1,-2-1 8,1-2 0,-4-5 1,-3 3-1,-3 0 191,-2 0 1,-7-4 0,-2 6 0,-2 2 44,0 2 0,0 7 1,-6 0-1,1 0-380,-1 1 0,0 3-1160,1 7 1369,7 0 0,60-22 0,23-6 0</inkml:trace>
  <inkml:trace contextRef="#ctx0" brushRef="#br0">14734 15495 7747,'-11'0'2086,"0"0"1,5 1-1699,-5 5 0,8 5 0,-3 11 0,4 6-133,2 3 1,0 2-1,0 2 1,0 2-228,0 1 1,0 8-1,0-4 1,0 1-436,0-5 1,0-5-1,2-3-730,4-3 0,3-8 0,7-3 1137,1-8 0,14-73 0,4-17 0</inkml:trace>
  <inkml:trace contextRef="#ctx0" brushRef="#br0">15114 15495 8226,'17'0'1158,"-6"0"0,-2 1 0,0 3-526,0 2 0,-5 12 0,3 0 0,-1 6-347,-1 6 1,1 3-1,-4 4 1,2 3-417,1 2 1,1-3-1,-5 3 1,3-3-548,2-8 0,5-5 1,-4-10 677,2 1 0,2-30 0,6-7 0</inkml:trace>
  <inkml:trace contextRef="#ctx0" brushRef="#br0">11013 15346 7986,'-31'0'0,"2"0"248,1 0 0,6 2 0,-4 3 1,1 8-1,-1 7 242,-4 8 0,-1 5 1,0 4-237,3 1 0,-1 10 1,7 0-1,2 7 21,1 4 0,5-6 0,3 2 0,5-3-379,4-3 0,4 1 0,4 1 0,7 2-1048,7 3 1,7 6 1151,12-1 0,4-19 0,8 2 0,6 3 0,0 0 0</inkml:trace>
  <inkml:trace contextRef="#ctx0" brushRef="#br0">15329 15329 7954,'2'-14'907,"4"3"-343,5 5 0,3 6 0,5 6-356,3 5 0,-2 9 0,8 4 0,1 1-24,2 5 0,-3-3 0,-1 5 0,3 4-47,1 5 1,-5 3 0,-6 7 0,-7 4-220,-8 6 0,-5 3 0,-7 3 0,-10 1-155,-8 3 0,-7 5 1,-1 4-1,2-4-274,4-10 511,3-7 0,7-24 0,1-4 0</inkml:trace>
  <inkml:trace contextRef="#ctx0" brushRef="#br0">15892 16073 7987,'-17'-9'413,"8"-5"0,3 12 0,10-2 0,3 6-453,3 3 0,-1 8 1,4-2-1,-4 4 113,-2 2 1,0-1-1,-3 2 1,2 3-41,-3 1 1,-1 0-1,-2-6 1,0 3 150,0 3 0,0-4 0,-2 4 1,-1-4 152,-3-1 0,1-6 0,5 0-183,0 2 1,1-6-1,5-1 1,5-6-380,4-6 1,9-3 0,5-7 0,6-1-167,3 0 1,8 1-1,-2 1 391,4 4 0,9-11 0,2 4 0</inkml:trace>
  <inkml:trace contextRef="#ctx0" brushRef="#br0">16619 15677 8769,'-9'-8'476,"3"5"0,12-7 0,7 3-189,7 3 0,8 2 1,8 2-352,3 0 0,7 0 1,-2 0-1,2 0-371,-2 0 0,-4 0 0,-8 0 1,-5 0-628,-5 0 1062,-3 8 0,-47 16 0,-11 11 0</inkml:trace>
  <inkml:trace contextRef="#ctx0" brushRef="#br0">16718 15875 7824,'-33'0'225,"8"0"0,3 0 721,3 0 0,14 0 0,10 0-922,15 0 0,17 0 0,9 0 0,7-2-387,8-3 0,3 3 363,2-4 0,0 2 0,8-1 0,5 1 0,0-1 0</inkml:trace>
  <inkml:trace contextRef="#ctx0" brushRef="#br0">17992 15379 7809,'-17'7'189,"6"-5"0,0 4 1,-2-3 385,-1 3-296,-3-4 1,0 10 0,3-4 0,1 1 0,2 4 0,-2 2 316,-2 1 1,-1 6 0,1 2 0,4 2-513,6 3 0,5 2 0,5 2 1,6-1-606,4-5 0,9 5 1,3-5-1,4 4-204,3 2 0,-1 0 1,0 1 724,0-1 0,15-8 0,3-1 0</inkml:trace>
  <inkml:trace contextRef="#ctx0" brushRef="#br0">18355 15395 7809,'0'-16'1865,"2"1"-1550,4 4 0,1 6 0,6 8-422,-2 3 0,0 7 0,4-2 0,-2 3-53,-2 3 1,-6 0 0,4-1 0,-1 1-35,-5-1 1,-1 1 0,-4-1-1,-1 3-18,-3 3 0,-7-4 0,0 6 0,-5-2 299,-4 0 1,-2 0 0,4-7 0,-2-2 986,2-2-923,1-8 1,17 5-1,10-10 1,10-4-18,10-5 1,5 4 0,4 0-1,1 1 17,-1 1 1,-2-1 0,-2 6 0,0 0-1,0 0 1,-7 2-1,-4 3 1,-6 6-121,-5 4 0,-5 3 1,-12 3-1,-5 3-33,-3 1 0,-8-3 1,-2 4-1,0 0-279,0 0 0,-4-6 0,6 2 0,4-4-1951,5-1 2232,-2-1 0,6-36 0,-7-9 0</inkml:trace>
  <inkml:trace contextRef="#ctx0" brushRef="#br0">18967 15346 7809,'17'-8'173,"-1"5"0,1-6 552,-1 1 0,1 5 0,-2 10 0,-2 9-282,-2 10 1,-8 5 0,3 4 0,-4 4-260,-2 5 0,0 6 0,-2 3 0,-4 4-139,-5 2 0,-5-4 1,-6 4-1,-6-4-458,-3-8 1,-2 1 0,0-9-1,0-2 413,0-2 0,-10-21 0,-6-3 0,-5 1 0,1 0 0</inkml:trace>
  <inkml:trace contextRef="#ctx0" brushRef="#br0">19463 15825 8035,'0'-16'568,"0"-1"0,-1 6 0,-3 0 794,-2-2 1,1 8-1042,5 5 1,0 9-1,0 13 1,0 6-244,0 3 1,0 4-1,0 2 1,0 3-531,0 2 0,0-3 1,0 3-1,2-1 452,3-5 0,12-23 0,8-7 0</inkml:trace>
  <inkml:trace contextRef="#ctx0" brushRef="#br0">19645 15892 7809,'0'11'744,"0"0"-304,0 1 0,0 3 0,0 4 0,0 1-232,0 2 0,8 2 0,5-6 0,5 0-348,4-3 1,6-9 0,-5-3-1,3-6-261,4-8 0,-7-6 1,-2-5-1,-7-6 54,-3-3 0,-7-2 0,0 0 0,-8 2 539,-7 3 1,-6 4 0,-5 8 0,-3-1-33,-1 1 0,-3 7 0,5 3 0,0 4-169,0 2 9,2 8 0,5 30 0,1 15 0</inkml:trace>
  <inkml:trace contextRef="#ctx0" brushRef="#br0">9492 15875 8488,'0'-24'-168,"0"-2"1,0-1 0,0 1 688,0 2 0,0-3 0,0 3 17,0-2 1,0 4 0,0-4 0,0 1-100,0-1 0,0 6 1,-2-4-1,-2 2-153,-1 0 0,-6 5 1,4 6-1,-3 0-152,-3 2 1,-1-4 0,-3 7-1,1 3-199,-1 1 1,-9 4-1,-5 5 1,-7 10-237,-5 8 0,5 8 1,-4 8-1,-1 9 220,1 8 1,11 1 0,0 2-1,5 1 275,6 3 1,3 1-1,6-2 1,6-3-185,3-6 0,11-13 0,6-7 0,7-9-125,3-8 0,-3-5 0,6-17 1,1-5-133,3-8 0,6-16 0,-1 0 0,-4-3-158,-4-5 0,-3 4 0,4-7 0,-5 0 142,-1 2 0,-7-4 1,-8 6-1,-2-1 389,-3 1 0,-2 1 1,-4 6-1,-2 2 209,-1 3 0,-8 6 138,2 11 0,-2 6 0,2 12 0,4 10 18,-1 8 1,6 12 0,-3 3-1,3 3-311,2 3 0,0 3 1,2 5-1,3 1-774,6-2 0,10 2 0,2-3 0,3-7-701,4-2 1,3-6 1294,5-10 0,12-25 0,9-13 0</inkml:trace>
  <inkml:trace contextRef="#ctx0" brushRef="#br0">9757 15710 8408,'-17'-15'-32,"2"2"898,4 2 1,6 7-260,10-1 0,6 3 0,9 2 0,6 2-530,5 3 0,-1-1 1,8 5-1,-1 0-495,2 1 1,-2-5-1,5 4 1,0-1-334,0-5 1,-7 1-1,0 0 751,-5 1 0,-47 8 0,-5-4 0</inkml:trace>
  <inkml:trace contextRef="#ctx0" brushRef="#br0">9823 15892 8340,'-17'9'509,"-5"-2"42,0-7 1,9 0 0,15 0-330,13 0 1,9 0-1,10 0 1,5 0-314,5 0 1,4 0 90,2 0 0,7-6 0,9-3 0,4 0 0,1 0 0</inkml:trace>
  <inkml:trace contextRef="#ctx0" brushRef="#br0">12204 17496 8483,'-9'-17'-205,"1"1"1,3-1 911,-1 0 0,1 1 0,5-1-226,0 1 0,0-1 0,0 1 0,0-3-116,0-3 1,0-3 0,2-7-1,1 3-172,3 1 0,-1 1 1,-5-4-1,0 1-136,0 3 1,0 6 0,0-1 0,0 4-150,0 1 1,-1 8 0,-5 4 0,-5 3-33,-4 2 0,-1 2 0,-3 3 0,-3 8 161,-5 7 1,1 8-1,-2 12 1,-1 10 13,-2 9 1,-2 5 0,2 2-1,3 0-29,6 1 0,4-1 1,3-2-1,4-3-165,5-6 1,12-11-1,7-7 1,7-10-102,7-10 0,5-8 1,1-9-1,0-2 11,0-4 0,-2-10 0,-1-12 0,-5-3-94,-1-2 1,-2-6 0,-7-1 0,-2-2 70,-2-4 1,-2-2 0,2 0 0,-5 2 536,-5 2 0,-1 8 0,0-3 1,0 6 742,0 5 0,-1 4-608,-5 8 0,4 9 1,-3 7-1,3 9-80,2 5 0,0 10 1,0 6-1,0 5-357,0 3 0,5 8 0,3-4 1,-1 3-643,0-1 1,6 0 0,-2 3 0,6-1-2870,5-1 3532,4-9 0,65-17 0,-37-17 0,-1 1 0</inkml:trace>
  <inkml:trace contextRef="#ctx0" brushRef="#br0">13328 17115 8936,'-11'-7'644,"0"-4"1,0-2-1,-3 0 1573,3 2-2028,-4 7 1,6-3 0,-6 9 0,2 2-71,2 1 0,-7 13 0,-10 1 0,-3 5-147,-2 5 1,-2 8 0,-4 1-1,-5-1-123,-3-2 0,6-2 1,6-2-1,8-3-117,3-6 0,-2-4 466,9-1-60,5-8 1,19-1 23,4-8 0,4 0 1,1 0-1,1 0 18,-1 0 0,1 0 0,-1 0 1,3 1-339,3 5 1,-4-4-1,6 3 1,-2-1-359,0 1 0,8-1 0,-5 7 0,3 2-42,-1 2 0,-5 1 0,6 1 558,1-1 0,39-29 0,11-7 0</inkml:trace>
  <inkml:trace contextRef="#ctx0" brushRef="#br0">13725 17314 8357,'2'-22'133,"2"-2"1,1 0 599,-1 0 0,0 2 1,-1 5 79,3 1 1,-1 5-309,-5 0 1,0 9-421,0 2 0,-2 2 0,-1 9 0,-5 2-72,-1 1 0,-4 3 1,-7-1-1,-4 3-156,-1 3 0,-3-4 0,-5 6 0,0-2 34,0 0 1,5 0-1,1-5 1,-1-2 44,2-4 0,3 1 0,6-4 140,0 1-59,1-5 1,14 3 0,8-7 0,6 0 72,5 0 1,1 0 0,3 0 0,2 0-83,3 0 0,2 0 0,5 0 0,0 0-187,0 0 0,0 2 0,2 1 0,0 3-568,-2-2 0,2 5 0,-13 0 747,-2 0 0,-9 21 0,-4-3 0</inkml:trace>
  <inkml:trace contextRef="#ctx0" brushRef="#br0">14387 17016 8357,'-17'-5'267,"1"-1"1,5-5 374,0 5 0,9 1 1,2 5-456,9 0 1,7 0 0,7 0 0,2 0-122,1 0 0,5 5 0,-3 1 0,3-2-156,2-3 1,0 5 0,-2 0-1,-3-3-115,-6-1 1,-4 4-1,-3 1-70,-4 2 1,-5 2 0,-12 6 0,-7-1 14,-7 1 0,-6 1 0,-9 4 1,-1 4 145,-3 0 1,-1 3-1,3-7 1,0-2 190,6-1 1,0-3 0,9 1 279,1-1 1,7-7-297,8-3 1,8-4 0,15-2-1,1 0-37,4 0 1,4-2-1,7-2 1,0-1 53,0 1 1,6 2-1,-1 2 1,-1 0 37,-2 0 0,-2 0 0,-2 0 0,-2 0-34,-1 0 0,-13 8 0,-1 3 0,-4 3 21,-7 3 1,-1 1-1,-4 2 1,-3 2 38,-6-1 0,-6 3 1,-3-1-1,-4 1 18,-2 0 1,-1-2 0,-6-5 0,0 1-228,0 4 0,-4-3 0,2 3 0,6-6-417,3-5 1,-2 2-1,6-6-292,2 3 776,9-7 0,26-32 0,12-17 0</inkml:trace>
  <inkml:trace contextRef="#ctx0" brushRef="#br0">14734 15643 7982,'-11'0'1900,"0"0"-1369,7 0-983,-3 0 1,9 0-204,3 0 655,-3 0 0,27 0 0,-1 0 0</inkml:trace>
  <inkml:trace contextRef="#ctx0" brushRef="#br0">15247 15561 7938,'-17'0'319,"6"0"927,0 0-1906,7 0 660,-10 0 0,27-22 0,-2-6 0</inkml:trace>
  <inkml:trace contextRef="#ctx0" brushRef="#br2">14536 15429 7990,'9'-2'592,"-4"-4"1,-3 2-381,-2-7 1,0 0-276,0-5 0,0-1 50,0 1 1,0-1 199,0 1 1,0-1 0,-2 3 3,-3 3 1,1-2 0,-7 5-68,-2-1 0,-2 5 1,-1-3-46,-1 0 1,1 5-147,-1-4 1,1 5 0,-1 1 127,1 0 0,5 5 0,0 2-16,-2 3 0,0-5 0,0 4 0,4 0-34,2 1 0,-1-1 0,5 4 0,-5-4 6,-1-2 1,5 6 0,-3-2-93,0 4 0,5-4 1,-6 0-39,1 2 1,5-4 0,-3 2-520,3 2 0,2-4-342,0 2 974,0-7 0,22-19 0,5-13 0</inkml:trace>
  <inkml:trace contextRef="#ctx0" brushRef="#br2">14221 15429 8134,'-9'-8'282,"4"-3"0,3 2 0,2-2-132,0-2 0,0 4 1,0-2-32,0-2 0,0 4 0,-2 0-109,-4 1 1,3-5 34,-8 2 0,5 4 0,-5 0 37,-2-1 1,-1 7-1,-3-5-18,1 4 0,-6 2 0,0 2 0,1 2-39,3 1 0,1 6 0,-1-3 1,-2-1-60,-2 0 1,0 6 0,5-2 22,1 4 1,-1-4 0,2 0-1,3 0 64,1-2 0,-1 6 127,-4-4 0,-1 2 46,1-2-564,7 3 0,3-12 1,12 2-280,5-8 0,-2 2 0,2-3 617,2 3 0,31-27 0,9-8 0</inkml:trace>
  <inkml:trace contextRef="#ctx0" brushRef="#br2">13742 15462 7944,'-11'0'248,"0"0"0,7-2 28,-1-4 0,3 3 0,2-8-10,0-2 1,0 3 0,0-1-152,0-1 1,0-3-1,0-2 1,0 1-198,0-1 1,-6 1-1,1-1 1,-1 1 62,-1-1 1,5 6 0,-5 2 0,-1 0 47,-3 0 1,2 3 0,-2-3 0,-2 2-30,-1 3 0,2 2 0,1 2 0,-1 0-7,-3 0 1,-2 0 0,1 0 0,-1 2-42,1 3 0,-1-1 0,1 5 0,-1 0 70,1 1 1,-1-5-1,2 6 1,3 2 40,0 2 1,1-4-1,-3 0 1,1 2 13,2 1 1,5 1 0,-3-2-1,0-2 53,0 2 1,5 1 0,-3 3-115,-1 0 1,7-1 0,-7-1-1,3-2-6,-1-2 0,1-6 1,3 4-576,-4-1-1013,5-3 1578,-7-5 0,38-37 0,6-8 0</inkml:trace>
  <inkml:trace contextRef="#ctx0" brushRef="#br2">17942 17264 7849,'-16'-9'-169,"-1"3"0,0 5 1,1 1 679,-1 0 1,3 1-214,3 5 0,-2 3 1,7 8-84,3-1 0,-5 1 0,3 1 0,1 2-38,2 2 1,0 8-1,-1-1 1,-3 6-78,3 4 1,1 5 0,4-4 0,1 1-131,3-1 0,7-1 0,-1-8 0,9-4-128,6-5 0,-1-11 1,1-7-1,1-9 101,-2-12 0,3-1 1,-7-10-1,-3-1 0,-7-3 0,1-6 1,-7-1-1,-2 3 34,-3 1 0,-1 2 0,0-1 0,-1 1 121,-5 0 1,-3 0 0,-8 2 0,1 2 200,-1 1 1,1 4 0,-1 0 0,1 8-140,-1 1 0,1 8 0,-1 1-221,0 4 0,6 10 0,2 3 1,2 3-327,3 3 1,2 0 0,2-1-1,2 1-2136,4-1 2523,3 1 0,29 7 0,7 1 0</inkml:trace>
  <inkml:trace contextRef="#ctx0" brushRef="#br2">18570 17297 7957,'-11'0'-46,"0"0"1,0 2 522,2 3 1,-4-1-206,8 7 1,-6 0-1,5 6 1,1-1-73,-3 1 0,7 5 0,-5 2 0,4 1-83,2 5 1,0-4 0,2 1 0,4 1-144,5-3 1,-2-1 0,2-7 0,2-1-69,1 1 1,8-8 0,2-3-1,2-6-63,3-6 1,-5-3 0,0-8 0,-4 1 10,-3-1 0,1-5 0,-12-2 0,-2 1 116,-3-1 0,-1-4 1,-1 4-1,-5 0 140,-5 0 0,-6 2 0,-3 6 1,-2-1 136,2 1 1,-4 5 0,2 2 0,2-1 21,1 1 1,3 5 0,-1-1-479,1 3 0,7 9 0,1 5 0,3 2-188,-1 3 0,3-1 0,6 1-673,3-1 1,7-1 1069,-2-4 0,40-11 0,12-9 0</inkml:trace>
  <inkml:trace contextRef="#ctx0" brushRef="#br2">19100 17314 7482,'-17'0'-68,"1"0"0,1 2 0,4 3 610,5 6 1,-1 4 0,1 1-182,3 1 0,-5 7 0,3 3 0,1 3-185,2-3 1,2 4 0,2-5 0,4 0-192,5-4 0,-2-4 0,4-3 0,3-4-58,5-5 0,6-6 1,-3-6-1,2-5-78,3-4 0,1-7 0,-3-2 0,-7 1-49,-7-1 0,0-4 0,-7 4 0,-3-2 201,-1-3 0,-11 5 0,-6 2 0,-7 4 83,-4 1 1,6 3-1,-4 2 1,2 7-539,0 3 1,0 2-668,6 0 1121,6 7 0,32 17 0,15 11 0</inkml:trace>
  <inkml:trace contextRef="#ctx0" brushRef="#br2">19695 17198 7957,'-9'-7'45,"-4"-3"0,6-6 1281,-3-1-754,7 8 1,1 4-1,7 10 1,-1 8-256,-2 7 1,3 6-1,1 9 1,-2 2-151,-3 1 1,-1 6 0,0-3 0,0 1-140,0 4 0,0 2 0,2-1 0,2-1-591,1-2 0,6-7 1,-3 0-1,1-8-329,4-7 1,3-5 0,5-6 0,1-7 891,-2-8 0,4-36 0,0-17 0,2-7 0,1 1 0</inkml:trace>
  <inkml:trace contextRef="#ctx0" brushRef="#br2">20059 17297 7957,'0'-16'-197,"0"-1"1050,0 1 0,2 5 75,3-1 0,2 11 1,6 1-513,-2 9 1,-5 13-1,3 5 1,-2 5-432,-3 1 0,3 0 0,-1 0 0,-2 0-418,-3 0 0,1 0 1,2 0-1,1 0-2491,-1 0 2924,-2-7 0,5-17 0,2-11 0</inkml:trace>
  <inkml:trace contextRef="#ctx0" brushRef="#br2">20704 17380 7957,'-11'-6'0,"0"1"0,5-1 0,-5 6 664,-2 0 0,4 0-325,-2 0 1,2 8 0,-2 3-103,5 3 1,3 3 0,-1 1 0,-2 2-110,3 3 0,6-1 1,5-4-1,1 0-235,4-1 0,7 3 0,4-11 1,2 0-64,3-3 0,2-6 0,0-6 1,-1-5-2,-3-3 0,-6-8 0,-1-2 0,-7 0 82,-8 0 0,-3-5 1,-4 3-1,-3-2 269,-6 1 0,-11 7 1,-6-2-1,-1 3 183,1 3 0,-3 1 0,5 4 0,-1 5-234,-1 5 0,8 1 0,-2 1 0,3 5-513,3 5 1,7 4 0,3 1 0,6 1-306,6-1 0,3 1 689,7-1 0,45 1 0,11-1 0</inkml:trace>
  <inkml:trace contextRef="#ctx0" brushRef="#br2">21216 17297 8156,'-16'0'1544,"5"0"-1077,0 0 0,7 7 0,-1 5-259,3 2 0,2 3 1,2-1-1,1 1-87,3-1 0,7-5 0,-2 0 1,5 0-357,6-1 1,-3-3 0,4-7 0,-1 0-8,1 0 1,-1-2-1,-6-3 1,1-6 116,-1-4 1,-7-2-1,-3 1 1,-4-3 262,-2-3 0,-8 4 0,-3-4 0,-3 4 265,-3 1 1,-1 1 0,-2 1-1,-3 4-77,3 5 1,2 4 0,1 2-549,1 0 0,1 8 0,4 3 0,6 4-726,3 1 0,7 1 948,1-1 0,51 8 0,7 2 0</inkml:trace>
  <inkml:trace contextRef="#ctx0" brushRef="#br2">21729 17264 7948,'0'11'135,"-2"-2"0,-2 0 181,-1 1 0,-2 1 1,3 5-1,-2 1 125,3-1 1,-5 3-1,3 1 1,1 4-193,2 1 1,2-4-1,2 1 1,4-4-212,5-1 0,11-8 0,5-4 1,5-5-165,1-5 0,0-6 1,0-11-1,-2-6-216,-3-3 0,-5-4 1,-8-2-1,-4-1 164,-5 1 0,-6-3 0,-8 1 0,-8 4 126,-10 6 0,-5-1 1,-2 10-1,-2 4-344,-4 3 1,10 9 395,-4-2 0,-26 5 0,-11 1 0</inkml:trace>
  <inkml:trace contextRef="#ctx0" brushRef="#br2">17496 16999 8069,'-10'-9'139,"-2"0"1,4 5 0,-1-1 933,-4 1-967,6 2 0,-8 4 0,4 2 0,-4 3 1,-1 4-1,-1 6 142,1 3 1,-3 11 0,-3 2 0,-3 11-202,-1 10 0,-5 12 1,3 11-1,-3 6-183,14-40 0,1 2 0,4 1 0,4 2 0,-1 3 0,3 1 0,2 0 0,2 0-178,4 0 1,4-1 0,2-3-1,4-2 284,6-1 1,8-2 0,30 11 0,13-1-1,-16-17 1,-1 1 0,1 0 0</inkml:trace>
  <inkml:trace contextRef="#ctx0" brushRef="#br2">22291 16917 8067,'0'-17'259,"0"1"1,2 7-27,3 3 0,-3 12 0,6 6 0,-1 9-21,4 6 1,-2 6-1,2 6 1,2 3-187,2 0 0,1 6 0,1-4 0,-1 4-125,1 2 1,-2-6 0,-4-2 0,-6-2-45,-3-3 0,-2-2 0,-2-2 0,-5 0-431,-10 0 0,-1 2 0,-10 2 574,-1 1 0,-9 8 0,-7 6 0,-3 1 0,-1 0 0</inkml:trace>
  <inkml:trace contextRef="#ctx0" brushRef="#br2">22721 17661 8085,'-9'-2'-90,"2"-2"1,1-3 991,1-2-460,-1 5 1,6-5 0,2 5-95,3-1 0,5-1 0,6 6-350,1 0 1,-6 6-1,0-1 1,2 1-118,1 1 1,-3-3 0,0 7-125,2 2 1,-6 1-1,-1 3 47,-4 0 0,-2 5 1,-2 0-1,-2 0 79,-1 2 0,-8-4 1,2 6-1,-4-1 96,-1 1 0,-1-6 0,1 2 0,-1-3 144,1-3 0,5-5 109,0 0 0,9-7-160,2 1 0,7-3 0,10-2 0,-1 0-140,1 0 1,1-2 0,2-1 0,4-3-555,2 3 0,1-5 622,6 3 0,10-5 0,6-1 0,5 2 0,-1 0 0</inkml:trace>
  <inkml:trace contextRef="#ctx0" brushRef="#br2">23482 17297 8069,'-11'-2'1273,"0"-3"-1086,7 3 0,4-5 0,11 7 1,4 0-85,1 0 1,3 0 0,3 0 0,3 0-90,1 0 0,5-2 0,-3-2 1,3-1-267,2 1 0,0 2 1,-1 2-1,-3 0-185,-1 0 1,-8-5-1,2-1-206,-21 6 607</inkml:trace>
  <inkml:trace contextRef="#ctx0" brushRef="#br2">23878 17285 6018,'-51'32'0,"28"-19"0</inkml:trace>
  <inkml:trace contextRef="#ctx0" brushRef="#br2">23779 17344 6018,'-33'19'0</inkml:trace>
  <inkml:trace contextRef="#ctx0" brushRef="#br2">23399 17545 8069,'-16'0'0,"-1"0"499,0 0 1,6-5 49,0-1 1,10 1-1,1 5-267,9 0 1,11 0-1,6-2 1,3-2-214,6-1 1,9-1-1,0 6 1,4-2-399,2-3 0,-6 3 0,0-4 0,0 5-1785,-28 1 2114</inkml:trace>
  <inkml:trace contextRef="#ctx0" brushRef="#br2">24623 17016 8020,'-6'-11'0,"1"0"570,1-2 0,2-2 0,2-1-225,0-1 0,0 6 0,2 2 0,4 2 0,6 3-64,9 2 1,-3 2 0,6 0-194,0 0 0,-4 6 0,6 1 0,-2 2-118,-4 4 1,-2-4-1,-1 2 1,-1 2-257,1 2 0,-8 3 0,-3 3 1,-5 1 19,-1-2 0,-1 6 0,-5 1 0,-7 4-44,-7 2 1,-6 2 0,-7 2 0,-2 2 248,-3-3 0,3-3 1,-4-3-1,4-4 275,2-3 1,2-1-1,3-5 438,6 0 0,6-6-393,5 0 0,5-8 0,12 3 0,5-4-48,3-2 0,5-6 1,3 1-1,5-1-137,5-1 0,8 3 0,4-7 1,4 0-543,2 2 1,-1-6 0,1 4 0,-1-4-481,1-1 1,-2-1 0,-4 1 947,-5-1 0,-19 1 0,-6-1 0</inkml:trace>
  <inkml:trace contextRef="#ctx0" brushRef="#br2">25202 16983 7821,'-8'-15'525,"-3"4"1,-4-3 465,-1 2 0,5 5-534,0 2 0,7 5 0,-1 5 0,3 6-290,2 4 1,0 7-1,0 2 1,0 2-155,0 3 0,5 2 1,3 0-1,-1-1-86,0-3 1,8 1 0,0 3 0,7-1-208,4-3 1,-4-9-1,5 1 1,3-8-120,1-4 1,2-1 0,0-6-1,0-2-192,0-4 0,-2-3 1,-3-7-1,-4-3 591,0-3 0,-28-70 0,2 35 0,0-1 0</inkml:trace>
  <inkml:trace contextRef="#ctx0" brushRef="#br2">25532 16933 8108,'-16'-9'780,"-1"2"0,3 10 0,1 7-260,2 6 0,1 14 0,-1 3 0,4 11-393,0 9 0,5 4 0,-4 5 1,6-3-632,6-2 1,3 4 0,8-6 503,-1-2 0,1-1 0,-1-3 0</inkml:trace>
  <inkml:trace contextRef="#ctx0" brushRef="#br2">24540 16603 7838,'-31'-6'0,"3"1"303,6 1 0,4 2 0,1 2 1,1 2-1,-1 5 186,1 10 0,-6 7 1,0 11-275,1 3 1,-4 12-1,-3 9 1,-3 1 56,-2 1 1,5 7 0,1 9 0,-1 8-134,15-39 1,0 1 0,-3 41-1,13-39 1,2 0 0,3-2-1,2 0-538,12 44 1,10-2 0,-8-45 0,3 0 0,25 37 398,7-12 0,13-26 0,9-5 0</inkml:trace>
  <inkml:trace contextRef="#ctx0" brushRef="#br2">25913 16702 7860,'11'0'835,"0"0"0,2 0-358,1 0 1,10 7 0,4 6-98,3 7 1,9 11-1,3 10 1,1 3-117,0 7 0,-7 6 1,-1 11-1,-6 6-398,-8 9 0,-15-1 0,-12 8 0,-17-2-130,5-44 1,-1 1 0,-3 3 0,-2 1 0,-4-1 0,0 0 0,0 0 0,-1 1-453,1-2 1,1-2-1,-24 34 716,6-7 0,-8-40 0,-10-4 0,0 1 0,-1-1 0</inkml:trace>
  <inkml:trace contextRef="#ctx0" brushRef="#br2">26458 17429 7823,'-9'2'1239,"4"4"0,3 5 0,2 5-720,0 6 1,0 11-1,2 12-631,3 2 0,-3 5 1,5 3-1,-1 4-494,-1-1 0,3 5 1,-3-10 605,6-5 0,4-6 0,1-9 0</inkml:trace>
  <inkml:trace contextRef="#ctx0" brushRef="#br2">26690 17694 8123,'-15'2'362,"4"3"1,-2 5 0,6 6-1,0 2-72,-1 5 0,5 0 0,6 7 1,6-4-181,6-3 1,0-2 0,14-10 0,4-6-256,4-3 1,3-4 0,-3-5 0,2-10-196,-2-8 1,-10-9 0,-5-2 0,-4-5 175,-1-1 0,-8 5 1,-5-1-1,-8 5 384,-7 5 0,-5 4 0,-6 9 0,-6 4-41,-3 6 1,-10 10 0,-1 8 0,-2 8-180,0 6 0,0 26 0,-6 8 0</inkml:trace>
  <inkml:trace contextRef="#ctx0" brushRef="#br2">23730 14139 7784,'0'-24'213,"0"-4"0,0-5 0,0-4 325,0-1 1,0-1-386,0 6 1,0 6 0,-2-1 0,-2 0 0,-3 1 91,-2-1 1,0 8 0,-6-2 0,0 4-161,-3 1 1,-4 1 0,0 1 0,-6 2-187,-3 2 1,-2 7 0,-2-1 0,-2 3-5,-1 2 1,-1 9-1,6 6 1,-2 7-27,-4 4 0,10 1 1,-2 4-1,3-1 87,3-3 0,4 1 0,1 3 0,7-3 118,8-6 1,5-4 0,7-1 0,10-1-22,8 1 1,7 5-1,1 0 1,2 0 31,3 2 0,4 2 0,10 5 0,1-2-24,2-1 1,8-1 0,-4 6 0,-1 2-96,-3 4 1,-10-4-1,-11 5 1,-10 1-84,-13 3 1,-7-2 0,-6 2 0,-5 0 185,-10-2 1,-7-1 0,-10-8 0,-5 2-33,-5 3 1,-4-10 0,-2 0 0,1-8 20,-1-4 1,1-1-1,3-4 1,5-7 111,8-8 0,11-12 1,0-12-1,6-5-29,5-6 0,3-5 0,8-9 0,2-4-31,4-2 1,3-1-1,9-5 1,4 3-52,6 1 1,5 6-1,7-4 1,10 0-39,9 1 1,12-1 0,-33 27 0,0 1-1,-1 2 1,1 1-532,34-23 0,-4 0 0,-6 14 0,-7 7 510,-11 12 0,-29 9 0,-10 9 0</inkml:trace>
  <inkml:trace contextRef="#ctx0" brushRef="#br2">21282 14287 7939,'-22'-5'200,"0"-2"0,2-3 0,2-1 449,1 2 0,6-4-228,0 8-250,7-1 1,-1 6-1,10 0 1,7 0 31,2 0 1,5 0 0,1 0-1,4 0-363,1 0 0,-3 0 1,4 2-1,0 2-58,0 1 1,-6 8-1,2-2 1,-6 4-58,-5 2 1,2 1 0,-7 4 0,-4 5-89,-6 5 0,-7 6 0,-11 3 0,-6 1 396,-3 4 0,-2 2 0,0-1 0,2-2 306,3-7 0,-1-8 1,7-5-1,2-1 1169,1-4-1245,10-9 0,9-5 0,13-10 1,5-3-128,4-2 0,15 3 0,2-5 1,8-2-769,8-1 0,4-3 0,6 1 0,-5-1-748,-5 0 1380,-3 8 0,5-20 0,2 1 0</inkml:trace>
  <inkml:trace contextRef="#ctx0" brushRef="#br2">21431 13626 7939,'-25'-33'243,"1"5"1,7 3 0,2 1 0,4 4 1251,6 1-1360,3 10 0,9 2 0,4 7 1,4 0 33,2 0 0,5 2 0,0 1 0,0 5-409,2 1 1,0-4 0,3 6 0,-5 0-108,-3-2 0,-1 6 0,0-4 0,1 4-6,-5 1 0,-8 1 1,-1 0-1,-3-1 160,-2 1 0,-2-1 0,-3-1 0,-6-2 176,-4-2 0,-1 0 0,-1 5 0,-1-1 187,-4-4 0,3 2 0,-3-6 0,4 1 397,1-1 0,6 4-136,0-6 0,9 1 1,4-6-237,13 0 1,3 0 0,8 0-1,0 0-112,0 0 0,-6 5 0,2 1 0,-4-1-198,-1 3 1,-3-4-1,-3 7 1,-5 1-120,-4 3 0,-2 2 0,0-1 1,-2 3-151,-4 3 1,3-4 0,-6 4 0,1-4 383,5-1 0,-14-15 0,-1-4 0</inkml:trace>
  <inkml:trace contextRef="#ctx0" brushRef="#br2">22093 14221 8061,'18'0'473,"2"-1"1,4-3-458,2-2 1,3 1 0,8 5 0,3-2-318,3-4 1,-7 5 0,3-5 0,-4 4 300,-2 2 0,-15 15 0,-3 3 0</inkml:trace>
  <inkml:trace contextRef="#ctx0" brushRef="#br2">22159 14453 8252,'-17'0'0,"1"0"1184,-1 0 1,8-2-1022,4-3 0,12 1 0,9-5 0,12-1-381,9 1 0,-1 0 0,9-4 0,2 2-781,7-2 999,-3 6 0,1 0 0,4-1 0,1 4 0,0-1 0</inkml:trace>
  <inkml:trace contextRef="#ctx0" brushRef="#br3">12650 18157 9434,'-9'-2'-160,"6"-1"0,6-3 1,8 2 278,4 2 1,3 2-1,6 0 176,9 0 0,11 0 0,17-1 0,12-3-100,12-2 1,7-1 0,-43 5 0,1-1 0,2-2 0,1-1-59,5-2 1,0 1 0,-5 1 0,0 1 0,7-1 0,0 1-1,-4-1 1,0-1-92,-2 0 0,0-1 1,1 0-1,0 0 1,2-1-1,0 1 0,-3 0 1,-1 0-110,-6-1 1,-1 1-1,45-8 1,-14-1 0,4 1 23,1-1 1,-8 6 0,-10 0-1,-14 0-67,-15 2 1,-4-4-159,-9 7 1,-9 1 0,-13 5 0,-11 2-445,-10 3 0,-12 4 1,-14 8-1,-12 1-1261,-13 4 1969,-14-3 0,40-4 0,0 1 0,-4-3 0,1 0 0</inkml:trace>
  <inkml:trace contextRef="#ctx0" brushRef="#br2">12419 18471 8530,'-42'0'-127,"3"0"1,19 2-1,12 2 1,18 1 280,17-1 1,14-2 0,14-4 0,5-2 166,5-1 0,10-8 0,10 2 1,-37 4-1,1-1-78,4 0 1,2 0-1,6-4 1,1 0 0,5-2-1,1 0 1,4-1 0,3-1-220,4-1 1,0 1-1,-8 2 1,-1 0-1,-2 1 1,-2 1 0,-2-1-1,-1 2-1,0 0 0,1 1 0,-2 1 1,-1 0-1,-2 1 0,-1 0 1,-3 0-1,-1 1-148,-4 1 1,-1 1 0,-1-2 0,0 1 0,0 3 0,-1 0 0,41 0-304,-10 1 0,-22 2 0,-8 0 1,-5 0-189,-7 0 0,-1 5 1,-5 3-1,-8 1 616,-11 4 0,-8 0 0,-3-2 0,0-4 0</inkml:trace>
  <inkml:trace contextRef="#ctx0" brushRef="#br2">24821 18438 7680,'11'9'-1147,"0"-3"1382,2-4 1,4-8-1,5 1 84,5 1 0,8 0 1,7 1-1,12-3 18,8 2 0,8-3 0,13 0 0,-1-1-293,1 1 1,2 0-1,1 3 1,4-1-65,2 1 0,-11-4 0,-2 1 0,-9 0 18,-12-1 0,1 1 1,-4 3-1,-1-1-138,-3 1 1,-5 2 0,-6 2 0,-8 0-336,-7 0 0,-8 0 100,-6 0 1,-9 0 0,-2 0-48,-10 0 0,-6 2 422,-6 4 0,-48 3 0,-18 7 0</inkml:trace>
  <inkml:trace contextRef="#ctx0" brushRef="#br2">24937 18504 8481,'-17'8'-259,"1"-7"0,1 7 175,4-1 0,6-5 1,12 4-1,10-5 376,8-1 1,14 0-1,9 0 1,10 0-20,14 0 0,9-5 0,5-2 0,4-1-162,2 1 1,-45 1 0,0 1 0,2 1 0,1 0-1,-1 1 1,0-1-97,-2 1 1,-1-1 0,35-7 0,-13 5 0,-5 1-125,-1-3 0,2 7 0,1-7 0,-5 3-87,-5-1 1,-11 1-1,-7 5 1,-7 0-670,-8 0 110,-11 0-205,-4 0 960,-7 0 0,-29 0 0,-8 0 0</inkml:trace>
  <inkml:trace contextRef="#ctx0" brushRef="#br2">15280 12452 7785,'-11'0'66,"0"0"0,-2 0 0,-2 0 169,-1 0 0,5 0 0,-1 0-130,0 0 1,-3 5-1,0 3 142,4 1 0,-3 2 0,2 7 0,0 3-53,1 1 1,-2 7 0,5-1 0,1 3-94,0 2 0,1 0 1,6 0-1,0 0-162,0 0 1,9-2 0,6-1 0,7-6-255,4-6 0,1 0 0,5-12 1,-3-2 42,-1-2 1,-1-10 0,4-3 0,-3-5 41,-6-6 0,2-4 0,-2-7 0,-4-2 82,-5-4 1,0 4 0,-7-5 0,-3 1 171,-1 1 1,-2-1 0,0 6 0,-2 2 336,-3 3 0,-4-1 0,-10 7 1,-1 2 68,-2 1 0,0 5 0,5 3 0,-1 5-120,-4 4 0,4 2 0,-3 2 0,7 2-360,3 1 0,7 8 1,-2 0-1,5 5-2151,1 4 2201,0 0 0,44 17 0,11 5 0</inkml:trace>
  <inkml:trace contextRef="#ctx0" brushRef="#br2">15809 12535 7798,'-17'0'430,"1"0"1,-1 0-1,1 1-274,-1 5 1,2 3 0,3 8 0,2-1-5,3 1 1,2 5 0,5 2 0,0 0-8,0-1 1,1 0-1,5-7 1,5 1-177,4-1 1,1-1 0,3-2-1,1-4-119,2-2 0,0-3 0,-4-8 0,2-3-41,2-2 1,1-2-1,-9-6 1,-1 1-79,-2-1 0,-2-5 1,2-2-1,-5 0 96,-4 0 1,-2-3 0,-2 3-1,-2 0 222,-1 0 1,-8 2-1,0 6 1,-5 1 540,-4 4 0,-2-2 1,3 7-1,-1 3-362,2 1 1,2 7 0,1 3 0,1 1-533,-1 4 1,8 2 0,5 1 303,8 1 0,27 14 0,13 4 0</inkml:trace>
  <inkml:trace contextRef="#ctx0" brushRef="#br2">16239 12535 7891,'-24'0'143,"6"0"0,-5 0 0,5 0 296,2 0 1,1 7-1,2 4-180,2 4 1,7 3 0,-1 2 0,3 2-216,2-1 1,2-3 0,1-2 0,5 1-62,1 0 0,-3-1 0,5-1 0,1-4 22,3-6 1,2 3-1,-1-3 1,1-1-76,-1-2 1,1-10 0,-1-1 0,1-2-160,-1 0 1,-1-2 0,-2-7 0,-4-2 133,-1 2 1,-3-4-1,-5 0 1,0 0 208,0 0 0,-2-3 0,-3 5 0,-6 1 193,-4 3 1,-7 3 0,0 4 0,2 4-50,1 0 1,-3 5 0,0-4-791,2 4 0,9 10 1,5 3-591,5 3 1122,8-4 0,61 4 0,22-4 0</inkml:trace>
  <inkml:trace contextRef="#ctx0" brushRef="#br2">16487 12518 7467,'0'17'-1471,"0"-1"1534,0 1 0,-2-1 0,-2 3 0,-1 1 727,1 2 0,-3 5 0,1-5 0,3-1-467,1-3 1,2-1-1,2-1-215,3 1 0,4-8 0,8-4 0,-1-5-118,1-5 1,-2-4 0,-3-10 0,0-1-161,0-2 1,-2-7 0,-1 3-1,-2-2 139,-3 1 0,-2 1 0,-2-1 0,-2 3 287,-4 0 0,-3 7 0,-6-1 0,3 7-112,0 3 0,1 3 1,-5 5-1,-1 0-336,1 0 0,7 7 0,1 4 0,3 4-1819,-1 2 2011,1 6 0,49 11 0,11 8 0</inkml:trace>
  <inkml:trace contextRef="#ctx0" brushRef="#br2">16999 12452 7798,'-16'-7'370,"-1"5"88,1-4 0,1 12 0,2 7 0,2 5-113,-2 4 1,4 6 0,0-5 0,0 3-121,0 4 1,5-5 0,-2 1 0,5-2-101,1-4 1,7-1 0,4-5 0,4-1-276,1-2 0,3-7 0,1 1 1,4-3-170,1-2 1,-4-7-1,1-4 1,-4-4 27,-1-1 1,-1-1 0,-1 0 0,-4-1 171,-6-4 0,-3 2 0,-2-6 0,-2 2 163,-3 4 1,-4-4 0,-10 4 0,-1 3 0,-2 5 0,0 8 1,5-2-1,1 4-594,-1 2 0,3 2 549,3 4 0,25 32 0,14 16 0</inkml:trace>
  <inkml:trace contextRef="#ctx0" brushRef="#br2">17413 12518 7798,'-17'2'166,"1"3"0,-1-1 0,1 5 0,-1 0 338,1 1 0,-1 3 0,1 7 1,1 2-263,4-2 1,-2-2-1,8-1 1,3-1-72,5 1 1,7-6 0,8-2 0,4-1-339,6-5 1,3-1 0,2-4 0,-2-3-213,-3-6 1,1-6-1,-7-3 1,-2-2 109,-1 2 1,-5-6-1,-3 0 1,-5-1 199,-4-1 1,-2 2 0,-2-3-1,-4 3 346,-5 2 0,-9 2 0,-4 6 0,-1 1 235,-5 4 1,4 4-1,1 7 1,-1 2-386,0 3 1,6 4-1,-2 8 1,5-1-503,6 1 0,4-1 0,9 1 0,3-1-107,6 1 0,4-6 1,4 0 481,3 2 0,25-6 0,14 1 0</inkml:trace>
  <inkml:trace contextRef="#ctx0" brushRef="#br2">17644 12485 7793,'-16'9'144,"5"0"1,2-3 466,1 5 1,-3 4 0,6 1-1,1 1-388,2-1 1,4 1 0,4-1 0,5 1-285,3-1 0,10-5 0,4-1 0,5-3-78,5-3 0,-3-4 0,4-6 0,-4-5-29,-2-4 0,-2-7 0,-3-2 0,-6-1 74,-4-5 0,-9 5 0,-3-3 0,-6 0 285,-6 3 1,-3-5 0,-9 8 0,-6 4 356,-9 5 1,-2 6 0,-9 7 0,0 0-62,1 0 0,3 5 0,7 3 0,2 1-590,3 4 1,4 7 0,10 2 0,3-2-733,5-2 1,12-1 0,5-2 834,3-4 0,69-4 0,-33-7 0,-1 0 0</inkml:trace>
  <inkml:trace contextRef="#ctx0" brushRef="#br2">18471 12072 7793,'0'-11'374,"0"0"2283,0-2-2308,0 5 0,0 10 0,0 15 1,0 8 88,0 7 1,0 10-1,0 8 1,-2 10-337,-3 10 0,1 5 0,-5 10 1,2 1-43,3 2 0,2-7 0,2-13 0,2-9-44,4-9 1,-5-10 0,5 0 0,-2-5-1388,1-9 0,-3-6 1,3-3-1348,-3-1 2718,-2-6 0,15-25 0,3-13 0</inkml:trace>
  <inkml:trace contextRef="#ctx0" brushRef="#br2">16371 10253 8041,'-15'-26'621,"4"4"1,-1 3-271,6 3 0,0 9 0,6 8-54,0 14 1,6 9 0,0 11 0,-1 5-11,2 10 0,-5 1 0,4 8 0,-3 0-292,3 0 0,-2 1 0,5 7 0,0-1-679,0 0 0,-3-2 0,5-3 0,2-8-1045,1-7 1729,-5-13 0,21-46 0,-3-16 0</inkml:trace>
  <inkml:trace contextRef="#ctx0" brushRef="#br2">16834 10368 7810,'-7'-16'283,"-2"5"0,-8 2 0,-1 1 209,-4 5 0,1 1 0,-4 4 1,-1 3-305,0 6 0,-1 11 0,-6 4 0,0 1-231,-1 1 1,7 0-1,1 5 1,2-2-80,4-4 1,4 3-1,5-8 67,5-2 1,4-2 51,2-1 0,8-8 1,3-1-1,3-3 189,3 1 0,-1 5 1,3-4-1,3 0-367,5 1 0,6 3 0,4-6 0,4 1-288,1 1 0,2-5 0,4 3 469,-4-3 0,18-31 0,-1-8 0</inkml:trace>
  <inkml:trace contextRef="#ctx0" brushRef="#br2">16983 10484 7829,'-7'-9'581,"-3"-4"1,-4 6 1842,3-2-2069,3 5 1,16-5-1,3 5 1,3-2-211,3 3 1,7 1 0,3 2 0,6 0-498,6 0 1,-4 0-1,2 2 1,-6 1 351,-3 3 0,-1 14 0,6-1 0</inkml:trace>
  <inkml:trace contextRef="#ctx0" brushRef="#br2">17082 10633 7829,'-16'2'374,"-1"3"1,6-3 53,0 4 0,9-5 0,2-1 0,11-1-213,9-5 1,8 2 0,11-5-1,3 0-1032,0 0 1,6 0-1,-6-4 817,0 2 0,2-7 0,4-5 0,1-3 0,0-1 0</inkml:trace>
  <inkml:trace contextRef="#ctx0" brushRef="#br2">17611 10236 7829,'-16'0'2197,"1"-2"-1299,4-3 1,7 3 0,14-4-866,6 5 0,6 1 0,-2 0 0,4 0-238,2 0 0,-6 1 0,2 5 0,-5 5-141,-6 4 0,2 1 0,-8 1 0,-1-1-37,-2 1 1,-2 5 0,-2 0-1,-4 0-54,-5 2 1,-3-6 0,-1 4-1,2-5 563,2-6 1,7 3 262,-1-3 0,5-3 1,5-3-1,8-3-29,7-2 0,4 0 1,6 0-1,-3 0 48,3 0 0,1 0 0,0 0 0,-3 2-14,-6 4 0,-6-3 1,-3 8-1,-4 2-199,-1 2 1,-5 1 0,-8 3 0,-6 1-236,-4 2 0,-7 6 1,-2-5-1,-2 1-550,-3 0 1,3-2 0,1-5 0,-1 1 589,0 4 0,-38-33 0,-15-2 0</inkml:trace>
  <inkml:trace contextRef="#ctx0" brushRef="#br2">18289 12039 7694,'-5'-11'1713,"-1"-1"-1704,1 9 0,5-12-197,0 4 0,0 2 197,0-2 0,2 2 0,1-4 193,3 2 0,-1 5-67,-5-5 1,0 0 0,-2-3 80,-3 3 1,3-4-189,-3 4 0,1 2-43,-2-2 1,3 5 17,-8-5 0,5 6-19,-5-6 0,2 5 0,-4-3 83,2 1 0,7 1 1,-3 3 41,0-1 1,3-1-58,-7 6 0,6 0 0,-6 0-46,-2 0 1,3 0-84,-1 0 0,0 0 105,-5 0 1,5 0 197,0 0-180,0 0 0,-6 2-17,1 4 1,5-4-67,0 3 0,5 2 1,-5-1 0,6 5 97,-6-5 1,7 6-25,-2-1 1,-1-1 47,2 1 1,-6-6-1,5 6-52,2 2 0,1-4 0,-1 2-53,-2 2 1,1-4 0,3 0-12,-3-1 0,3 5-100,-4-2-588,4-4-1063,2 8 774,0-13 0,0 3 1008,0-10 0,0-34 0,0-14 0</inkml:trace>
  <inkml:trace contextRef="#ctx0" brushRef="#br2">17892 11873 7465,'-9'-9'296,"0"2"1,5 5 795,-1-4-781,-1 4 1,5-5 101,-5 7-289,4 0 0,-7 2 0,5 3-66,-1 6 0,-1-1 1,4 1-1,-1 2-44,-3 1 0,-1 3 0,3-1 0,-3 3-48,-2 3 0,3-4 1,-3 4-1,0-3 3,0-3 0,5 1 0,-3-1 0,1 1-72,1-1 1,-3-1 0,5-2 6,-3-2 1,1-6 140,5 6 1,1-7-1,5 0-1,5-8 0,4 0 1,1-5-1,1 0-298,-1 0 1,1 0-1,1-4 1,2 4-185,2 1 0,-5-3 0,-6 6 1,0-1 437,-2-1 0,-1 12 0,-8-3 0</inkml:trace>
  <inkml:trace contextRef="#ctx0" brushRef="#br2">17711 12072 10155,'0'-17'24,"0"6"1,0 0-116,0-2 1,0-2 149,0-1 1,0-1 0,-2 1 11,-4-1 1,3 3 0,-7 1-13,3 2 1,-6 0-54,2-6 1,-4 2 0,1 3-64,3 1 1,1 7 0,7-3-1,-5 1 43,-1 1 1,4-1 0,-4 4 25,1-3 0,-3 1 0,4-5 55,-2 1 0,3 3 137,-5 5-351,7-7 63,-10 5 0,12-4 1,-5 10 26,-1 1 1,6 3 65,-3-3 0,1-3 0,1 5 145,-3 1 1,-1-4-89,1 7 1,4-6-1,-5 6-27,0 2 1,5-4 0,-4 2-1,3 0-31,-3-2 0,4 6 0,-3-4 1,1 2-36,-1-2 1,3 4 0,-4-4-203,4 3 0,1-3-36,-5 0 231,4-7-258,-5 3-713,7-7-1672,0 0 2677,7 0 0,-5-44 0,5-11 0</inkml:trace>
  <inkml:trace contextRef="#ctx0" brushRef="#br2">17380 11857 7816,'-6'-11'-575,"1"0"0,-3 7 1481,3-2 491,3 5-694,-5 1-568,-1 0 1,7 1-105,-5 5 0,-1 3 0,-1 6 8,-1-4 1,5 4 0,-3-4 0,2 3 11,-1 3 0,-1-1 0,3 1 0,-1-1-74,1 1 1,0-1 0,1 1 0,-3 0-136,2-1 1,3 1 0,1-1-38,0 1 1,0-1 91,0 1 0,0-6 255,0 0 1,7-8 48,4 3 1,4-10 0,1-3-306,1-2 1,-1 3 0,1-3-1,-1 0-279,1 0 1,-1 3 382,1-5 0,7-7 0,2-8 0</inkml:trace>
  <inkml:trace contextRef="#ctx0" brushRef="#br2">14949 13924 7958,'-11'0'-196,"0"0"-359,-2 0 751,6 0 0,-6 2 0,7 3 0,1 6 0,-1 6 357,1 5 1,-1-2 0,6 7 0,0 3-237,0 1 1,0 2-1,2 0 1,2-2-312,1-3 1,10 1 0,2-7 0,8-3-79,6-6 1,4-6 0,2-7-1,4-2-225,1-3 0,0-10 1,2-9-1,-7-2-227,-8-3 1,-5-4 0,-7-4 0,-3-1 319,-3 1 1,-5 2 0,-10 2-1,-3 0 350,-2 0 1,-2 1 0,-8 5 0,-1 5 248,-2 3 0,-2 3 0,4 1 0,-4 4 41,-2 6 0,6-3 0,-4 3 0,2 1-97,0 2 1,0 2 0,6 2 0,-1 4-520,1 5 1,-1 3 0,2 3-1,4-1-565,6 1 1,3-6-1,4 0 745,3 2 0,49 2 0,17 1 0</inkml:trace>
  <inkml:trace contextRef="#ctx0" brushRef="#br2">15627 13824 7958,'-24'0'414,"0"2"0,-3 2 0,5 2-104,3-3 0,1 6 1,-1 4-1,1 6-101,3 3 1,8 7-1,-2 0 1,1 8 31,5 7 0,1-3 1,4-3-1,3-3-171,6-2 1,10 0 0,2-3-1,3-6-270,4-8 0,3-10 0,3-1 1,5-3-174,1-2 0,-5-5 0,1-3 0,-5-3 81,-5-7 0,1-1 0,-8-6 1,-7 1 51,-6 4 1,-6-4 0,-2 0-1,0 0 175,0 0 1,-8 2 0,-3 5 0,-4 3 369,-1 3 1,-6-2 0,-2 6 0,-2-1-95,-3 1 0,5 3 0,0 8 1,2 3-424,0 2 1,2 2 0,9 6 211,5-1 0,78-21 0,20-6 0</inkml:trace>
  <inkml:trace contextRef="#ctx0" brushRef="#br2">16040 13990 8073,'-16'11'260,"-1"0"0,1-6 0,1 6 0,2 2-16,2 2 1,2-4 0,-4 0 0,4 2 52,2 2 1,1 1 0,6 1-113,0-1 1,0 1 0,0-1 0,2 1-152,3-1 1,5 1 0,6-2-1,3-3-122,3-1 0,3-7 0,10 2 0,2-5-119,2-1 1,-1-7-1,-7-4 1,-1-4-40,-3-1 0,-6-2 0,1-3 0,-6-3 134,-5-1 1,-4 3-1,-7-6 1,-1 1 155,-5 1 0,-3 2 0,-9 7 1,-3 1 66,-1-1 1,-7 3 0,1 3-1,-3 5-23,-2 4 0,5 2 1,3 0-1,1 2-273,4 4 0,1 3 0,3 7 0,1 1-251,4-1 0,4-5 0,9-1 0,1-1-162,3 0 0,12-5 598,-1 1 0,33-14 0,15-9 0,3-1 0,0 1 0</inkml:trace>
  <inkml:trace contextRef="#ctx0" brushRef="#br2">16454 13990 7939,'-11'0'478,"0"0"1,7 7 0,-3 4 24,-1 4 0,7 1 1,-5 1-1,4 1-398,2 4 0,2-1 0,4 4 1,5-1-120,3-4 1,3-1 0,1-4 0,2-4-21,2-6 0,6-3 0,-4-4 0,0-3-266,0-6 0,-2-6 1,-6-3-1,-1-4 68,-4-2 0,-4 4 0,-9-4 0,-3 1 278,-6-1 0,-4 6 0,-3 0 0,-2 5 86,-2 4 0,-6 5 1,4-3-1,0 2-15,0 3 1,2 2 0,6 4-1,-1 4-582,1 5 0,7 3 0,3 3 465,4-1 0,17 16 0,3 3 0</inkml:trace>
  <inkml:trace contextRef="#ctx0" brushRef="#br2">17033 13990 7908,'-17'0'0,"0"0"55,1 0 0,5 0 0,0 2 1,-2 3-1,0 6 358,2 4 0,-2 7 0,6 2-115,-2 2 0,5 1 1,-1 4-1,3-3-110,2-6 1,2-4-1,3-1 1,6-2-313,4-4 1,7-4-1,2-7 1,1 0-18,5 0 1,3-7 0,4-6 0,-1-6-143,-4-3 1,-1 0 0,-9 4-1,-2-2-40,-1-2 0,-10-2 0,-4 4 0,-5-4 301,-5-2 1,-6 4-1,-11-4 1,-4 4 293,0 7 0,-5-1 0,3 7 0,-1 0-87,1 3 0,-1 4 1,7 2-1,4 2-194,5 4 1,0 3 8,7 7 0,30-7 0,13-1 0</inkml:trace>
  <inkml:trace contextRef="#ctx0" brushRef="#br2">17463 13643 7908,'0'-17'343,"-2"8"1,-2 2 295,-2-1-345,1 6 0,5-3 0,2 10-38,3 6 1,-3 4 0,5 2 0,-1 1-85,0 4 1,-1 2-1,-3 5 1,2 1-145,1 5 1,1 0 0,-6 9 0,0 2-97,0 1 0,0 8 1,0 1-1,0-3-249,0-2 0,0-8 0,0-7 0,0-4-578,0-5 1,7-9 894,4-1 0,18-52 0,6-20 0</inkml:trace>
  <inkml:trace contextRef="#ctx0" brushRef="#br2">17909 13973 7908,'-17'6'48,"1"-1"1,5 8 0,0-2 0,0 4-1,0 1 467,0 1 1,7 5 0,-1 0-231,3-2 1,7-1-1,4-3 1,4-1-315,6-4 1,6-4 0,-1-7-1,2 0-146,3 0 0,-5-7 1,-2-4-1,-3-4-66,-3-1 0,1-6 0,-2-2 0,-4 0-64,-6 0 0,-3-5 1,-2 3-1,-2 0 367,-3 4 1,-5 4-1,-6 3 1,-1 2 234,1 2 1,-8 7-1,-2-1 1,-1 3-68,-1 2 0,2 7 0,-1 3 0,7 1-527,7 0 1,5 5-1,8 6 1,0-2 296,0-1 0,81-25 0,-30 1 0,-1-1 0</inkml:trace>
  <inkml:trace contextRef="#ctx0" brushRef="#br2">18455 13924 8025,'-11'5'242,"0"1"0,1 1 0,-2-1 0,2 5 217,3 3 1,-4-3-1,6 0 0,1 2 42,2 2 0,2-4 0,2 0-326,3 2 1,-1-6 0,7-1 0,2-4-133,2-2 1,1-2 0,1-4 0,-1-5-89,1-4 1,-1-1-1,-1-2 1,-2-3-109,-2-1 0,-6-2 1,5 4-1,-3-2 150,-3 2 0,-3 0 1,-1 0-1,0-3 139,0 3 0,-7 4 0,-4 3 0,-4 4 47,-1 1 0,-3 3 1,-1 5-1,-2 0-333,2 0 1,-4 7 0,2 4 0,2 4-1175,1 1 1,5 6 1323,3 1 0,25 28 0,14 2 0</inkml:trace>
  <inkml:trace contextRef="#ctx0" brushRef="#br2">19000 13758 7639,'-7'-9'-575,"5"0"0,-5 5 1136,0-1 79,5-1 0,-8 1 672,5-1-706,3 1-170,-5 5-277,7 0 1,7 0 0,4 0-91,4 0 1,3 0 0,2 0 0,4 0-103,2 0 1,-4 0-1,6 0 1,1 0-124,2 0 0,1 0 1,-5 0-1,-3 0-409,0 0 1,-11 0 0,3 0-546,-1 0 1,-8 2 1109,-1 3 0,-56 12 0,-14 8 0</inkml:trace>
  <inkml:trace contextRef="#ctx0" brushRef="#br2">19000 13957 7858,'-16'11'114,"-1"0"489,1 2 0,1-4-261,4 2 1,11-7 0,11 1-1,6-3-133,5-2 1,0-2 0,9-2 0,6-3-289,3-2 1,1-2-1,6-6 79,5 1 0,4-2 0,7-3 0,3-1 0,0 0 0</inkml:trace>
  <inkml:trace contextRef="#ctx0" brushRef="#br2">14668 13643 7832,'-22'0'280,"-2"0"0,0 0 0,-2 0 211,1 0 1,3 7 0,-6 6-228,-1 7 1,3 8 0,-2 10 0,1 8 58,1 7 0,2 8 1,8 11-1,-1 7-139,0 7 1,8-1-1,6 3 1,6-4-662,8-1 0,13 0 0,9-3 359,10-2 0,15-42 1,12-6-1,6-2 0,-1 1 1</inkml:trace>
  <inkml:trace contextRef="#ctx0" brushRef="#br2">18389 13527 8582,'16'0'131,"-5"0"0,0 2 0,2 1-79,2 3 1,7 12 0,2 1 0,0 4 4,-1 7 1,1 3-1,-4 6 1,4 5-65,2 3 1,-8 16 0,1 5 0,-8 4-118,-4 1 0,-1 4 1,-8-5-1,-4-4-130,-5-6 1,2-5 0,-2-9 253,-2-4 0,-9-3 0,-3-8 0</inkml:trace>
  <inkml:trace contextRef="#ctx0" brushRef="#br2">18802 14453 7835,'-9'-17'66,"7"10"1,9 5 0,2 6-4,4-1 1,-3 7-1,-1 1 1,0 3-50,0 3 1,-5-1 0,3 3 0,-1 1 39,-1 2 0,1 2 1,-6-4-1,0 2 40,0-2 1,0-1 0,0-3 0,0 1 96,0-1 1,0-5 0,1-1-147,5-3 1,5-1 0,11-8 0,6-6-591,3-8 0,4-10 545,3-13 0,3-10 0,5-10 0,6-7 0,0 0 0</inkml:trace>
  <inkml:trace contextRef="#ctx0" brushRef="#br2">19778 13510 7537,'-17'0'0,"2"-2"218,4-3 0,-3 3 0,3-3 1,-2 5 308,2 5 1,-2 6-1,6 11-241,-3 6 0,7 3 1,-3 4-1,4 3-155,2 7 0,8 8 1,3 2-1,3-2-439,3-1 0,1-10 0,4-3 0,8-6-790,6-6 0,-1-5 1098,4-11 0,25-55 0,-29 12 0,0 0 0</inkml:trace>
  <inkml:trace contextRef="#ctx0" brushRef="#br2">20026 13610 7863,'-17'-8'63,"-5"6"1,2-5 0,3 1 1281,4 1-897,10-1 0,-3 6-296,12 0 0,3 6 0,6 1 0,-2 2-128,-2 4 0,-6 2 0,4 2 0,0-1-29,1 1 1,-5-1-1,6 1 1,0-1-83,-2 1 0,6-1 1,-6 1-1,2-2-94,0-4 0,0-2 0,6-6 1,1 3-112,4-2 0,-3-8 1,5-5-1,-2-4-1077,0-5 1369,7-3 0,-25-39 0,1-12 0</inkml:trace>
  <inkml:trace contextRef="#ctx0" brushRef="#br2">20208 13461 7984,'-17'0'0,"0"2"247,1 3 0,5-1 0,2 7 0,0 2 175,-1 1 1,7 3 0,-3 1 0,4 2-119,2 2 0,0 8 0,0-3 0,2 5-271,4 1 0,-4 5 1,3 1-1,-1-2-1194,1-2 0,-1 3 1161,7 1 0,0-15 0,5-10 0</inkml:trace>
  <inkml:trace contextRef="#ctx0" brushRef="#br2">20356 13444 7867,'0'-16'154,"0"-1"1,2 1 313,4-1 0,-3 0 1,8 3-154,2 3 0,4 3 1,3 10-1,2 4-68,-2 5 1,4 5 0,-4 8 0,-3 9-139,-4 10 0,-8 4 1,4 5-1,-1 1-324,-4 2 1,-10 6-1,-5-4 1,-6 2-239,-5 3 0,-5 6 0,-10 0 0,-1-6-707,1-3 1160,2-4 0,-28-5 0,-6 0 0</inkml:trace>
  <inkml:trace contextRef="#ctx0" brushRef="#br2">20687 13891 7867,'-11'0'738,"0"0"498,-2 0 1,6 7-1085,1 4 1,5 9-1,1 4 1,0 2-575,0 3 1,0 2 0,0 3 0,1-3-627,5-4 1048,3 5 0,15-21 0,2 3 0</inkml:trace>
  <inkml:trace contextRef="#ctx0" brushRef="#br2">20819 13940 7851,'-7'17'54,"3"-6"0,-5 0 0,2 2 328,3 1 1,2-3-1,2 0 1,2 2-101,4 2 0,3 0 0,7-4 0,1-6-392,-1-3 1,7-4 0,-1-3 0,-2-6-98,-2-4 1,-1-7 0,-3-2 0,-3 0 35,-5 0 1,-4-3 0,-4 5-1,-4 1 35,-5 3 1,-5 9 0,-4 3 0,-4 5 135,-2 1 0,-31 22 0,-13 5 0</inkml:trace>
  <inkml:trace contextRef="#ctx0" brushRef="#br2">1505 16007 7887,'-8'-9'233,"-1"-6"1,-7 6 288,-1 0 1,6 2 0,0 7-425,-2 0 0,-1 0 0,-3 0 0,1 2-43,-1 3 1,-7 4-1,-2 8 1,-1 1 112,-1 4 0,1-2 0,-6 6 0,1 0-54,5 0 0,3-6 0,7 4 0,1-2-203,-1 0 0,8 0 1,5-6-1,6 1 18,4-1 1,7-5-1,0-1 1,5-1-18,4 0 0,6-5 1,-5 3-1,3-1 25,4-1 1,1 6 0,0-4 0,-3 1-9,-6-1 1,2 4 0,-2-4 0,-4 3 20,-5 3 1,-6 1-1,-7 3 1,0-1-19,0 1 1,-7-1-1,-6 3 1,-5 1-136,-4 2 0,-2 2 1,3-4-1,-2 2-404,-3-2 1,6-1 606,-2-3 0,-4-29 0,0-7 0</inkml:trace>
  <inkml:trace contextRef="#ctx0" brushRef="#br2">1538 16239 7892,'0'-11'704,"0"0"-635,0-2 1,0 4 0,-2 0-8,-3 1 1,3 4-1,-4 10 1,4 5 223,2 4 0,0 3 0,0 4 1,0 6-197,0 3 0,0 4 0,2 3 0,2 7-27,1 2 0,1 12 1,-4 5-1,1 10-118,3 7 0,-1-4 0,-5 6 0,2-12-198,4-8 0,-4-8 0,3-13-333,-3-9 1,-2-16 0,0-19 585,0-13 0,-6-27 0,-3-13 0,0-8 0,0 1 0</inkml:trace>
  <inkml:trace contextRef="#ctx0" brushRef="#br2">1488 16355 8047,'0'-17'0,"2"0"322,4 1 0,-3-1 1,8 1-1,2 1-70,2 4 1,3-4 0,2 4 0,4-1-71,2 1 1,7-2 0,8 7-1,-1 2-159,0 3 0,-1 1 0,-8 1 0,-5 5-145,-9 5 0,-3 6 0,-10 5 0,-8 3-53,-10 1 0,-10 5 0,-9-3 0,-2 5-118,-4 6 0,4-10 1,-3 2-1,4-5-647,7-6 940,-4-2 0,12-23 0,-5-6 0</inkml:trace>
  <inkml:trace contextRef="#ctx0" brushRef="#br2">2348 15941 7892,'-16'-16'272,"-1"1"1,1 2 222,-1 2-294,0 7 1,1-3 0,-1 7 0,1 0 0,-1 0 0,1 0 600,-1 0 1,1 0-1,-1 0-606,1 0 0,5 6 0,1 1 0,1 0-69,0 1 0,5 4-174,-1-1 1,3 4-1,2 4-35,0 3 0,0-4 1,0 6-1,-2 0-124,-3 3 1,3 5-1,-4 2 1,5 3 73,1 2 1,-6-1 0,0-5 0,3 0 97,1 1 0,2-3 0,0-2 1,2-3 25,3-2 0,-3 0 0,6-4 0,-3 2-42,1-2 0,1-1 1,-2-3-19,6 1 0,-1-8 1,1-2-106,2 0 1,1-7 0,5 0 0,1-7-434,2-2 0,5-6 0,-3 2 606,2-7 0,-5-17 0,0-10 0,5-7 0,0 1 0</inkml:trace>
  <inkml:trace contextRef="#ctx0" brushRef="#br2">2497 15925 8192,'-11'-6'417,"0"1"1,7 1 0,-3 9 39,0 6 1,5 11 0,-4 8 0,4 7-374,2 7 1,0 5 0,0 8 0,0 8-153,0 4 0,6 3 0,1-6 1,2-1-324,4-5 1,-4-3-1,3-9 1,-1-6-957,-2-9 1347,5-7 0,-4-76 0,6-16 0</inkml:trace>
  <inkml:trace contextRef="#ctx0" brushRef="#br2">2712 16123 7892,'-17'-15'63,"1"4"1,-1 6-46,1 3 1,5 9 0,0 4-1,-2 4 328,-2 2 1,-1 5 0,-1 2 0,1-1-233,-1 1 0,1 6 0,-1-3 1,2 3-120,4-3 0,-2-3 0,8-7 0,1-1 273,2 1 1,4-8-64,4-4 1,3-3 0,7-4 0,1-1-135,0-3 1,-1-5 0,2 4 0,3-1-75,1 1 0,0-4 0,-6 6 0,1 1-356,-1 2 0,1 2 0,-1 0-186,1 0 1,-2 2 0,-2 2 0,-4 3 544,-2 2 0,-1 10 0,-6 6 0</inkml:trace>
  <inkml:trace contextRef="#ctx0" brushRef="#br2">2778 15958 7892,'-16'-6'1134,"1"-1"-1397,4-2 0,5 5 532,12-2 1,3-1 0,9 2-1,4 1 19,6 2 0,1 2 0,1 0 0,-4 0-235,-3 0 1,5 0-1,-6 0 1,0 0-186,2 0 1,-6 0 0,4 0 104,-3 0 0,-5 2 0,-1 2 1,-3 3 71,-3 2 0,-2 8 1,-5 7-1,0 3 10,0 8 0,0 5 0,-1 12 1,-3 3 14,-2 6 0,-1-3 0,3 1 0,-1-2-14,1-4 0,-3-3 1,-1-8-1,1-9 131,0-9 1,-1-7 0,3-6-230,-6-6 1,-4-5-1,-1-5 1,-1-6-1514,1-4 1555,-1-9 0,-11-23 0,-5-12 0,-2-8 0,-1 0 0</inkml:trace>
  <inkml:trace contextRef="#ctx0" brushRef="#br2">3621 15925 7892,'-16'0'-8,"-1"0"1,6-2-1,0-2 1,-1-1-1,-3 1 621,-2 2 1,1 8 0,-1-1-322,1-1 1,5-1-1,0 1 1,-2 3-38,-2 3 0,-1-5 119,-1 6 0,2 0-236,4 6 1,2-6 0,5 0-162,-1 2 1,-1 1-1,6 3 1,0-1-55,0 1 0,0 0 0,0 1 0,-1 4 64,-5 5 0,4 5 0,-5 1 0,1 2 2,1 3 1,-3-3-1,5 4 1,-3-4 18,3-2 1,-5 2 0,3 0 0,1 0 38,2-4 1,2-4 0,0 1 0,2-6 9,4-4 0,5-1 1,9-2-86,2-4 0,2-6 1,-2-10-1,5-6-194,5-4 0,1-7 0,-2-2 222,-4-2 0,5-16 0,-7-10 0</inkml:trace>
  <inkml:trace contextRef="#ctx0" brushRef="#br2">3671 16288 7843,'-11'0'1294,"0"0"-764,-2 0 1,4 8 0,0 3 0,0 3-188,-1 3 0,7 0 0,-3-1 0,4 2-463,2 5 1,2-5 0,2 4 0,3-4-409,2-1 1,1-1 0,3-1 0,-2-2 527,1-2 0,18-44 0,5-6 0</inkml:trace>
  <inkml:trace contextRef="#ctx0" brushRef="#br2">3737 15991 7893,'-16'7'-33,"5"-3"0,1 7-243,3 2 1,-4 1 0,6 3-31,1-1 0,2 1 306,2 0 0,22-23 0,6-5 0</inkml:trace>
  <inkml:trace contextRef="#ctx0" brushRef="#br2">4018 15858 7843,'0'-11'573,"0"0"92,0-1 0,0 2 0,2 1-175,4 2 1,3 1-1,7 6-326,1 0 1,0 0 0,-1 0-1,1 2-279,-1 4 1,1-3-1,-1 7 1,-1-1 58,-4 0 0,2 2 0,-6 5 0,0 1-21,1 0 0,-3 6 0,-5 5 0,0 5-63,0 6 0,0 3 1,0 9-1,0 6-12,0 9 0,0-5 0,-2 5 0,-1-3 84,-3-5 1,1-1 0,5-9-1,0-4 161,0-5 0,0-12 0,0-4 0,0-5 182,0-2 1,-2-1-1,-4-4-265,-5-5 0,-5-4 0,-4-2 0,-4 0-880,-2 0 1,-1-6 869,-7 0 0,-15-21 0,-8-10 0,-6 0 0,1 1 0</inkml:trace>
  <inkml:trace contextRef="#ctx0" brushRef="#br2">4564 16123 7919,'11'0'807,"0"0"-751,2 0 1,-4 0 0,2 0 0,4 0-191,5 0 0,0 0 0,6 0 0,-2 0 134,-4 0 0,21-15 0,3-3 0</inkml:trace>
  <inkml:trace contextRef="#ctx0" brushRef="#br2">4548 16388 7831,'-17'9'-39,"0"-2"-27,1-7 0,9 0 1,7 0-4,9 0 0,13 0 0,7 0 0,8 0 69,7 0 0,9-12 0,8-5 0,5-2 0,0 1 0</inkml:trace>
  <inkml:trace contextRef="#ctx0" brushRef="#br2">5060 16073 8768,'-16'0'572,"1"10"0,4 4-398,5 7 0,6 8 0,6-2 0,3 7-137,0 4 1,6-3-1,-4 4 1,2-4-225,-2-2 0,2 0 0,-6-4 0,0-5-463,1-7 428,-3-12 0,1-5 1,-1-11-1,-1-6 26,-2-5 0,-2-3 1,0-8-1,0 0 323,0-1 0,2 7 1,1 1-1,3 0 189,-2 1 0,-1-1 0,1-2 0,1 6 110,-1 4 0,3 2 0,1 1-93,1 4 0,2 3 1,4 12-272,-4 7 0,3 2 1,-4 15-1,-1 1-38,-4 2 1,3 4 0,-3 2 0,-1 1-77,-2-1 1,-2-7-1,0-5 1,0 1-107,0 0 1,0-6-583,0 2 570,-8-11 1,6-11 0,-1-13-1,5-5-22,3-4 1,6-8 0,-3 3-1,1-4 48,4-3 0,1 1 0,1 2 0,-2 2 273,-2 1 1,0 8-1,4-2 1,-3 4 518,-1 1 1,0 6 0,4 4-379,-4 5 0,2 0 0,-7 15 0,-3 3 31,-1 5 0,-2 8 0,0-3 1,0 1-413,0 1 1,0-1-1,0 6 1,0 1-735,0-1 0,0 0 0,0-2 1,0-4 844,0-4 0,44-27 0,11-7 0</inkml:trace>
  <inkml:trace contextRef="#ctx0" brushRef="#br2">5854 16206 7693,'-6'-17'-36,"-1"2"0,0 3 232,-1 1 1,-5 7 0,2-2 348,-3 5 0,-3 2 0,1 5-206,-1 5 0,2 4 0,3 3 1,2 2-198,3 2 0,-4 6 0,6-4 1,-1 1-86,-1 5 0,5 1 1,-4 0-1,4-1-48,2-3 0,0-7 0,2 3 0,2-5-341,1-2 1,8-6 0,-2-5 0,4-5-135,2-5 0,-1-5 0,-1-8 0,-2-2 140,-2-2 1,-6-8 0,4 5 0,-1-3 292,-5 1 1,5 6 0,-3-1 0,-1 4 561,-2 1 0,3 1 480,1-1 1,1 8-478,-1 4 0,-3 10 1,8 6-1,0 4-353,-1 1 0,4 1 1,-3-1-1,4 1-458,2 0 0,-1-3 1,1-1-1,1-4-551,4-1 0,-9 3 0,3-6 0,-1-1 54,0-2 1,-4-2 0,0 0 775,2 0 0,-6-8 0,0-38 0,-7-16 0</inkml:trace>
  <inkml:trace contextRef="#ctx0" brushRef="#br2">6118 16288 7786,'0'-16'0,"0"5"0,0 0 499,0-2 0,2 0-64,4 2 0,-2 4 0,5 9 0,0 3-189,0 6 0,-3 4 1,5 1-1,0 1-135,-2-1 1,6 6-1,-4 1 1,1-3-970,-1-2 1,4 4 857,-4 0 0,4-29 0,1-13 0</inkml:trace>
  <inkml:trace contextRef="#ctx0" brushRef="#br2">6317 16140 7786,'-17'0'212,"1"1"1,-1 5 0,1 5 98,-1 4 0,-5 3 0,-2 4 0,-1 6-67,-5 3 1,4 2-1,-1 2 1,-2 3-1517,-3 7 1272,-1-5 0,0 30 0,0 0 0</inkml:trace>
  <inkml:trace contextRef="#ctx0" brushRef="#br2">6648 15809 7786,'-8'-17'75,"-3"3"74,-3 3 0,3 3 0,0 8 148,-2 0 1,0 9 0,0 6 0,2 7-10,-2 4 1,4 1-1,-2 7 1,0 0-131,2 5 0,-4 3 1,5 12-1,1 4-251,0 9 0,1 2 1,6-3-1,2-1-699,4-5 0,5-1 792,11-4 0,33-11 0,15 4 0</inkml:trace>
  <inkml:trace contextRef="#ctx0" brushRef="#br2">6945 15991 7907,'-16'0'0,"-1"0"253,1 0 1,-1 0 0,1 0 0,-1 0-210,1 0 0,-1 5 0,0 3 0,3 1 113,3 4 0,-4 1 1,4 3-1,-2-1-184,2 1 1,-2 0 0,8-1 0,1 1 44,2-1 1,2 1 0,2-3-1,4-1-4,5-2 1,3-7 0,5 1 0,1-3-57,2-2 1,6 0 0,-5 0-1,3 0-71,4 0 1,-1 0-1,0 0 1,-3 0 64,-2 0 1,-2 0 0,-7 2 0,-4 4 2,-6 5 1,-3 5 0,-4 4 0,-3 4-57,-6 2 0,-10 2 0,-1 5 101,2 0 0,-13-8 0,-2-1 0</inkml:trace>
  <inkml:trace contextRef="#ctx0" brushRef="#br2">7210 16057 7973,'-11'0'527,"2"2"0,-1 3-48,1 6 1,6 6 0,-5 5 0,3 9-156,-1 11 1,1 4 0,5 15 0,0 1-267,0 3 1,5 8 0,3 6 0,-1 4-292,0 0 0,4-1 1,-3-16-1,1-9-369,4-9 1,-4-4 0,0-11 14,-2-7 1,-1-15 0,-6-11 0,0-9-825,0-6 1411,0-9 0,-18-30 0,-8-13 0,-2-9 0,1 0 0</inkml:trace>
  <inkml:trace contextRef="#ctx0" brushRef="#br2">7028 16321 7786,'0'-23'225,"0"-1"0,0-4 0,0 6 190,0 4 0,7 1 1,6 1-1,6 1-190,3 4 0,9-2 1,0 8-1,6 1 11,0 2 0,1 2 1,-3 0-1,-6 0-95,-3 0 0,-4 7 0,-7 4 0,-4 4-445,-6 2 0,-5 7 1,-5 3-1,-6 4-327,-4 2 0,-9 0 631,-3 1 0,-20-7 0,-11 1 0,-4 2 0,-1 0 0</inkml:trace>
  <inkml:trace contextRef="#ctx0" brushRef="#br2">7838 15908 7923,'-16'-16'88,"-1"5"1,1 1 0,-1 3 0,1 3-386,-1 2 1,-1 2 0,-3 0 451,-1 0 0,-7 0 1,1 0-1,-1 2 21,2 4 0,-3-3 0,8 7 0,2-3 156,1-3 77,3 5-366,-1 0 0,14 2 0,5-2 1,5 0-22,6 1 0,-4 1 1,2 5-1,0 1 10,-2-1 1,4 10-1,-6 5 1,1 8 25,-1 3 1,0 2 0,-3 6 0,2-1-38,-3 1 1,-1 5 0,-2-2 0,0-3-33,0-4 1,0-4 0,0 2-1,0-7 105,0-8 1,2-5 0,2-7 0,3-2-88,2-4 0,2-4 0,8-7 1,1-2-243,2-3 1,13-10 0,-2-9 234,2-2 0,-3-25 0,0-13 0,3-8 0,0 0 0</inkml:trace>
  <inkml:trace contextRef="#ctx0" brushRef="#br2">7938 15974 8216,'-12'-5'0,"3"-3"904,2-1-283,-6 5 1,6-1-313,-4 10 1,3 7 0,8 10-1,2 5-198,4 4 0,-4 10 0,3 1 0,-3 2-199,-2 0 1,5 6 0,1 5-1,-2-2-240,-3-1 0,5-3 0,-1-1 1,1-4-254,1-5 0,1-6 0,5-6 581,-2-5 0,7-40 0,8-11 0</inkml:trace>
  <inkml:trace contextRef="#ctx0" brushRef="#br2">8103 16239 7808,'0'-17'-13,"0"1"0,0-1-5,0 1 1,0 5-1,-2 1 476,-3 3 0,1 2 0,-5 6 0,-1 3-129,1 2 1,-2 6 0,-5-1 0,-1 4-264,1 2 0,-1 5 0,1 0 1,-1-2-8,1-2 1,-1 4-1,2 1 1,2-3-132,2-2 1,2-7-1,-2 0-154,6 2 0,3-4 219,2 2 1,7-7 0,4 1 0,4-3-254,1-2 0,8 0 1,2 0-1,2 0-223,-1 0 0,1 0 483,5 0 0,22-7 0,6-2 0</inkml:trace>
  <inkml:trace contextRef="#ctx0" brushRef="#br2">8334 16388 7830,'-9'-2'-712,"4"-4"1,10-3 711,6-7 0,33-8 0,10-2 0</inkml:trace>
  <inkml:trace contextRef="#ctx0" brushRef="#br2">8500 16140 7837,'-8'-10'1168,"7"5"-674,-5 10 0,4 6 0,2 11 0,0 6-249,0 3 0,0 8 1,0 1-1,0 3-293,0 2 1,0-2-1,2-3 1,2-3-258,1-6 305,8-9 0,4-49 0,8-21 0</inkml:trace>
  <inkml:trace contextRef="#ctx0" brushRef="#br2">8483 15925 7639,'8'-15'34,"1"2"1,2 4 478,0 2 0,0-1-303,5 3 0,1 3 0,-1-4 4,1 4 1,-6 2-1,0 0-20,2 0 1,2 0-1,1 2-52,1 4 0,-6-4-183,0 3 0,-6-3-7,6-2 1,-7 2-98,1 3 376,-3-3 0,0 6 27,4-8 0,-3 0-201,8 0 0,-5 5 0,3 2-47,-2 3 0,4-5 1,-3 6 64,1 2 1,-5 9 0,1 6 0,-1 5-17,1 5 0,-3 12 0,4 12 1,-5 6-52,-1 4 1,2 5 0,2-5 0,1-4-81,-1-6 0,-2-12 1,-2-13-1,0-8 154,0-7 1,0-9 0,-2-4-32,-3-2 0,-5-1 0,-6-6 0,-2-2-255,-4-3 0,-4 1 0,-9-7 1,-4-2-1877,-5-2 2080,-4 6 0,4-14 0,-5-5 0,-4 0 0,1 1 0</inkml:trace>
  <inkml:trace contextRef="#ctx0" brushRef="#br2">9293 16040 7758,'0'-16'-60,"0"-1"1,0 1-1,0-1-36,0 1 0,0-1 0,0 1 450,0-1 0,-5 6 1,-2 0-1,-3-2 79,-2-2 0,-5 6 1,-3 4-1,-2 3-355,2 2 0,-4 0 1,2 2-1,0 1-179,-2 3 0,5 7 0,-3-2 0,4 4 46,1 1 0,1 1 1,-1-1 94,1 1 1,7-6 0,1 0 77,1 2 0,5-4 1,-2 0-97,8-2 1,0 1 0,7-5-1,2 5-11,1 1 1,1 7 0,-2 8 0,-2 2-8,2 3 1,-6 8-1,0 4 1,-1 1-61,-1 4 0,1 7 1,-6 0-1,0-3 69,0-4 1,0-4 0,0 0-1,0-7 10,0-5 1,5-8-1,1 3 1,-2 1 82,-2 0 1,-1-6 0,3 2 26,2-3 1,6-5 0,-1-3-1,4-5-157,2-4 1,1-4 0,2-2 0,4-3-593,2-2 0,1-4 0,6-7 1,1-3 615,-1 3 0,7-42 0,2-10 0</inkml:trace>
  <inkml:trace contextRef="#ctx0" brushRef="#br2">9475 16371 7758,'-5'-11'673,"-2"2"468,-3 2 0,7 3-698,-3 9 0,4 10 0,2 9 1,0 0-270,0 0 1,0 5-1,0-1 1,0 3-478,0 2 1,8-2 0,1-1-1,2-5-640,0-1 0,0-9 943,5-10 0,30-62 0,8-16 0</inkml:trace>
  <inkml:trace contextRef="#ctx0" brushRef="#br2">9542 16090 8121,'-17'0'459,"0"0"1,6-6-294,0 1 0,8 1 0,-1 8-438,8 1 1,-1 3 271,8-3 0,23 5 0,10 6 0</inkml:trace>
  <inkml:trace contextRef="#ctx0" brushRef="#br2">9773 15892 7758,'11'0'0,"-2"-2"0,0-2 0,1-3 1381,2-3-1222,3 7 0,7-10 0,2 7 0,0 3 1,0-1-1,-4 0-244,-2-1 0,-1-1 0,0 8 0,-3 4 234,-3 5 0,2 3 0,-7 5 0,-3 3-210,-1 5 0,-2 7 0,0 2 0,0 5-77,0 1 0,0 8 0,0 7 1,0-1 150,0 1 0,0-3 0,0-8 0,0-4 112,0-2 0,0-7 0,0-7 0,0-2 450,0-4 1,0-1-296,0-3 1,-5-5-1,-3-2 1,-1 1-338,-4-1 1,-1-6 0,-5 3-1,-1-2-404,-2 1 0,-7-3 1,1 3-1,-3-3 461,-2-2 0,-37-44 0,30 17 0,1-1 0</inkml:trace>
  <inkml:trace contextRef="#ctx0" brushRef="#br2">10368 16735 7989,'0'16'571,"-1"-6"0,-3-3-159,-2 0 1,-7-3-1,2 7 1,-3 0-280,-3-2 1,-7 11-134,-3-3 0,-11 9 0,-7 5 0,-4 0 0,1 0 0</inkml:trace>
  <inkml:trace contextRef="#ctx0" brushRef="#br2">3985 17760 8168,'0'-16'267,"0"-1"1,0 1 191,0-1 1,2 0 0,2 1-87,1-1 0,1 6 0,-4 2 93,3 2-731,-3-6 1,-2 13 0,-13 2 0,-5 11-38,-4 7 0,-8 11 0,3 0 0,-4 6 112,-3 0 0,1-2 1,2-2-1,4-2 96,5-3 0,3 1 1,3-7 153,-1-2 0,10-3-18,7-6 0,7-4 0,10-7 0,1 0 69,4 0 0,4-5 1,7-1-1,0 1-69,0-3 1,0 6-1,-2-3 1,-1 3-53,-3 2 1,-7 0-1,3 2 1,-7 3-18,-5 7 0,-4-3 1,-8 2-1,-3 3-104,-2 7 1,-6-3-1,1 4 1,-4-4-343,-2-1 473,1-1 0,-30-21 0,-7-6 0</inkml:trace>
  <inkml:trace contextRef="#ctx0" brushRef="#br2">4250 17711 8174,'0'-17'-194,"0"0"712,0 1 1,2 7-212,3 3 1,-3 14-1,4 8 1,-5 10-212,-1 5 1,0 4 0,0 4 0,-1 5-53,-5 3 1,4 3 0,-3 2-1,3 3-21,2 5 1,0 5 0,0 1-1,2-2-294,3-3 1,-3-6 0,5-13-1,-1-9-261,-1-9 0,3-13 0,-5-7 0,3-8-569,-2-7 1101,-3-11 0,-9-23 0,-6-9 0,1-9 0,-1 1 0</inkml:trace>
  <inkml:trace contextRef="#ctx0" brushRef="#br2">4200 17892 8174,'0'-33'222,"-5"0"0,-1 0 0,3 2-220,1 3 0,4 5 0,1 6 0,5 2 255,1 4 1,7-3 0,6 4 0,0 1 61,2 4 1,-3 3 0,4 2 0,1 0-215,0 0 1,-6 7-1,2 4 1,-6 6-428,-5 5 1,2-2-1,-7 6 1,-2-1-256,-3 1 0,-2-6 0,-3 4 577,-2 0 0,-14-27 0,2-1 0</inkml:trace>
  <inkml:trace contextRef="#ctx0" brushRef="#br2">4895 17545 8174,'5'-16'-14,"1"-1"0,-1 1 0,-5-1 0,0 1 281,0-1 0,0 6 0,-2 2-54,-3 1 0,-4 3 0,-8 5 0,1 0-177,-1 0 0,1 5 1,-1 1-1,1-1-54,-1 3 0,6-1 0,2 6 0,0-4 141,-1-1 1,7-1 0,-5-3 11,1 1 1,5 2-216,-3-1 1,3-2-11,2 7 1,5 0 0,1 5 0,-2 1 114,-3-1 0,-1 3 0,0 3 1,0 5 43,0 4 1,0 4 0,0 4-1,0 5 2,0 4 1,0-4-1,0-2 1,0-1-47,0-5 0,2-1 0,2-3 0,3-3-87,2-2 1,-3-8 0,3-1 0,0-7-32,1-3 1,1 3 0,5-8 0,2-5-45,5-7 0,2-5 0,10-5 137,4-3 0,-10-31 0,-1-15 0,6-8 0,0-1 0</inkml:trace>
  <inkml:trace contextRef="#ctx0" brushRef="#br2">5044 17545 8174,'-17'-7'0,"1"-2"1322,-1-1-1127,8 3 1,1 9 0,8 3 0,2 6-67,4 4 1,-3 4 0,9 3 0,-1 5-50,-2 4 1,4 10 0,-6 3-1,0 4-328,1 1 0,3 1 0,-4 0 0,0-3-747,1-3 0,5 2 995,-2-7 0,11-15 0,3-10 0</inkml:trace>
  <inkml:trace contextRef="#ctx0" brushRef="#br2">5325 17611 8106,'-9'-11'62,"1"2"377,1 2 0,-2 1 0,-8 8-400,1 4 0,-1 3 1,1 9-1,-1 2 42,0 2 1,1 2-1,1-3 1,2 2-50,2 3 0,2-6 0,-2 2 0,6-3-77,3-3 1,4-1 0,3-2-73,6-2 0,4-7 1,1 1-1,1-3-42,-1-2 1,6 0 0,1 0 0,-3 0-415,-2 0 1,4 0 572,0 0 0,15-37 0,-2-9 0</inkml:trace>
  <inkml:trace contextRef="#ctx0" brushRef="#br2">5556 17760 8409,'-13'0'277,"8"-2"-516,10-3 0,8 3 0,6-5 166,3-1 1,-2 5 0,6-8-1,-3 0-21,-2 1 1,3-3 93,-2 8 0,7-23 0,-3 1 0</inkml:trace>
  <inkml:trace contextRef="#ctx0" brushRef="#br2">5804 17529 7601,'-9'1'634,"4"5"0,3 9 1,2 9-1,0 1-472,0 5 1,-2 6 0,-2 5 0,-1-1-194,1 1-1,2-3 1,4-5 0,2-1-687,1-5 0,6-3 718,-5-7 0,21-104 0,-13 31 0,0 0 0</inkml:trace>
  <inkml:trace contextRef="#ctx0" brushRef="#br2">5821 17429 8174,'0'-16'-2,"2"1"0,1 2 0,5 4 259,1 2 0,2-4 1,5 3 56,1-1 0,1 6 1,3-5-1,2 1 11,3-4 1,0 3 0,3 1-1,-3 2-157,-2-1 1,3 1 0,-4 5-410,-3 0 0,-4 1 1,-3 5 128,-2 5 1,-7 6-1,1 3 1,-3 4 164,-2 1 1,-2 5 0,-1 6 0,-3 3 20,2-2 1,3 0-1,1 1 1,0 6-72,0 4 0,0 2 0,0-3 0,0-1-139,0-2 1,0-7 0,0 2 0,0-6-18,0-6 1,0-3 0,-2-7 152,-4-1 0,3-6-103,-8-5 1,5-3 0,-5-4 0,-2-2-225,-2-1 1,-1-6-1,-1 3 1,-1 1-1177,-4 0 1503,-4-6 0,-13-8 0,-6-4 0,-4-6 0,0 0 0</inkml:trace>
  <inkml:trace contextRef="#ctx0" brushRef="#br2">6813 17380 8105,'-5'-11'72,"-1"0"1,0 5-1,5-3 1,-3 0 662,-2 0-613,-6-2 1,8-4 20,-7 4 1,0-2 0,-6 8-32,1 1 1,5 2-1,0 2-33,-2 0 1,-2 0-93,-1 0 0,1 2-11,4 3 1,-2-1-33,8 7 1,-3-5 0,5 5 168,-3 2 1,1 1 0,5 3-1,0 1-29,0 4 0,-6 2 0,0 7 1,3 1-69,1 2 0,0 11 1,-2 0-1,-1 7-50,1 3 1,2 0 0,2-5 0,0-1 34,0 1 1,0-8-1,0-3 1,0-6-1,0-6 1,6-3 0,1-7 0,2-1-21,4 1 0,2-8 0,2-2 0,-1-1 28,1 0 1,-6-1-139,0-5 0,0 0 0,3-2-367,-3-3 0,4 1 0,-4-7 0,4-2-74,1-2 1,1 4 0,-1 0 569,1-1 0,7-18 0,2-5 0</inkml:trace>
  <inkml:trace contextRef="#ctx0" brushRef="#br2">7061 17463 8043,'-9'0'1489,"2"0"-1356,-1 0 1,6 7 0,-3 4 215,3 4 0,2 1 1,0 1-226,0-1 1,0 8-1,0 2 1,0 1-69,0 1 1,0-1 0,0 7 0,0-3-141,0-4 1,0 3 0,0-8-1,0-2-428,0-2 0,0-1 0,2-1-563,3 1 1,-1-8 1074,7-3 0,0-27 0,6-6 0</inkml:trace>
  <inkml:trace contextRef="#ctx0" brushRef="#br2">7276 17711 8044,'-16'-8'218,"14"1"1,7-4-243,8 5 1,5-1 0,3 1 0,3 1 99,1-2 0,-3 3 0,6-5 0,3 0-252,6-1 1,-2 7-1,3-3 1,-5 4-1243,-5 2 1418,-4-7 0,-44-2 0,-10-8 0</inkml:trace>
  <inkml:trace contextRef="#ctx0" brushRef="#br2">7408 17512 7951,'-9'-7'93,"-6"-2"0,14-2 145,-5 0 0,10 9 0,3 0 1,0 7-8,1 5 0,3-5 0,-6 8 1,1 3-291,1 5 0,-5 3 1,5-4-1,-1 4-138,-1 1 0,1 3 0,-6 5 0,2 0 197,3 0 0,-10 22 0,3 6 0</inkml:trace>
  <inkml:trace contextRef="#ctx0" brushRef="#br2">7954 17760 8006,'-16'-16'129,"6"5"1,3 1 563,0 3-672,5 2 0,-6 3 0,10-2-222,4-1 1,-3-1-1,8 6 305,2 0 1,-3-6-1,1 1 1,0-1-50,-2-1 0,5 5 1,-3-5-1,4 1-91,2 1 0,-6-1 0,0 5 0,2-3-28,1-2 0,-3 1 0,0 5 94,2 0 0,2 0 0,1 2 18,1 3 1,-6-3 0,-2 5-40,-1 1 0,3-5 0,-4 7 10,2-3 0,-5 0 0,1-1-4,-3 5 0,-2 4 0,0 1 0,0 1-17,0-1 1,-5 1 0,-3-1-1,1 1-11,0-1 0,-6 1 0,2 1 0,-4 2-18,-2 2 0,6 1 1,0-7-1,-1 1 18,-3-1 1,-2 1-1,1-1 1,-1 1 5,1-1 0,5-1 1,0-2 21,-2-2 0,-2-2 1,0 4 129,4-2 1,2-7 323,4 1-294,3-3-133,-5-2 1,8 0-47,5 0 1,-2 0-35,7 0 0,0 0 29,5 0 0,-5 0 1,0 0-11,2 0 1,2 0-1,1 0 1,3 0-48,3 0 1,-4 0 0,6 0-1,0 0-171,3 0 1,5-6-1,-1-1 1,-2 0-147,-1-1 1,-6 1 0,4 3-572,-3-1 954,0-1 0,-44-8 0,-8-5 0</inkml:trace>
  <inkml:trace contextRef="#ctx0" brushRef="#br2">8202 17082 8087,'-15'-16'-272,"3"1"1,2 2 693,3 2 1,1 6-197,6-6 1,0 5 243,0-5 0,2 7 105,4-1 0,-4 5-521,3 5 1,-3 4 0,-2 10 0,0 1-218,0 2 0,0 9 0,0 1 0,0 4-70,0 1 0,0-2 0,2-2 0,2 0-249,1 0 0,2 0 0,-3-1 482,2-5 0,28-10 0,3-10 0</inkml:trace>
  <inkml:trace contextRef="#ctx0" brushRef="#br2">8384 17148 8129,'0'-16'37,"0"-1"-147,0 1 52,0 7 0,0 3 0,-2 10 142,-3 1 1,1 8 0,-7-2 0,-2 4 75,-2 1 0,-1 1 0,-1-1 0,1 3-71,-1 3 0,1-4 1,-1 4-162,1-3 1,1-3 0,2-1-140,2-4 0,7-2 219,-1-3 0,5-5 136,5 5 1,-1-4 0,7-2 21,2 0 0,2-6 0,1 1-175,1 1 0,-1 2 0,1 2-236,-1 0 1,1 0 0,-1 2 0,1 2-1106,-1 1 1350,-6 1 0,19-6 0,-1 0 0</inkml:trace>
  <inkml:trace contextRef="#ctx0" brushRef="#br2">8533 17214 8105,'0'-16'672,"0"-1"0,7 8-688,4 4 1,4-3-1,1 3 1,1 1-283,-1 2 0,1 0 1,1-1 297,4-3 0,26-21 0,13-1 0</inkml:trace>
  <inkml:trace contextRef="#ctx0" brushRef="#br2">8797 17033 7783,'-9'-17'669,"2"8"1,9 3 0,1 12-329,3 5 1,1 5 0,-3 5 0,1 2-442,-1 3 1,3 4 0,-1 6-1,-1 3-690,3-2 1,-6 5 789,3 2 0,12 19 0,1 5 0</inkml:trace>
  <inkml:trace contextRef="#ctx0" brushRef="#br2">9161 17479 8129,'-11'0'63,"2"-2"169,2-3-165,1-4 1,8-1 0,2 3 0,3 1 0,4-1-1,6 0 142,3-1 0,4-3 0,-4 4 0,2 0-182,-2-1 1,4-3 0,0 4 0,0 0-93,0-1 0,-2 3 0,-6 3 73,1-4 1,-1 6-370,1 0 0,-8 2 361,-3 9 1,-5-5 0,-2 3 0,-3 0 64,-2 0 0,1 2 1,3 4-1,-2-2-17,-1-2 1,-1 5 0,4 7 0,-1-3 13,-3-2 0,1 6 1,5 4-1,0 3-39,0 2 1,-6 2-1,1 2 1,1 3-27,2 2 1,2 0 0,0 3-1,0-7 21,0-3 0,0-9 0,2-4 0,2-4 144,1-1 1,-1-1 133,-10 1 0,3-8 1,-8-3-198,-2-5 1,4-1 0,-2 0 0,-2 0-53,-2 0 1,-1 0-1,-3 0 1,-1 0-103,-2 0 1,-9 0-1,-1 0 1,-4-1-538,-1-5 1,-3 4 0,-1-3 591,-1 3 0,0-23 0,-4-9 0,-7-3 0,1 1 0</inkml:trace>
  <inkml:trace contextRef="#ctx0" brushRef="#br2">9823 17363 8129,'16'0'-23,"1"0"1,-1 0 0,1 0 0,-1 2 327,1 4 1,-1 3-1,1 7-31,-1 1 0,-1 1 1,-2 4-1,-2 6-101,2 3 1,-6 4-1,-1 2 1,-4 3-88,-2 2 1,0 3 0,0 2 0,-2-1-140,-4-2 1,-5 0 0,-11 6 0,-5-2-279,-5-4 1,-10 4-1,-6-4 1,-7 5 330,-4 7 0,10-26 0,-11 2 0,-1 1 0,-7 4 0,0 1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4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次课，也是最后一次课。一个新工具：Sparse Table（O(1) 求区间 min / max），用在 Ladybugs II 和 Robot Writing。然后是整个课程最难的 Beach Umbrellas，重点讲 Greedy 的想法和 subtask 台阶。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Beach Umbrellas 是整个课程最难的题。今天讲 Greedy 的想法和到 subtask 4 为止的台阶；完整的 binary lifting 解法给强的学生课后阅读。Yet Another Lights（2023 P6）课上不讲：它是奇偶性（parity）构造题，放在作业页作为选读。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 1 次课的"三问"。在给出 key observation 之前，让全班针对今天每道题大声回答。
参考答案：
Ladybugs II：brute force 是每个询问枚举所有窗口 O(QN)；位置已排序 → Binary Search 定位 D；f1、f2 只和窗口有关，可以预处理 → Sparse Table。
Robot Writing：brute force 是枚举起点和每一步方向 2^M；机器人脚下的值单调不减；区域边界可以用 Binary Search + Sparse Table 找。
Beach Umbrellas：brute force 是枚举左端点再 Greedy 模拟 O(N·K)；每把伞的放法可以局部决定（Greedy）；X = 1 时可以用 Two Pointers。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先讲清楚 Sparse Table 解决什么问题、为什么用它，再讲它怎么做。今天三道题都要用到它（或它的思想），所以开场先把应用场景讲透。</a:t>
            </a:r>
          </a:p>
          <a:p>
            <a:r>
              <a:rPr lang="zh-CN" altLang="en-US" dirty="0"/>
              <a:t>场景：一个固定的数组，N 个数，然后有 Q 个询问"a[l..r] 的最大值是多少"。以 N = Q = 10^5 为例比较四种做法：</a:t>
            </a:r>
          </a:p>
          <a:p>
            <a:r>
              <a:rPr lang="zh-CN" altLang="en-US" dirty="0"/>
              <a:t>1. 每次直接扫：不用预处理，但每次 O(N)，一共 N · Q = 10^10，太慢。</a:t>
            </a:r>
          </a:p>
          <a:p>
            <a:r>
              <a:rPr lang="zh-CN" altLang="en-US" dirty="0"/>
              <a:t>2. 把所有区间的答案都存下来：区间有约 N²/2 = 5 × 10^9 个，光是填表就要这么多时间，内存也放不下。时间和空间同时超。</a:t>
            </a:r>
          </a:p>
          <a:p>
            <a:r>
              <a:rPr lang="zh-CN" altLang="en-US" dirty="0"/>
              <a:t>3. Sparse Table：只存长度是 2 的幂的区间，约 N log N ≈ 1.7 × 10^6 个，查询仍然 O(1)。它正好落在"全存"和"不存"之间，是一个折中，而且是很好的折中。</a:t>
            </a:r>
          </a:p>
          <a:p>
            <a:r>
              <a:rPr lang="zh-CN" altLang="en-US" dirty="0"/>
              <a:t>4. 线段树：O(N) 空间、每次 O(log N)，还支持修改。这几题用线段树也能过；选 Sparse Table 是因为数组不修改、代码最短、查询最快。</a:t>
            </a:r>
          </a:p>
          <a:p>
            <a:r>
              <a:rPr lang="zh-CN" altLang="en-US" dirty="0"/>
              <a:t>所以，"一定要常数时间"并不是必须的，Sparse Table 是"刚好够用、最省事"的选择。</a:t>
            </a:r>
          </a:p>
          <a:p>
            <a:r>
              <a:rPr lang="zh-CN" altLang="en-US" dirty="0"/>
              <a:t>什么时候想到 Sparse Table：三个条件同时满足。① 数组是静态的（读入后不改）；② 询问很多，值得先花 O(N log N) 预处理；③ 运算允许重叠：max、min、gcd 把同一个数算两次不影响结果。求和不行（重叠部分会被算两次），区间和用 prefix sum。</a:t>
            </a:r>
          </a:p>
          <a:p>
            <a:r>
              <a:rPr lang="zh-CN" altLang="en-US" dirty="0"/>
              <a:t>名字的由来：如果把所有区间的答案都存下来，是一张 N × N 的"稠密"（dense）表；Sparse Table 只存其中长度为 2 的幂的那一小部分（约 N log N 个），所以叫"稀疏表"。这个名字一般认为出自 Bender 和 Farach-Colton 2000 年的论文 The LCA Problem Revisited。</a:t>
            </a:r>
          </a:p>
          <a:p>
            <a:r>
              <a:rPr lang="zh-CN" altLang="en-US" dirty="0"/>
              <a:t>提问：如果题目中途会修改数组，还能用 Sparse Table 吗？答案：不能，改一个数要更新 log N 层里很多格子；这时用线段树。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放映时按键（或点击）逐步显示红色答案：①sp[1] 行 ②sp[2] 行 ③k ④两个起点 ⑤答案。先让学生在纸上填，再一下一下揭晓。</a:t>
            </a:r>
          </a:p>
          <a:p>
            <a:r>
              <a:rPr lang="zh-CN" altLang="en-US" dirty="0"/>
              <a:t>答案：sp[1] = 3 4 4 5 9 9 6。sp[2] = 4 5 9 9 9。</a:t>
            </a:r>
          </a:p>
          <a:p>
            <a:r>
              <a:rPr lang="zh-CN" altLang="en-US" dirty="0"/>
              <a:t>查询 [2, 7]：长度 6，k = 2（≤ 6 的最大 2 的幂是 4）。max(sp[2][2], sp[2][4]) = max(5, 9) = 9。</a:t>
            </a:r>
          </a:p>
          <a:p>
            <a:r>
              <a:rPr lang="zh-CN" altLang="en-US" dirty="0"/>
              <a:t>要点：两个长度为 4 的块有重叠（位置 4、5 被算了两次）。对 max 和 min 没关系，但对求和不行：所以求和要用 prefix sum。</a:t>
            </a:r>
          </a:p>
          <a:p>
            <a:r>
              <a:rPr lang="zh-CN" altLang="en-US" dirty="0"/>
              <a:t>预处理 O(N log N)，查询 O(1)。数组不能被修改。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为什么块长取 2 的幂，而不是别的？</a:t>
            </a:r>
          </a:p>
          <a:p>
            <a:r>
              <a:rPr lang="zh-CN" altLang="en-US" dirty="0"/>
              <a:t>先看查询需要什么：查一个长度为 L 的区间，希望只用两块就盖住它：一块从左端开始，一块在右端结束，两块一样长。要盖满，块长至少要有 L/2。所以条件是：对每一个长度 L，表里都要有一种块长落在 [L/2, L] 之间。</a:t>
            </a:r>
          </a:p>
          <a:p>
            <a:r>
              <a:rPr lang="zh-CN" altLang="en-US" dirty="0"/>
              <a:t>2 的幂刚好满足：取 k = ⌊log₂ L⌋，就有 2^k ≤ L &lt; 2^(k+1)，也就是 L/2 &lt; 2^k ≤ L。</a:t>
            </a:r>
          </a:p>
          <a:p>
            <a:r>
              <a:rPr lang="zh-CN" altLang="en-US" dirty="0"/>
              <a:t>图中例子：查 [2, 14]，L = 13，k = 3，块长 8。两块是 a[2..9] 和 a[7..14]，中间 7..9 重叠，对 max 没关系。</a:t>
            </a:r>
          </a:p>
          <a:p>
            <a:r>
              <a:rPr lang="zh-CN" altLang="en-US" dirty="0"/>
              <a:t>右边的表：存哪些块长？</a:t>
            </a:r>
          </a:p>
          <a:p>
            <a:r>
              <a:rPr lang="zh-CN" altLang="en-US" dirty="0"/>
              <a:t>- 所有长度都存：一块就够，但要 N 层，也就是 O(N²) 个答案，回到"全存"。</a:t>
            </a:r>
          </a:p>
          <a:p>
            <a:r>
              <a:rPr lang="zh-CN" altLang="en-US" dirty="0"/>
              <a:t>- 2 的幂：log₂ N ≈ 17 层，每次查询 2 块。</a:t>
            </a:r>
          </a:p>
          <a:p>
            <a:r>
              <a:rPr lang="zh-CN" altLang="en-US" dirty="0"/>
              <a:t>- 3 的幂：层数少一些（log₃ N ≈ 11），但块长只保证 ≥ L/3，每次查询最多要 3 块。</a:t>
            </a:r>
          </a:p>
          <a:p>
            <a:r>
              <a:rPr lang="zh-CN" altLang="en-US" dirty="0"/>
              <a:t>这本身又是一个折中：底数越大，层数越少，但每次查询要拼的块越多。2 的幂是最自然的选择：相邻两层块长正好翻倍，是"保证每个 L 都有 [L/2, L] 里的块"所需的最少层数。</a:t>
            </a:r>
          </a:p>
          <a:p>
            <a:r>
              <a:rPr lang="zh-CN" altLang="en-US" dirty="0"/>
              <a:t>另一个好处是建表简单：长 2^k 的块正好由两个长 2^(k−1) 的块拼成，sp[k][i] = max(sp[k−1][i], sp[k−1][i + 2^(k−1)])，一次 max 就算完。查询时的 k 用预处理的 lg[] 数组直接取。</a:t>
            </a:r>
          </a:p>
          <a:p>
            <a:r>
              <a:rPr lang="zh-CN" altLang="en-US" dirty="0"/>
              <a:t>提问：查 [5, 5]（L = 1）时 k 是多少？两块是什么？答案：k = 0，两块都是 a[5] 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2^17 = 131072 &gt; 10^5，17 层就够了，开 20 层更保险。lg[1] = 0，因为全局数组初始为 0。求区间最小值时把 max 改成 min。和 prefix sum 对比：两者都是"先预处理，再快速回答每个区间问题"。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今天三道题都用到 Sparse Table 或它的思想，先给学生一张"地图"，讲每道题时再回到这里。</a:t>
            </a:r>
          </a:p>
          <a:p>
            <a:r>
              <a:rPr lang="zh-CN" altLang="en-US" dirty="0"/>
              <a:t>1. Ladybugs II：最标准的用法。把起点 D 从式子里分离出来以后，f1(l) = P[r] − 2P[l] 和 f2(l) = 2P[r] − P[l] 只和窗口有关，是静态数组。每个询问先二分定位 D，再在一段 l 上求 f1、f2 的最小值。每次扫一遍是 O(N)，乘上 Q 个询问就超时；用 Sparse Table 每个询问 O(log N)（二分）+ O(1)（查最值）。瓶颈是"询问太多"。</a:t>
            </a:r>
          </a:p>
          <a:p>
            <a:r>
              <a:rPr lang="zh-CN" altLang="en-US" dirty="0"/>
              <a:t>2. Robot Writing：二分里套区间最大值。要找"从 p 往左最远到哪，使 T[l..p] 都 ≤ v"，这个条件关于 l 单调，所以二分；二分每一步都要问一次区间最大值。整个算法要做很多次扩展，每次 O(log N)，总计 O((N + M) log N)。这里 Sparse Table 不是唯一选择，单调栈也可以（讲义里的思考题），但 Sparse Table + 二分最直接。</a:t>
            </a:r>
          </a:p>
          <a:p>
            <a:r>
              <a:rPr lang="zh-CN" altLang="en-US" dirty="0"/>
              <a:t>3. Beach Umbrellas：用的是同一个倍增思想，但存的不是区间最大值，而是"从结点 i 跳 2^p 次到哪里、花几把伞"（binary lifting，倍增跳表）。原因是 K 可达 10^9，一步一步模拟"用 j 把伞走到哪"不可能；把 j 写成二进制，最多跳 log 次。瓶颈是"步数太多"。</a:t>
            </a:r>
          </a:p>
          <a:p>
            <a:r>
              <a:rPr lang="zh-CN" altLang="en-US" dirty="0"/>
              <a:t>共同点：只存 2 的幂长度（或 2 的幂步数）的信息，查询时用二进制拆开再拼回去。</a:t>
            </a:r>
          </a:p>
          <a:p>
            <a:r>
              <a:rPr lang="zh-CN" altLang="en-US" dirty="0"/>
              <a:t>提问：Ladybugs 和 Robot Writing 的瓶颈分别是什么？答案：Ladybugs 是询问太多（每个询问都要一个区间最值）；Robot Writing 是扩展次数多，而且每次扩展里的二分要反复问区间最大值。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分钟。第一次用 Sparse Table。这里的 Two Pointers 指的是"K 个连续元素组成的滑动窗口"这个想法。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在右侧画数轴，标出 P = 1、4、6（样例 1），K = 2。再标出三个询问 D = 0、5、2。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先问：为什么一定是连续的？让学生在数轴上论证。
答案：在一条线上从最左走到最右，中间的瓢虫都会被经过，签名白拿；所以只要有更远的瓢虫被选上，中间的就可以换进来而不增加时间。
和今天后面的 Beach Umbrellas 呼应：那里的答案也是一整段连续区间。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前两种情况各 O(1)。第三种是难点：每个询问最多 K − 1 个窗口，Q 个询问，K 和 Q 都大时太慢。
提问：有多慢？答案：Q × K，例如 10^10。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这是本题最重要的想法：只和窗口有关的量都可以预处理。和 prefix sum 是同一种思路：把不依赖询问的部分先算好。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D = 0、5、2 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D = 0：s = 1。全在右边：l = 1，4 − 0 = 4。没有全在左边的，也没有跨过 D 的。答案 4。</a:t>
            </a:r>
          </a:p>
          <a:p>
            <a:r>
              <a:rPr lang="zh-CN" altLang="en-US" dirty="0"/>
              <a:t>D = 5：s = 3。全在右边：无。全在左边：以第 2 只结尾的窗口 [1, 4]，5 − 1 = 4。跨过 D：l = 2（[4, 6]）：2 + min(1, 1) = 3。答案 3。</a:t>
            </a:r>
          </a:p>
          <a:p>
            <a:r>
              <a:rPr lang="zh-CN" altLang="en-US" dirty="0"/>
              <a:t>D = 2：s = 2。全在右边：l = 2，6 − 2 = 4。全在左边：无。跨过 D：l = 1（[1, 4]）：3 + min(1, 2) = 4。答案 4。</a:t>
            </a:r>
          </a:p>
          <a:p>
            <a:r>
              <a:rPr lang="zh-CN" altLang="en-US" dirty="0"/>
              <a:t>期望输出：4 3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long long。每个询问：一次 Binary Search O(log N)，加上三种情况各 O(1)。Subtask 台阶：Q = 1 → 枚举所有窗口；K = N → 只有一个窗口；完整 → Binary Search + Sparse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Q ≤ 100 000）：</a:t>
            </a:r>
          </a:p>
          <a:p>
            <a:r>
              <a:rPr lang="zh-CN" altLang="en-US" dirty="0"/>
              <a:t>先要观察到：K 只瓢虫一定是连续的一段，所以只有 N − K + 1 个窗口；每个询问都试一遍是 O(Q·N) ≈ 10¹⁰。</a:t>
            </a:r>
          </a:p>
          <a:p>
            <a:r>
              <a:rPr lang="zh-CN" altLang="en-US" dirty="0"/>
              <a:t>Binary Search 找到 D 在哪里后，全在左边、全在右边的情况各 O(1)，但跨过 D 的窗口最多 K − 1 个，O(Q·K) 仍可能到 10¹⁰。</a:t>
            </a:r>
          </a:p>
          <a:p>
            <a:r>
              <a:rPr lang="zh-CN" altLang="en-US" dirty="0"/>
              <a:t>关键：把 D 从公式里拿出来，剩下的只和窗口有关，预处理两个 Sparse Table，区间最小值 O(1)：总共 O(N log N + Q log N) ≈ 3.4×10⁶。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 "Greedy" 指的是一个 Greedy 风格的 key observation（机器人最后总是拿着较大的值），而不是我们做的某个贪心选择。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force：枚举起点和每一步的方向，2^M 种，只能过极小的 subtask。我们需要弄清楚交换到底做了什么。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放映时按键（或点击）逐步显示红色答案：①–④ 第 1 到 4 步各一行。先让学生在纸上填，再一下一下揭晓。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第 1 步：在格子 3，记录 1，移到 4（值 2），2 &gt; 1 不交换，T = 2 3 1 2 3。</a:t>
            </a:r>
          </a:p>
          <a:p>
            <a:r>
              <a:rPr lang="zh-CN" altLang="en-US" dirty="0"/>
              <a:t>第 2 步：在格子 4，记录 2，移到 3（值 1），1 &lt; 2 交换，T = 2 3 2 1 3。</a:t>
            </a:r>
          </a:p>
          <a:p>
            <a:r>
              <a:rPr lang="zh-CN" altLang="en-US" dirty="0"/>
              <a:t>第 3 步：在格子 3，记录 2，移到 2（值 3），不交换，T = 2 3 2 1 3。</a:t>
            </a:r>
          </a:p>
          <a:p>
            <a:r>
              <a:rPr lang="zh-CN" altLang="en-US" dirty="0"/>
              <a:t>第 4 步：在格子 2，记录 3。</a:t>
            </a:r>
          </a:p>
          <a:p>
            <a:r>
              <a:rPr lang="zh-CN" altLang="en-US" dirty="0"/>
              <a:t>记录下来的是 1 2 2 3 = S，所以 YES。</a:t>
            </a:r>
          </a:p>
          <a:p>
            <a:r>
              <a:rPr lang="zh-CN" altLang="en-US" dirty="0"/>
              <a:t>要注意到的规律：机器人脚下的值从来不会变小。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这一行就把题目里所有的交换都消掉了。较小的值被推到机器人身后，之后再也不重要。Greedy 的味道：机器人总是留下较大的那个数。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在右侧把 T 画成柱子，在 v 处画一条水平线：区域就是线下方的那段谷。和第 3 次课的水位线图对比。找左端点：最小的 l 使 max(T[l..p]) ≤ v，这关于 l 单调，所以用 Binary Search + Sparse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这个奇偶性论证在很多网格题里都出现过（2019 P5 Evading Capture 也用到奇偶距离）。
提问：为什么第一次升级之后，区域总是至少有 2 格？
答案：新区域包含原来的区域加上新踩上的那一格。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放映时按键（或点击）逐步显示红色答案：①–③ 值 2、3、4 各一行 ④样例 3。先让学生在纸上填，再一下一下揭晓。</a:t>
            </a:r>
          </a:p>
          <a:p>
            <a:r>
              <a:rPr lang="zh-CN" altLang="en-US" dirty="0"/>
              <a:t>答案（样例 2）：</a:t>
            </a:r>
          </a:p>
          <a:p>
            <a:r>
              <a:rPr lang="zh-CN" altLang="en-US" dirty="0"/>
              <a:t>值 2，第 1 步首次出现：格子 2，区域 [1, 2]（2 格，OK）。</a:t>
            </a:r>
          </a:p>
          <a:p>
            <a:r>
              <a:rPr lang="zh-CN" altLang="en-US" dirty="0"/>
              <a:t>值 3，第 4 步首次出现：目标格子 3（区域右侧，值 3 ✓），d = 1，dt = 3，3 − 1 = 2 是偶数 ✓。区域变成 [1, 3]。</a:t>
            </a:r>
          </a:p>
          <a:p>
            <a:r>
              <a:rPr lang="zh-CN" altLang="en-US" dirty="0"/>
              <a:t>值 4，第 5 步首次出现：目标格子 4（值 4 ✓），d = 1，dt = 1 ✓。</a:t>
            </a:r>
          </a:p>
          <a:p>
            <a:r>
              <a:rPr lang="zh-CN" altLang="en-US" dirty="0"/>
              <a:t>最后一层之后在区域内来回走即可。YES。</a:t>
            </a:r>
          </a:p>
          <a:p>
            <a:r>
              <a:rPr lang="zh-CN" altLang="en-US" dirty="0"/>
              <a:t>样例 3：起点格子 1，区域 [1, 1] 只有 1 格，第 2 步必须离开，记录到 2。NO。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主循环：把 S 分成若干层（值 lv[k]，首次出现的步数 ti[k]；不要叫 tm，会和系统里的名字冲突）。维护当前层所有可能的位置；对每个位置用 extendLeft/extendRight 求出 [l, r]，检查 l − 1 和 r + 1 两个格子，合格的加入下一层（用 mark[] 去重）。每个格子最多出现在一层里，所以总复杂度 O((N + M) log N)。
常见错误：只要目标格子比 v 大就接受；必须恰好等于新的值。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200 000）：</a:t>
            </a:r>
          </a:p>
          <a:p>
            <a:r>
              <a:rPr lang="zh-CN" altLang="en-US" dirty="0"/>
              <a:t>暴力：枚举起点和每一步的方向，2^M。</a:t>
            </a:r>
          </a:p>
          <a:p>
            <a:r>
              <a:rPr lang="zh-CN" altLang="en-US" dirty="0"/>
              <a:t>关键观察（Greedy 风格）：机器人脚下永远是走过的最大值，交换可以忽略；只要知道每一层能在哪个区域里走动。逐格扫描找区域是 O(N·M) ≈ 4×10¹⁰。</a:t>
            </a:r>
          </a:p>
          <a:p>
            <a:r>
              <a:rPr lang="zh-CN" altLang="en-US" dirty="0"/>
              <a:t>用 Sparse Table 求区间最大值 + Binary Search 找区域的左右端点（extendLeft / extendRight），每个格子最多出现在一层里：总共 O((N + M) log N) ≈ 7×10⁶。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分钟。整个课程最难的题。今天的目标：Greedy 的想法、反例，以及一条清楚的通往 subtask 4 的路线。完整解法作为课后阅读。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相邻也要合并：[2, 4] 和 [5, 6] 合并成 [2, 6]。K × X 可达 10^18，要用 long long。Subtask 1（K = 0）就是合并区间后找最长的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放映时按键（或点击）逐步显示红色答案：①第一把伞放 3–5（跨过 block [4]）②第二把伞放 8–10：覆盖 3..10，长度 8。先让学生在纸上填，再一下一下揭晓。</a:t>
            </a:r>
          </a:p>
          <a:p>
            <a:r>
              <a:rPr lang="zh-CN" altLang="en-US" dirty="0"/>
              <a:t>已覆盖的 block 是 [4]、[6, 7]、[9, 10]。让全班在空白行里放 2 把伞。</a:t>
            </a:r>
          </a:p>
          <a:p>
            <a:r>
              <a:rPr lang="zh-CN" altLang="en-US" dirty="0"/>
              <a:t>错误想法：gap {3}、{5}、{8} 各需要 1 把伞；2 把伞最多连起两个 gap，例如 3..7 或 4..10，长度 7。</a:t>
            </a:r>
          </a:p>
          <a:p>
            <a:r>
              <a:rPr lang="zh-CN" altLang="en-US" dirty="0"/>
              <a:t>正确做法：一把伞放 3–5（跨过格子 4，同时盖住 gap 3 和 gap 5），另一把放 8–10。覆盖 3..10，长度 8。</a:t>
            </a:r>
          </a:p>
          <a:p>
            <a:r>
              <a:rPr lang="zh-CN" altLang="en-US" dirty="0"/>
              <a:t>当 X = 1 时（subtask 2），按 gap 分开算是对的：伞不可能跨过任何东西。这就是用 Two Pointers 的 subtask。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这是经典的区间覆盖（interval covering）Greedy。一句话的 exchange argument：把任何一把伞移到左端贴住第一个未覆盖的格子，覆盖段只会变长。这个 brute force 留着做对拍。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放映时按键（或点击）逐步显示红色答案：①l = 4 ②l = 1 ③最优 ④在上面的格子里画出最优放法。先让学生在纸上填，再一下一下揭晓。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l = 4：伞放 6–7、8–9、10（第三把被海滩尽头截断，只盖 1 格）。4..10，长度 7。</a:t>
            </a:r>
          </a:p>
          <a:p>
            <a:r>
              <a:rPr lang="zh-CN" altLang="en-US" dirty="0"/>
              <a:t>l = 1：伞放 1–2、3，接上 block，再放 6–7。1..7，长度 7。</a:t>
            </a:r>
          </a:p>
          <a:p>
            <a:r>
              <a:rPr lang="zh-CN" altLang="en-US" dirty="0"/>
              <a:t>最优：伞放 2–3、6–7、8–9 → 2..9，长度 8。最优的左端 2 在 gap 的中间！</a:t>
            </a:r>
          </a:p>
          <a:p>
            <a:r>
              <a:rPr lang="zh-CN" altLang="en-US" dirty="0"/>
              <a:t>结论："从 1 或从某个 block 开始"听起来对，其实是错的。右边被海滩尽头浪费了半把伞，不如把它放到左边。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用反例验证：B = [4, 5]，st_B = 4，X = 2，i = 1 得到 l = 2，正是我们找到的最优答案。和第 3 次课一样的 Greedy 三步法：猜规则，取一个违反规则的最优解，平移 / 交换说明它不会更差。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K 把伞从 B 出发都到不了 N，就全部放右边。第二种方案避免浪费最后那把会在 N 处被截断的伞（正是反例里发生的情况）。这样候选从 O(U · K) 减少到 O(U)。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只给强的学生。第 2 步的做法：从右往左扫描所有 block，用一棵按"模 X 的余数"建的线段树（segment tree），每个 block 覆盖一段余数。Binary lifting 和 Sparse Table 是同一种倍增思想：sp[k] 覆盖 2^k 个格子，up[p] 覆盖 2^p 次跳转。完整代码：P6 文件夹里的 2020_P6_Beach_Umbrellas.cpp。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比赛建议：subtask 1–4 只用到今天讲的想法，而且分值占很大比重。先拿稳它们，再去追完整解法。
常见错误：按 gap 分开算 ceil(g / X)；只尝试 block 的起点；伞超出 N；忘了合并相邻的区间；int 溢出。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K ≤ 10⁹，U ≤ 100 000）：</a:t>
            </a:r>
          </a:p>
          <a:p>
            <a:r>
              <a:rPr lang="zh-CN" altLang="en-US" dirty="0"/>
              <a:t>暴力：每个左端 l 都用 Greedy 一把一把放伞，O(N·K)，N、K 都可达 10⁹。</a:t>
            </a:r>
          </a:p>
          <a:p>
            <a:r>
              <a:rPr lang="zh-CN" altLang="en-US" dirty="0"/>
              <a:t>subtask 4（K ≤ 5）：exchange argument 说明最优左端只有 O(U·K) 个候选，从每个候选跑一次 Greedy。</a:t>
            </a:r>
          </a:p>
          <a:p>
            <a:r>
              <a:rPr lang="zh-CN" altLang="en-US" dirty="0"/>
              <a:t>完整解法：从一个 gap 的起点开始，一把一把放伞会"跳"到下一个 gap 的起点，形成跳转图；用 binary lifting（和 Sparse Table 同样的倍增思想）存 2^p 次跳转，"j 把伞能走多远"只要 O(log U)：总共 O(U log U)，和 N、K 的大小无关。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bug：跨过 D 的区间 lo/hi 差一（lo = max(1, s − K + 1)，hi = min(s − 1, w)）；忘了 s = N + 1 的情况（D 在所有瓢虫右边）；2 * p 用 int 溢出；sp 数组开小了。
样例答案：4 3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按列读，而不是按行读：12 道题中 Binary Search 出现 8 次，Greedy 6 次，Prefix Sum 5 次。几乎每道 P6 都要先有一个 key observation，再用一到两个核心技巧。让每个学生选一行，用 30 秒讲清楚。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Another Lights 不用四大技巧中的任何一个：它考的是奇偶性（parity）和不变量（invariant）。适合喜欢数学的学生。完整讲解见教学讲义第 13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课外读物：为什么 Sparse Table 的代码要自己预处理 lg[]，而不是调用标准库的 log 或 log2？</a:t>
            </a:r>
          </a:p>
          <a:p>
            <a:r>
              <a:rPr lang="zh-CN" altLang="en-US" dirty="0"/>
              <a:t>1. 精度：我们要的是 ⌊log₂ L⌋ 这个整数。log/log2 的结果是浮点数，只要算出 2.9999999… 而不是 3，取整就差 1。实测（GCC，x86）：double 版的 (int)log2(i) 和 (int)(log(i)/log(2)) 在 1 到 2^30 都对，但这是数学库实现得好，C++ 标准并不保证；float 版的 logf 在 31 个 2 的幂里错了 4 个。差 1 的后果：k 小了，两块盖不满区间，答案偶尔错；k 大了，块比区间长，数组越界。而且只在个别长度上出错，样例很难测出来。</a:t>
            </a:r>
          </a:p>
          <a:p>
            <a:r>
              <a:rPr lang="zh-CN" altLang="en-US" dirty="0"/>
              <a:t>2. lg[] 只用整数运算，永远精确：lg[1] = 0，lg[i] = lg[i/2] + 1。道理是 i 和 ⌊i/2⌋ 的二进制只差最后一位，最高位的 1 正好低一位，所以 ⌊log₂ i⌋ = ⌊log₂ ⌊i/2⌋⌋ + 1。建表 O(N)。</a:t>
            </a:r>
          </a:p>
          <a:p>
            <a:r>
              <a:rPr lang="zh-CN" altLang="en-US" dirty="0"/>
              <a:t>3. 附带好处：查表是一次数组访问，比调用 log 快（这几题差别只有几毫秒，不是关键）；而且 log2 是 C++11 才正式进入  的，C++98 只能写 log(x)/log(2)，恰好是最容易出精度问题的写法。</a:t>
            </a:r>
          </a:p>
          <a:p>
            <a:r>
              <a:rPr lang="zh-CN" altLang="en-US" dirty="0"/>
              <a:t>其他精确写法（学生可能在别人代码里见到）：31 − __builtin_clz(L) 和 __lg(L) 是 GCC 内置的，std::bit_width(L) − 1 是 C++20 标准写法。课上统一用 lg[] 最稳妥。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rac2.info/problem/210/" TargetMode="Externa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210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rac2.info/problem/1300/" TargetMode="External"/><Relationship Id="rId5" Type="http://schemas.openxmlformats.org/officeDocument/2006/relationships/hyperlink" Target="https://orac2.info/problem/238/" TargetMode="External"/><Relationship Id="rId4" Type="http://schemas.openxmlformats.org/officeDocument/2006/relationships/hyperlink" Target="https://orac2.info/problem/1620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ACHIEVERS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38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985"/>
              </a:lnSpc>
              <a:buNone/>
            </a:pPr>
            <a:r>
              <a:rPr lang="en-US" sz="57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TABLE + GREEDY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4368800"/>
            </p:xfrm>
            <a:graphic>
              <a:graphicData uri="http://schemas.openxmlformats.org/drawingml/2006/table">
                <a:tbl>
                  <a:tblPr/>
                  <a:tblGrid>
                    <a:gridCol w="21132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548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98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Content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0:00–0:15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tool: the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Range min / max in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0:15–0:40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P5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+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0:40–1:10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2025 P6 Robot Writing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observation + Binary Search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1:10–1:35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P6 Beach 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+ exchange arguments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1:35–1:55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Live coding: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 program + samples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1:55–2:00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Course recap and homework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4754860"/>
                    <a:gridCol w="3698280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Content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0:00–0:15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New tool: the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Range min / max in O(1)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0:15–0:40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P5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 + Sparse Table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0:40–1:10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2025 P6 Robot Writing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observation + Binary Search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1:10–1:35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2020 P6 Beach 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 + exchange arguments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1:35–1:55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Live coding: Ladybugs II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 program + samples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EF3DC"/>
                        </a:solidFill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1:55–2:00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Course recap and homework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ALL FOUR, PLUS ONE TOOL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1079500" y="2569766"/>
                <a:ext cx="4621193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sums in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The Sparse Table does the same for range min / max.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2569766"/>
                <a:ext cx="4621193" cy="840105"/>
              </a:xfrm>
              <a:prstGeom prst="rect">
                <a:avLst/>
              </a:prstGeom>
              <a:blipFill>
                <a:blip r:embed="rId3"/>
                <a:stretch>
                  <a:fillRect l="-3288" t="-4478" b="-5970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6451600" y="2576116"/>
                <a:ext cx="4735492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Locate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among the ladybugs · how far can the robot's region reach?</a:t>
                </a:r>
                <a:endParaRPr lang="en-US" sz="2100" dirty="0"/>
              </a:p>
            </p:txBody>
          </p:sp>
        </mc:Choice>
        <mc:Fallback xmlns="">
          <p:sp>
            <p:nvSpPr>
              <p:cNvPr id="1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0" y="2576116"/>
                <a:ext cx="4735492" cy="840105"/>
              </a:xfrm>
              <a:prstGeom prst="rect">
                <a:avLst/>
              </a:prstGeom>
              <a:blipFill>
                <a:blip r:embed="rId4"/>
                <a:stretch>
                  <a:fillRect l="-3209" t="-4545" r="-3209" b="-1212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 txBox="1"/>
              <p:nvPr/>
            </p:nvSpPr>
            <p:spPr>
              <a:xfrm>
                <a:off x="1079500" y="4411266"/>
                <a:ext cx="4730991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Windows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· Beach Umbrellas subtask 2</a:t>
                </a:r>
                <a:endParaRPr lang="en-US" sz="2100" dirty="0"/>
              </a:p>
            </p:txBody>
          </p:sp>
        </mc:Choice>
        <mc:Fallback xmlns="">
          <p:sp>
            <p:nvSpPr>
              <p:cNvPr id="15" name="Tex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4411266"/>
                <a:ext cx="4730991" cy="840105"/>
              </a:xfrm>
              <a:prstGeom prst="rect">
                <a:avLst/>
              </a:prstGeom>
              <a:blipFill>
                <a:blip r:embed="rId5"/>
                <a:stretch>
                  <a:fillRect l="-3209" t="-4478" b="-10448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4F7F9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7616"/>
            <a:ext cx="473549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 · where to put each umbrella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0566400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problem: brute force? something monotone? something to add up or decide locally?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WE NEED IT?</a:t>
            </a:r>
            <a:endParaRPr lang="en-US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11200384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100"/>
                  </a:lnSpc>
                  <a:buNone/>
                </a:pPr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job: a fixed array of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numbers, then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questions "what is the max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?" (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5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5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1500" dirty="0"/>
              </a:p>
            </p:txBody>
          </p:sp>
        </mc:Choice>
        <mc:Fallback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743075"/>
                <a:ext cx="11200384" cy="295275"/>
              </a:xfrm>
              <a:prstGeom prst="rect">
                <a:avLst/>
              </a:prstGeom>
              <a:blipFill>
                <a:blip r:embed="rId3"/>
                <a:stretch>
                  <a:fillRect l="-1018" t="-16667" b="-208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714656"/>
                  </p:ext>
                </p:extLst>
              </p:nvPr>
            </p:nvGraphicFramePr>
            <p:xfrm>
              <a:off x="812800" y="2162175"/>
              <a:ext cx="10566400" cy="1692275"/>
            </p:xfrm>
            <a:graphic>
              <a:graphicData uri="http://schemas.openxmlformats.org/drawingml/2006/table">
                <a:tbl>
                  <a:tblPr/>
                  <a:tblGrid>
                    <a:gridCol w="33888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103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185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486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0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Precompute (time and memory)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query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9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Scan the range every time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nothing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350" i="1">
                                      <a:solidFill>
                                        <a:srgbClr val="B432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solidFill>
                                        <a:srgbClr val="B4322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B4322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 the answer for every range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3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13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3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3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answers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 and memory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only ranges of length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oMath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3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1350" b="1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3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  <m:r>
                                  <a:rPr lang="en-US" sz="1350" b="1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b="1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50" b="1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350" b="1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b="1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b="1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Segment tree (also allows updates)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3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3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3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3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50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350" i="1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50" i="0">
                                  <a:solidFill>
                                    <a:srgbClr val="1E7F4F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1350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solidFill>
                                        <a:srgbClr val="1E7F4F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350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714656"/>
                  </p:ext>
                </p:extLst>
              </p:nvPr>
            </p:nvGraphicFramePr>
            <p:xfrm>
              <a:off x="812800" y="2162175"/>
              <a:ext cx="10566400" cy="1692275"/>
            </p:xfrm>
            <a:graphic>
              <a:graphicData uri="http://schemas.openxmlformats.org/drawingml/2006/table">
                <a:tbl>
                  <a:tblPr/>
                  <a:tblGrid>
                    <a:gridCol w="33888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103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185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486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29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Precompute (time and memory)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Each query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9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Scan the range every time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nothing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667" t="-103704" r="-112500" b="-3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7391" t="-103704" r="-621" b="-30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 the answer for every range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077" t="-203704" r="-117692" b="-2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667" t="-203704" r="-112500" b="-2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 and memory ✗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" t="-315385" r="-211985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077" t="-315385" r="-117692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667" t="-315385" r="-112500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7391" t="-315385" r="-621" b="-1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6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620"/>
                            </a:lnSpc>
                            <a:buNone/>
                          </a:pPr>
                          <a:r>
                            <a:rPr lang="en-US" sz="13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Segment tree (also allows updates)</a:t>
                          </a:r>
                          <a:endParaRPr lang="en-US" sz="13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077" t="-400000" r="-11769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6667" t="-400000" r="-1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7391" t="-400000" r="-621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8128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9525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Static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2500" y="4314825"/>
            <a:ext cx="3311652" cy="25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never changes after it is read.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42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 txBox="1"/>
          <p:nvPr/>
        </p:nvSpPr>
        <p:spPr>
          <a:xfrm>
            <a:off x="45339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Many queries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33900" y="4314825"/>
            <a:ext cx="3311652" cy="48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once pays off over many questions.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75600" y="3997325"/>
            <a:ext cx="3403600" cy="881261"/>
          </a:xfrm>
          <a:prstGeom prst="roundRect">
            <a:avLst>
              <a:gd name="adj" fmla="val 7206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15300" y="4098925"/>
            <a:ext cx="331165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Overlap is harmless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15300" y="4314825"/>
            <a:ext cx="3311652" cy="48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max, min (and gcd) can count a number twice. Sum cannot: use prefix sums.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 OF ANY RANGE IN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 OF ANY RANGE IN O(1)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max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numbers starting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Each level comes from two halves of the level below.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sp[k][i] = max of the 2^k numbers starting at i. Each level comes from two halves of the level below.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88726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21132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394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609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609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26146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5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sp</m:t>
                                    </m:r>
                                  </m:e>
                                  <m:sub>
                                    <m:r>
                                      <a:rPr lang="en-US" sz="22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sp</m:t>
                                  </m:r>
                                </m:e>
                                <m:sub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(len 2)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sp</m:t>
                                  </m:r>
                                </m:e>
                                <m:sub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(len 4)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88726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933946"/>
                    <a:gridCol w="933946"/>
                    <a:gridCol w="933946"/>
                    <a:gridCol w="933946"/>
                    <a:gridCol w="933946"/>
                    <a:gridCol w="1260971"/>
                    <a:gridCol w="1260971"/>
                    <a:gridCol w="1261467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 = sp[0]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9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sp[1] (len 2)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sp[2] (len 4)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4925616"/>
                <a:ext cx="11200384" cy="500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length 6,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___, answer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[___],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sp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[___]) = ___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4925616"/>
                <a:ext cx="11200384" cy="500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6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Query max(a[2..7]): length 6, k = ___, answer = max(sp[k][___], sp[k][___]) = 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29273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8608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47942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572770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6661150" y="388620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759460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8858250" y="3886200"/>
            <a:ext cx="126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29273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38608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47942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572770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6661150" y="4349750"/>
            <a:ext cx="9334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167168" y="4908298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139546" y="4922478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336879" y="4926626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0315679" y="4908297"/>
            <a:ext cx="78105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EDAF145-B685-9A98-A108-D3A20D09F087}"/>
                  </a:ext>
                </a:extLst>
              </p14:cNvPr>
              <p14:cNvContentPartPr/>
              <p14:nvPr/>
            </p14:nvContentPartPr>
            <p14:xfrm>
              <a:off x="142920" y="2131200"/>
              <a:ext cx="10649160" cy="4629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EDAF145-B685-9A98-A108-D3A20D09F0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20" y="2115000"/>
                <a:ext cx="10681560" cy="466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POWERS OF 2?</a:t>
            </a:r>
            <a:endParaRPr lang="en-US" sz="35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743075"/>
            <a:ext cx="5715000" cy="1905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3736975"/>
                <a:ext cx="605790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cover length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 </a:t>
                </a:r>
                <a:r>
                  <a:rPr lang="en-US" sz="1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two</a:t>
                </a: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equal blocks (one from each end), a block must be at least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long.</a:t>
                </a:r>
                <a:endParaRPr lang="en-US" sz="1400" dirty="0"/>
              </a:p>
            </p:txBody>
          </p:sp>
        </mc:Choice>
        <mc:Fallback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3736975"/>
                <a:ext cx="6057900" cy="524351"/>
              </a:xfrm>
              <a:prstGeom prst="rect">
                <a:avLst/>
              </a:prstGeom>
              <a:blipFill>
                <a:blip r:embed="rId4"/>
                <a:stretch>
                  <a:fillRect l="-1674" t="-9524" b="-119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323556"/>
                <a:ext cx="6057900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=⌊</m:t>
                    </m:r>
                    <m:sSub>
                      <m:sSubPr>
                        <m:ctrl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Always fits.</a:t>
                </a:r>
                <a:endParaRPr lang="en-US" sz="1400" dirty="0"/>
              </a:p>
            </p:txBody>
          </p:sp>
        </mc:Choice>
        <mc:Fallback>
          <p:sp>
            <p:nvSpPr>
              <p:cNvPr id="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323556"/>
                <a:ext cx="6057900" cy="275511"/>
              </a:xfrm>
              <a:prstGeom prst="rect">
                <a:avLst/>
              </a:prstGeom>
              <a:blipFill>
                <a:blip r:embed="rId5"/>
                <a:stretch>
                  <a:fillRect l="-1674" t="-18182" b="-2727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4"/>
              <p:cNvSpPr txBox="1"/>
              <p:nvPr/>
            </p:nvSpPr>
            <p:spPr>
              <a:xfrm>
                <a:off x="6781800" y="1743075"/>
                <a:ext cx="4873244" cy="2755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Which block lengths should we store? (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1400" dirty="0"/>
              </a:p>
            </p:txBody>
          </p:sp>
        </mc:Choice>
        <mc:Fallback>
          <p:sp>
            <p:nvSpPr>
              <p:cNvPr id="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743075"/>
                <a:ext cx="4873244" cy="275511"/>
              </a:xfrm>
              <a:prstGeom prst="rect">
                <a:avLst/>
              </a:prstGeom>
              <a:blipFill>
                <a:blip r:embed="rId6"/>
                <a:stretch>
                  <a:fillRect l="-2344" t="-18182" b="-2727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4298404"/>
                  </p:ext>
                </p:extLst>
              </p:nvPr>
            </p:nvGraphicFramePr>
            <p:xfrm>
              <a:off x="6781800" y="2093516"/>
              <a:ext cx="4597399" cy="2063750"/>
            </p:xfrm>
            <a:graphic>
              <a:graphicData uri="http://schemas.openxmlformats.org/drawingml/2006/table">
                <a:tbl>
                  <a:tblPr/>
                  <a:tblGrid>
                    <a:gridCol w="1695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371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51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16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 lengths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per query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8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Every length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(that is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2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1250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answers)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2: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5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5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250" b="1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Powers of 3: </a:t>
                          </a:r>
                          <a14:m>
                            <m:oMath xmlns:m="http://schemas.openxmlformats.org/officeDocument/2006/math"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  <m:r>
                                <a:rPr lang="en-US" sz="1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oMath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50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5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25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sz="1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3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4298404"/>
                  </p:ext>
                </p:extLst>
              </p:nvPr>
            </p:nvGraphicFramePr>
            <p:xfrm>
              <a:off x="6781800" y="2093516"/>
              <a:ext cx="4597399" cy="2063750"/>
            </p:xfrm>
            <a:graphic>
              <a:graphicData uri="http://schemas.openxmlformats.org/drawingml/2006/table">
                <a:tbl>
                  <a:tblPr/>
                  <a:tblGrid>
                    <a:gridCol w="1695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371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51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07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 lengths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Levels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per query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752" t="-100000" r="-17293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876" t="-100000" r="-7829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752" t="-200000" r="-17293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876" t="-200000" r="-7829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752" t="-300000" r="-172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876" t="-300000" r="-78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en-US" sz="1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3</a:t>
                          </a:r>
                          <a:endParaRPr lang="en-US" sz="1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5"/>
              <p:cNvSpPr txBox="1"/>
              <p:nvPr/>
            </p:nvSpPr>
            <p:spPr>
              <a:xfrm>
                <a:off x="6781800" y="4208066"/>
                <a:ext cx="487324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length doubles the last: the fewest levels that still leave a block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4208066"/>
                <a:ext cx="4873244" cy="486926"/>
              </a:xfrm>
              <a:prstGeom prst="rect">
                <a:avLst/>
              </a:prstGeom>
              <a:blipFill>
                <a:blip r:embed="rId8"/>
                <a:stretch>
                  <a:fillRect l="-2344" t="-7692" b="-128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6"/>
          <p:cNvSpPr/>
          <p:nvPr/>
        </p:nvSpPr>
        <p:spPr>
          <a:xfrm>
            <a:off x="6781800" y="4771827"/>
            <a:ext cx="4873244" cy="383480"/>
          </a:xfrm>
          <a:prstGeom prst="roundRect">
            <a:avLst>
              <a:gd name="adj" fmla="val 13247"/>
            </a:avLst>
          </a:prstGeom>
          <a:solidFill>
            <a:srgbClr val="E3F1EC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7"/>
              <p:cNvSpPr txBox="1"/>
              <p:nvPr/>
            </p:nvSpPr>
            <p:spPr>
              <a:xfrm>
                <a:off x="6896100" y="4848027"/>
                <a:ext cx="464464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Building is one max: a block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two blocks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1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00" y="4848027"/>
                <a:ext cx="4644644" cy="255845"/>
              </a:xfrm>
              <a:prstGeom prst="rect">
                <a:avLst/>
              </a:prstGeom>
              <a:blipFill>
                <a:blip r:embed="rId9"/>
                <a:stretch>
                  <a:fillRect l="-2180" t="-14286" b="-285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ASK MANY TIMES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6094016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355906" cy="317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sp[20][100010], lg[100010];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build: O(N log N)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sp[0][i] = a[i];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k = 1; (1 &lt;&lt; k) &lt;= n; k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+ (1 &lt;&lt; k) - 1 &lt;= n; i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sp[k][i] = max(sp[k-1][i],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sp[k-1][i + (1 &lt;&lt; (k-1))]);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60816" y="1903016"/>
            <a:ext cx="4218384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370366" y="2061766"/>
            <a:ext cx="4255199" cy="174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query: O(1)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qmax(int l, int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k = lg[r - l + 1];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max(sp[k][l],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sp[k][r - (1 &lt;&lt; k) + 1]);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D5CFB2-F870-3760-B4EC-E88B90AB39DC}"/>
                  </a:ext>
                </a:extLst>
              </p14:cNvPr>
              <p14:cNvContentPartPr/>
              <p14:nvPr/>
            </p14:nvContentPartPr>
            <p14:xfrm>
              <a:off x="376200" y="2375280"/>
              <a:ext cx="9350280" cy="4298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D5CFB2-F870-3760-B4EC-E88B90AB39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000" y="2359080"/>
                <a:ext cx="9382680" cy="433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PROBLEMS, ONE IDEA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9779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79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range-min queries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9779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After pulling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out of the formula,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depend only on the window: a static array. Each of the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questions needs the min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over a range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" y="2479675"/>
                <a:ext cx="3257804" cy="949087"/>
              </a:xfrm>
              <a:prstGeom prst="rect">
                <a:avLst/>
              </a:prstGeom>
              <a:blipFill>
                <a:blip r:embed="rId3"/>
                <a:stretch>
                  <a:fillRect l="-3101" t="-4000" r="-4651" b="-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977900" y="3480197"/>
            <a:ext cx="3257804" cy="589161"/>
          </a:xfrm>
          <a:prstGeom prst="roundRect">
            <a:avLst>
              <a:gd name="adj" fmla="val 8622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 txBox="1"/>
              <p:nvPr/>
            </p:nvSpPr>
            <p:spPr>
              <a:xfrm>
                <a:off x="10795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two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lookups.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3543697"/>
                <a:ext cx="3054604" cy="486926"/>
              </a:xfrm>
              <a:prstGeom prst="rect">
                <a:avLst/>
              </a:prstGeom>
              <a:blipFill>
                <a:blip r:embed="rId4"/>
                <a:stretch>
                  <a:fillRect l="-3306" t="-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3942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45593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93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range max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 txBox="1"/>
              <p:nvPr/>
            </p:nvSpPr>
            <p:spPr>
              <a:xfrm>
                <a:off x="4559300" y="2479675"/>
                <a:ext cx="3257804" cy="949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"How far left can the robot go with every value </a:t>
                </a:r>
                <a14:m>
                  <m:oMath xmlns:m="http://schemas.openxmlformats.org/officeDocument/2006/math"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?" is monotone in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binary search it. Each step asks for the max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3" name="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479675"/>
                <a:ext cx="3257804" cy="949087"/>
              </a:xfrm>
              <a:prstGeom prst="rect">
                <a:avLst/>
              </a:prstGeom>
              <a:blipFill>
                <a:blip r:embed="rId5"/>
                <a:stretch>
                  <a:fillRect l="-3502" t="-4000" b="-5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559300" y="3480197"/>
            <a:ext cx="3257804" cy="589161"/>
          </a:xfrm>
          <a:prstGeom prst="roundRect">
            <a:avLst>
              <a:gd name="adj" fmla="val 8622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 txBox="1"/>
              <p:nvPr/>
            </p:nvSpPr>
            <p:spPr>
              <a:xfrm>
                <a:off x="4660900" y="3543697"/>
                <a:ext cx="3054604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3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extension instead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300" dirty="0"/>
              </a:p>
            </p:txBody>
          </p:sp>
        </mc:Choice>
        <mc:Fallback>
          <p:sp>
            <p:nvSpPr>
              <p:cNvPr id="15" name="Tex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0" y="3543697"/>
                <a:ext cx="3054604" cy="486926"/>
              </a:xfrm>
              <a:prstGeom prst="rect">
                <a:avLst/>
              </a:prstGeom>
              <a:blipFill>
                <a:blip r:embed="rId6"/>
                <a:stretch>
                  <a:fillRect l="-2075" t="-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7975600" y="1743075"/>
            <a:ext cx="3403600" cy="2465983"/>
          </a:xfrm>
          <a:prstGeom prst="roundRect">
            <a:avLst>
              <a:gd name="adj" fmla="val 3090"/>
            </a:avLst>
          </a:prstGeom>
          <a:noFill/>
          <a:ln w="1270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8140700" y="1882775"/>
            <a:ext cx="32578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0700" y="2206625"/>
            <a:ext cx="3257804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doubling idea: jumps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 txBox="1"/>
              <p:nvPr/>
            </p:nvSpPr>
            <p:spPr>
              <a:xfrm>
                <a:off x="8140700" y="2479675"/>
                <a:ext cx="3257804" cy="718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Store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 lead, not a range max (binary lifting).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3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so we cannot jump one step at a time.</a:t>
                </a:r>
                <a:endParaRPr lang="en-US" sz="1300" dirty="0"/>
              </a:p>
            </p:txBody>
          </p:sp>
        </mc:Choice>
        <mc:Fallback>
          <p:sp>
            <p:nvSpPr>
              <p:cNvPr id="19" name="Tex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00" y="2479675"/>
                <a:ext cx="3257804" cy="718006"/>
              </a:xfrm>
              <a:prstGeom prst="rect">
                <a:avLst/>
              </a:prstGeom>
              <a:blipFill>
                <a:blip r:embed="rId7"/>
                <a:stretch>
                  <a:fillRect l="-3101" t="-5172" r="-4264" b="-689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8140700" y="3249116"/>
            <a:ext cx="3257804" cy="358080"/>
          </a:xfrm>
          <a:prstGeom prst="roundRect">
            <a:avLst>
              <a:gd name="adj" fmla="val 14187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 txBox="1"/>
              <p:nvPr/>
            </p:nvSpPr>
            <p:spPr>
              <a:xfrm>
                <a:off x="8242300" y="3312616"/>
                <a:ext cx="3054604" cy="2558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binary: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jumps.</a:t>
                </a:r>
                <a:endParaRPr lang="en-US" sz="1300" dirty="0"/>
              </a:p>
            </p:txBody>
          </p:sp>
        </mc:Choice>
        <mc:Fallback>
          <p:sp>
            <p:nvSpPr>
              <p:cNvPr id="21" name="Tex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300" y="3312616"/>
                <a:ext cx="3054604" cy="255845"/>
              </a:xfrm>
              <a:prstGeom prst="rect">
                <a:avLst/>
              </a:prstGeom>
              <a:blipFill>
                <a:blip r:embed="rId8"/>
                <a:stretch>
                  <a:fillRect l="-3306" t="-14286" b="-285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 txBox="1"/>
          <p:nvPr/>
        </p:nvSpPr>
        <p:spPr>
          <a:xfrm>
            <a:off x="812800" y="4361458"/>
            <a:ext cx="112003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idea: store answers only for powers of 2, then build any question from a few of them.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Visit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on a branch as fast as possible, for many different starting points.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Visit K ladybugs on a branch as fast as possible, for many different starting points.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926854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29268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new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853954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3853954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602684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5602684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10471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sit on a branch at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10471" cy="518100"/>
              </a:xfrm>
              <a:prstGeom prst="rect">
                <a:avLst/>
              </a:prstGeom>
              <a:blipFill>
                <a:blip r:embed="rId3"/>
                <a:stretch>
                  <a:fillRect l="-983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310471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start at position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walk 1 mm per second. Collect the signatures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(just reach them; no need to come back).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15096"/>
                <a:ext cx="10310471" cy="990481"/>
              </a:xfrm>
              <a:prstGeom prst="rect">
                <a:avLst/>
              </a:prstGeom>
              <a:blipFill>
                <a:blip r:embed="rId4"/>
                <a:stretch>
                  <a:fillRect l="-1720" t="-3846" r="-860" b="-8974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0310471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queries, each with its own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For each one, print the shortest time.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3599557"/>
                <a:ext cx="10310471" cy="990481"/>
              </a:xfrm>
              <a:prstGeom prst="rect">
                <a:avLst/>
              </a:prstGeom>
              <a:blipFill>
                <a:blip r:embed="rId5"/>
                <a:stretch>
                  <a:fillRect l="-1720" t="-3797" b="-886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4747518"/>
                <a:ext cx="10310471" cy="7032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 try every set of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ladybugs. Way too slow. What does a best answer look like?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747518"/>
                <a:ext cx="10310471" cy="703263"/>
              </a:xfrm>
              <a:prstGeom prst="rect">
                <a:avLst/>
              </a:prstGeom>
              <a:blipFill>
                <a:blip r:embed="rId6"/>
                <a:stretch>
                  <a:fillRect l="-1597" t="-12281" b="-21053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KEY OBSERVATION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5612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910"/>
                  </a:lnSpc>
                  <a:buNone/>
                </a:pPr>
                <a:r>
                  <a:rPr lang="en-US" sz="34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3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34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LADYBUGS ARE ALWAYS CONSECUTIVE</a:t>
                </a:r>
                <a:endParaRPr lang="en-US" sz="34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5612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910"/>
                  </a:lnSpc>
                  <a:buNone/>
                </a:pPr>
                <a:r>
                  <a:rPr lang="en-US" sz="34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K LADYBUGS ARE ALWAYS CONSECUTIVE</a:t>
                </a:r>
                <a:endParaRPr lang="en-US" sz="3400" dirty="0"/>
              </a:p>
            </p:txBody>
          </p:sp>
        </mc:Fallback>
      </mc:AlternateContent>
      <p:sp>
        <p:nvSpPr>
          <p:cNvPr id="4" name="Text 2"/>
          <p:cNvSpPr txBox="1"/>
          <p:nvPr/>
        </p:nvSpPr>
        <p:spPr>
          <a:xfrm>
            <a:off x="812800" y="1829991"/>
            <a:ext cx="10352268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from the leftmost to the rightmost one, you pass every ladybug in between: their signatures are free.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14452"/>
                <a:ext cx="10352268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choose a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window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ladybugs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Go to the nearer end first, then to the other end.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914452"/>
                <a:ext cx="10352268" cy="990481"/>
              </a:xfrm>
              <a:prstGeom prst="rect">
                <a:avLst/>
              </a:prstGeom>
              <a:blipFill>
                <a:blip r:embed="rId3"/>
                <a:stretch>
                  <a:fillRect l="-1714" t="-2532" r="-2203" b="-886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4062412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4062412"/>
            <a:ext cx="50800" cy="8699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4240213"/>
                <a:ext cx="10072868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70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700" i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US" sz="2700" i="1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7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700" i="0">
                              <a:solidFill>
                                <a:srgbClr val="1F232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7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7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240213"/>
                <a:ext cx="10072868" cy="565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12800" y="5135563"/>
                <a:ext cx="10352268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windows. One query in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enough for subtasks with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 dirty="0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135563"/>
                <a:ext cx="10352268" cy="344805"/>
              </a:xfrm>
              <a:prstGeom prst="rect">
                <a:avLst/>
              </a:prstGeom>
              <a:blipFill>
                <a:blip r:embed="rId5"/>
                <a:stretch>
                  <a:fillRect l="-1469" t="-25000" b="-3928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/>
              <p:nvPr/>
            </p:nvSpPr>
            <p:spPr>
              <a:xfrm>
                <a:off x="812800" y="660400"/>
                <a:ext cx="11200384" cy="300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160"/>
                  </a:lnSpc>
                  <a:buNone/>
                </a:pPr>
                <a:r>
                  <a:rPr lang="en-US" sz="1800" b="1" kern="0" spc="100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LADYBUGS II · BINARY SEARCH TO LOCATE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287673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 0"/>
              <p:cNvSpPr txBox="1"/>
              <p:nvPr/>
            </p:nvSpPr>
            <p:spPr>
              <a:xfrm>
                <a:off x="812800" y="660400"/>
                <a:ext cx="11200384" cy="300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160"/>
                  </a:lnSpc>
                  <a:buNone/>
                </a:pPr>
                <a:r>
                  <a:rPr lang="en-US" sz="1800" b="1" spc="100" kern="0" dirty="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LADYBUGS II · BINARY SEARCH TO LOCATE D</a:t>
                </a:r>
                <a:endParaRPr lang="en-US" sz="1800" dirty="0"/>
              </a:p>
            </p:txBody>
          </p:sp>
        </mc:Fallback>
      </mc:AlternateContent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WINDOW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 first ladybug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(binary search on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 = the first ladybug with P[s] ≥ D (binary search on P).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554028"/>
                  </p:ext>
                </p:extLst>
              </p:nvPr>
            </p:nvGraphicFramePr>
            <p:xfrm>
              <a:off x="812800" y="24364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6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Which windows to try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(leftmost is best)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100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the window ending at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see next slide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up to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windows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554028"/>
                  </p:ext>
                </p:extLst>
              </p:nvPr>
            </p:nvGraphicFramePr>
            <p:xfrm>
              <a:off x="812800" y="2436416"/>
              <a:ext cx="10566400" cy="21272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6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Which windows to try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02778" r="-316500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23" t="-102778" r="-154217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102778" r="-261" b="-2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202778" r="-316500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23" t="-202778" r="-154217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202778" r="-261" b="-1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78689" r="-31650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see next slide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493" t="-178689" r="-261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THE TRICK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PULL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OUT OF THE FORMULA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PULL D OUT OF THE FORMULA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36192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Left first: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36192" cy="518100"/>
              </a:xfrm>
              <a:prstGeom prst="rect">
                <a:avLst/>
              </a:prstGeom>
              <a:blipFill>
                <a:blip r:embed="rId3"/>
                <a:stretch>
                  <a:fillRect l="-1718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27796"/>
                <a:ext cx="10336192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Right first: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27796"/>
                <a:ext cx="10336192" cy="518100"/>
              </a:xfrm>
              <a:prstGeom prst="rect">
                <a:avLst/>
              </a:prstGeom>
              <a:blipFill>
                <a:blip r:embed="rId4"/>
                <a:stretch>
                  <a:fillRect l="-1718" t="-7143" b="-1428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203377"/>
            <a:ext cx="10566400" cy="180340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203377"/>
            <a:ext cx="50800" cy="18034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3381177"/>
                <a:ext cx="1066190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(no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!)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Text 6"/>
              <p:cNvSpPr txBox="1"/>
              <p:nvPr/>
            </p:nvSpPr>
            <p:spPr>
              <a:xfrm>
                <a:off x="1092200" y="3381177"/>
                <a:ext cx="1066190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6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f1(l) = P[r] − 2P[l]　　f2(l) = 2P[r] − P[l]　(no D!)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92200" y="3914577"/>
                <a:ext cx="10056792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Answer for the straddling windows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a range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914577"/>
                <a:ext cx="10056792" cy="960120"/>
              </a:xfrm>
              <a:prstGeom prst="rect">
                <a:avLst/>
              </a:prstGeom>
              <a:blipFill>
                <a:blip r:embed="rId5"/>
                <a:stretch>
                  <a:fillRect l="-1765" t="-5263" r="-2648" b="-1052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5209977"/>
                <a:ext cx="10336192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Range minimum over a fixed array → Sparse Table,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query.</a:t>
                </a:r>
                <a:endParaRPr lang="en-US" sz="2250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209977"/>
                <a:ext cx="10336192" cy="373063"/>
              </a:xfrm>
              <a:prstGeom prst="rect">
                <a:avLst/>
              </a:prstGeom>
              <a:blipFill>
                <a:blip r:embed="rId6"/>
                <a:stretch>
                  <a:fillRect l="-1595" t="-23333" b="-400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4 6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windows: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 = 1 4 6　K = 2　windows: [1, 4] (l = 1) and [4, 6] (l = 2)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7595649"/>
                  </p:ext>
                </p:extLst>
              </p:nvPr>
            </p:nvGraphicFramePr>
            <p:xfrm>
              <a:off x="812800" y="241101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8511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 smtClean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Answer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7595649"/>
                  </p:ext>
                </p:extLst>
              </p:nvPr>
            </p:nvGraphicFramePr>
            <p:xfrm>
              <a:off x="812800" y="2411016"/>
              <a:ext cx="10566399" cy="191135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32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41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8511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2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05" t="-5263" r="-903614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05" t="-5263" r="-803614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right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All left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Straddles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Answer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0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1866900" y="29464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9273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04190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7150100" y="29464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5" name="Text 9"/>
          <p:cNvSpPr txBox="1"/>
          <p:nvPr/>
        </p:nvSpPr>
        <p:spPr>
          <a:xfrm>
            <a:off x="29273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504190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7150100" y="340995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05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92735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041900" y="38735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150100" y="3873500"/>
            <a:ext cx="2641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9791700" y="38735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5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PRECOMPUTE, THEN ANSWER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4607052" cy="185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 = n - K + 1 windows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l = 1; l &lt;= w; l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f1[0][l] = p[l+K-1] - 2 * p[l];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f2[0][l] = 2 * p[l+K-1] - p[l];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 both sparse tables (min)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050742" cy="21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one query, s found by binary search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lo = max(1, s - K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hi = min(s - 1, w);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(lo &lt;= hi){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qmin(f1, lo, hi) + D);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qmin(f2, lo, hi) - D);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900" b="1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O(Q · K) TO O((N + Q) LOG N)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2481610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window of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consecutive ladybugs, for every query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; one-sided windows in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; straddling windows one by 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Pull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out of the formula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range minimum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3.4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2481610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60656" r="-923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60656" r="-1185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60656" r="-463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60656" r="-923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160656" r="-1185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160656" r="-463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260656" r="-923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260656" r="-1185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260656" r="-463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0566400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 finds where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sits; the Sparse Table answers "best straddling window"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703366"/>
                <a:ext cx="10566400" cy="900113"/>
              </a:xfrm>
              <a:prstGeom prst="rect">
                <a:avLst/>
              </a:prstGeom>
              <a:blipFill>
                <a:blip r:embed="rId4"/>
                <a:stretch>
                  <a:fillRect l="-1559" t="-4167" r="-480" b="-1111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robot walks along a row of numbers, swapping as it goes. Can it write down the sequence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254970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robot walks along a row of numbers, swapping as it goes. Can it write down the sequence S?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232870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32870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232870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200573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22005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127673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3127673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876403" y="48043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4876403" y="48043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414643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row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cells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The robot picks any start cell, then repeats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times: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414643" cy="990481"/>
              </a:xfrm>
              <a:prstGeom prst="rect">
                <a:avLst/>
              </a:prstGeom>
              <a:blipFill>
                <a:blip r:embed="rId3"/>
                <a:stretch>
                  <a:fillRect l="-1703" t="-2500" b="-75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812799" y="2987477"/>
            <a:ext cx="10414643" cy="20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number under it.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 cell left or right (inwards at the ends).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new cell's number is smaller than the cell it just left, swap the two numbers.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5077817"/>
                <a:ext cx="10414643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(length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): can the robot write exactly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Print YES or NO.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077817"/>
                <a:ext cx="10414643" cy="518100"/>
              </a:xfrm>
              <a:prstGeom prst="rect">
                <a:avLst/>
              </a:prstGeom>
              <a:blipFill>
                <a:blip r:embed="rId4"/>
                <a:stretch>
                  <a:fillRect l="-1703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SAMPLE 1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0566398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1 2 3　start at cell 3　moves: right, left, left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852216"/>
                <a:ext cx="10566398" cy="423863"/>
              </a:xfrm>
              <a:prstGeom prst="rect">
                <a:avLst/>
              </a:prstGeom>
              <a:blipFill>
                <a:blip r:embed="rId3"/>
                <a:stretch>
                  <a:fillRect l="-839" t="-20000" b="-200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8" cy="2387600"/>
            </p:xfrm>
            <a:graphic>
              <a:graphicData uri="http://schemas.openxmlformats.org/drawingml/2006/table">
                <a:tbl>
                  <a:tblPr/>
                  <a:tblGrid>
                    <a:gridCol w="105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9281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Write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Move to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Swap?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after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056580"/>
                    <a:gridCol w="1267916"/>
                    <a:gridCol w="1479252"/>
                    <a:gridCol w="1690588"/>
                    <a:gridCol w="1479252"/>
                    <a:gridCol w="3592810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Write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Move to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Swap?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 after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812800" y="4912916"/>
            <a:ext cx="1056639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value under the robot after each move. What do you notice?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313690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61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6305550" y="29464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785100" y="29464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2 3 1 2 3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866900" y="34099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313690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461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6305550" y="34099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785100" y="340995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1866900" y="38735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5" name="Text 14"/>
          <p:cNvSpPr txBox="1"/>
          <p:nvPr/>
        </p:nvSpPr>
        <p:spPr>
          <a:xfrm>
            <a:off x="313690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4616450" y="38735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305550" y="38735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873500"/>
            <a:ext cx="3594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2 3 2 1 3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1866900" y="43370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3136900" y="43370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9149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robot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steps onto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91494" cy="518100"/>
              </a:xfrm>
              <a:prstGeom prst="rect">
                <a:avLst/>
              </a:prstGeom>
              <a:blipFill>
                <a:blip r:embed="rId3"/>
                <a:stretch>
                  <a:fillRect l="-1707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39149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swap, so it now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　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no swap, it stands 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15096"/>
                <a:ext cx="10391494" cy="518100"/>
              </a:xfrm>
              <a:prstGeom prst="rect">
                <a:avLst/>
              </a:prstGeom>
              <a:blipFill>
                <a:blip r:embed="rId4"/>
                <a:stretch>
                  <a:fillRect l="-976" t="-7143" b="-1428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190677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190677"/>
            <a:ext cx="50800" cy="8699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1092200" y="3368477"/>
                <a:ext cx="10112094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7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value under the robot </a:t>
                </a:r>
                <a14:m>
                  <m:oMath xmlns:m="http://schemas.openxmlformats.org/officeDocument/2006/math">
                    <m: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368477"/>
                <a:ext cx="10112094" cy="565785"/>
              </a:xfrm>
              <a:prstGeom prst="rect">
                <a:avLst/>
              </a:prstGeom>
              <a:blipFill>
                <a:blip r:embed="rId5"/>
                <a:stretch>
                  <a:fillRect l="-2005" t="-6667" b="-200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812800" y="4263827"/>
                <a:ext cx="10391494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So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must be non-decreasing.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Any drop → NO straight away.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263827"/>
                <a:ext cx="10391494" cy="518100"/>
              </a:xfrm>
              <a:prstGeom prst="rect">
                <a:avLst/>
              </a:prstGeom>
              <a:blipFill>
                <a:blip r:embed="rId6"/>
                <a:stretch>
                  <a:fillRect l="-1707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4939407"/>
                <a:ext cx="1039149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4: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2 → NO</a:t>
                </a:r>
                <a:endParaRPr lang="en-US" sz="2100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939407"/>
                <a:ext cx="10391494" cy="344805"/>
              </a:xfrm>
              <a:prstGeom prst="rect">
                <a:avLst/>
              </a:prstGeom>
              <a:blipFill>
                <a:blip r:embed="rId7"/>
                <a:stretch>
                  <a:fillRect l="-1463" t="-20690" b="-34483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A REGION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495666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While the robot holds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it can walk freely over the run of cells with values 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around it, and keeps writing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495666" cy="990481"/>
              </a:xfrm>
              <a:prstGeom prst="rect">
                <a:avLst/>
              </a:prstGeom>
              <a:blipFill>
                <a:blip r:embed="rId3"/>
                <a:stretch>
                  <a:fillRect l="-1691" t="-2500" r="-242" b="-75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0495666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first cells outside the run (</a:t>
                </a:r>
                <a14:m>
                  <m:oMath xmlns:m="http://schemas.openxmlformats.org/officeDocument/2006/math"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are never touched, so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region's ends are fixed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987477"/>
                <a:ext cx="10495666" cy="990481"/>
              </a:xfrm>
              <a:prstGeom prst="rect">
                <a:avLst/>
              </a:prstGeom>
              <a:blipFill>
                <a:blip r:embed="rId4"/>
                <a:stretch>
                  <a:fillRect l="-1691" t="-3797" r="-725" b="-886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0495666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goes up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 robot must step onto one of the two outside cells, and that cell must hold </a:t>
                </a: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071938"/>
                <a:ext cx="10495666" cy="990481"/>
              </a:xfrm>
              <a:prstGeom prst="rect">
                <a:avLst/>
              </a:prstGeom>
              <a:blipFill>
                <a:blip r:embed="rId5"/>
                <a:stretch>
                  <a:fillRect l="-1691" t="-2532" r="-1208" b="-886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 txBox="1"/>
          <p:nvPr/>
        </p:nvSpPr>
        <p:spPr>
          <a:xfrm>
            <a:off x="812800" y="5219898"/>
            <a:ext cx="10495666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candidates per step up. Finding the region's ends = binary search with qmax.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EXACTLY ON TIME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56640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cell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the target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distance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steps available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566400" cy="518100"/>
              </a:xfrm>
              <a:prstGeom prst="rect">
                <a:avLst/>
              </a:prstGeom>
              <a:blipFill>
                <a:blip r:embed="rId3"/>
                <a:stretch>
                  <a:fillRect l="-1679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370440"/>
                  </p:ext>
                </p:extLst>
              </p:nvPr>
            </p:nvGraphicFramePr>
            <p:xfrm>
              <a:off x="812800" y="2578596"/>
              <a:ext cx="10566400" cy="2254250"/>
            </p:xfrm>
            <a:graphic>
              <a:graphicData uri="http://schemas.openxmlformats.org/drawingml/2006/table">
                <a:tbl>
                  <a:tblPr/>
                  <a:tblGrid>
                    <a:gridCol w="4226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39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Why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25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Need enough steps to get there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is even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Spare steps are used by stepping back and forth (2 at a time)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Start region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cells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With one cell, the robot cannot wait in place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370440"/>
                  </p:ext>
                </p:extLst>
              </p:nvPr>
            </p:nvGraphicFramePr>
            <p:xfrm>
              <a:off x="812800" y="2578596"/>
              <a:ext cx="10566400" cy="2254250"/>
            </p:xfrm>
            <a:graphic>
              <a:graphicData uri="http://schemas.openxmlformats.org/drawingml/2006/table">
                <a:tbl>
                  <a:tblPr/>
                  <a:tblGrid>
                    <a:gridCol w="4226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398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26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Why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" t="-105263" r="-150150" b="-2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Need enough steps to get there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9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" t="-121875" r="-150150" b="-7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Spare steps are used by stepping back and forth (2 at a time)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" t="-373684" r="-150150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With one cell, the robot cannot wait in place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 3"/>
          <p:cNvSpPr txBox="1"/>
          <p:nvPr/>
        </p:nvSpPr>
        <p:spPr>
          <a:xfrm>
            <a:off x="812800" y="4972546"/>
            <a:ext cx="10566400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step up, every region already has at least 2 cells, so the last row only matters at the start.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0566398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2 3 4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2 2 3 4 4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852216"/>
                <a:ext cx="10566398" cy="423863"/>
              </a:xfrm>
              <a:prstGeom prst="rect">
                <a:avLst/>
              </a:prstGeom>
              <a:blipFill>
                <a:blip r:embed="rId3"/>
                <a:stretch>
                  <a:fillRect l="-1559" t="-20000" b="-2000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398" cy="2254250"/>
            </p:xfrm>
            <a:graphic>
              <a:graphicData uri="http://schemas.openxmlformats.org/drawingml/2006/table">
                <a:tbl>
                  <a:tblPr/>
                  <a:tblGrid>
                    <a:gridCol w="14792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19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79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7955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93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Value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First 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5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OK?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479252"/>
                    <a:gridCol w="1479252"/>
                    <a:gridCol w="1690588"/>
                    <a:gridCol w="1901924"/>
                    <a:gridCol w="1267916"/>
                    <a:gridCol w="1267916"/>
                    <a:gridCol w="1479550"/>
                  </a:tblGrid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Value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First step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Cell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OK?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 txBox="1"/>
              <p:nvPr/>
            </p:nvSpPr>
            <p:spPr>
              <a:xfrm>
                <a:off x="812800" y="4779566"/>
                <a:ext cx="11200384" cy="557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3: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2 3 4   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1 1   → start cell ___   region ______   answer ____</a:t>
                </a:r>
                <a:endParaRPr lang="en-US" sz="2250" dirty="0"/>
              </a:p>
            </p:txBody>
          </p:sp>
        </mc:Choice>
        <mc:Fallback xmlns="">
          <p:sp>
            <p:nvSpPr>
              <p:cNvPr id="6" name="Text 3"/>
              <p:cNvSpPr txBox="1"/>
              <p:nvPr/>
            </p:nvSpPr>
            <p:spPr>
              <a:xfrm>
                <a:off x="812800" y="4779566"/>
                <a:ext cx="11200384" cy="557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05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3: T = 1 2 3 4   S = 1 1   → start cell ___   region ______   answer ____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3771900" y="3276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461000" y="3276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2]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9899650" y="32766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22923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740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5461000" y="3740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3]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736600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8629650" y="374015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989965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22923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3771900" y="4203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5461000" y="4203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4]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736600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8629650" y="4203700"/>
            <a:ext cx="1270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18"/>
          <p:cNvSpPr txBox="1"/>
          <p:nvPr/>
        </p:nvSpPr>
        <p:spPr>
          <a:xfrm>
            <a:off x="9899650" y="42037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6286500" y="47371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7874000" y="4737100"/>
            <a:ext cx="12573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1]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10071100" y="473710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HELPERS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2451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4941316" cy="1975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reach q from p in exactly dt steps?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p, int q, int dt){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d = abs(q - p);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d &lt;= dt &amp;&amp;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(dt - d) % 2 == 0;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11900" y="1903016"/>
            <a:ext cx="50673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521450" y="2061766"/>
            <a:ext cx="4648200" cy="391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smallest l with t[l..p] all &lt;= v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extendLeft(int p, int v){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p;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(qmax(mid, p) &lt;= v)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mid - 1;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 = mid + 1;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l;</a:t>
            </a:r>
            <a:endParaRPr lang="en-US" sz="17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3900" b="1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2^M TO O((N + M) LOG N)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941192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start cell and every sequence of moves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layer by layer, scan cells one by one to find each region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 smtClean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"Robot carries the max"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max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region ends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2100" b="1" i="0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 smtClean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941192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start cell and every sequence of moves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60656" r="-1185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layer by layer, scan cells one by one to find each region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160656" r="-1185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160656" r="-463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"Robot carries the max"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max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for region ends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260656" r="-1185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260656" r="-463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3366"/>
                <a:ext cx="10566400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key observation removes the swaps; Sparse Table + Binary Search find each region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703366"/>
                <a:ext cx="10566400" cy="900113"/>
              </a:xfrm>
              <a:prstGeom prst="rect">
                <a:avLst/>
              </a:prstGeom>
              <a:blipFill>
                <a:blip r:embed="rId4"/>
                <a:stretch>
                  <a:fillRect l="-1559" t="-4167" b="-1111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5923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67235"/>
            <a:ext cx="11200384" cy="90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70"/>
              </a:lnSpc>
              <a:buNone/>
            </a:pPr>
            <a:r>
              <a:rPr lang="en-US" sz="57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5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3192066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Place </a:t>
                </a: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umbrellas to make the longest possible stretch of shaded beach.</a:t>
                </a:r>
                <a:endParaRPr lang="en-US" sz="2550" dirty="0"/>
              </a:p>
            </p:txBody>
          </p:sp>
        </mc:Choice>
        <mc:Fallback xmlns="">
          <p:sp>
            <p:nvSpPr>
              <p:cNvPr id="5" name="Text 2"/>
              <p:cNvSpPr txBox="1"/>
              <p:nvPr/>
            </p:nvSpPr>
            <p:spPr>
              <a:xfrm>
                <a:off x="812800" y="3192066"/>
                <a:ext cx="8077200" cy="7978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060"/>
                  </a:lnSpc>
                  <a:buNone/>
                </a:pPr>
                <a:r>
                  <a:rPr lang="en-US" sz="25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Place K new umbrellas to make the longest possible stretch of shaded beach.</a:t>
                </a:r>
                <a:endParaRPr lang="en-US" sz="25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169966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69966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169966"/>
            <a:ext cx="3363516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169966"/>
            <a:ext cx="3363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subtask 2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741466"/>
            <a:ext cx="3405485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41466"/>
            <a:ext cx="34054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Binary Lifting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reading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332585" y="4741466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4332585" y="4741466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081316" y="4741466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 txBox="1"/>
          <p:nvPr/>
        </p:nvSpPr>
        <p:spPr>
          <a:xfrm>
            <a:off x="6081316" y="4741466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45195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beach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cells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already shade some intervals.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45195" cy="518100"/>
              </a:xfrm>
              <a:prstGeom prst="rect">
                <a:avLst/>
              </a:prstGeom>
              <a:blipFill>
                <a:blip r:embed="rId3"/>
                <a:stretch>
                  <a:fillRect l="-1716" t="-4762" r="-613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345195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You have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umbrellas. Each shades up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consecutive cells, anywhere inside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15096"/>
                <a:ext cx="10345195" cy="990481"/>
              </a:xfrm>
              <a:prstGeom prst="rect">
                <a:avLst/>
              </a:prstGeom>
              <a:blipFill>
                <a:blip r:embed="rId4"/>
                <a:stretch>
                  <a:fillRect l="-1716" t="-3846" b="-8974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3599557"/>
            <a:ext cx="1034519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length of the longest run of shaded cells.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2800" y="4275138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812800" y="4275138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1092200" y="4427538"/>
            <a:ext cx="10065795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step: sort and merge overlapping or touching intervals into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empty runs between them are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A TEMPTING WRONG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 SEPARATELY?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0566404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Idea: gap of length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costs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umbrellas; pick consecutive blocks whose gaps cost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total (two pointers).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852216"/>
                <a:ext cx="10566404" cy="928688"/>
              </a:xfrm>
              <a:prstGeom prst="rect">
                <a:avLst/>
              </a:prstGeom>
              <a:blipFill>
                <a:blip r:embed="rId3"/>
                <a:stretch>
                  <a:fillRect l="-1559" t="-2703" b="-9459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915841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Expected answer 8.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3"/>
              <p:cNvSpPr txBox="1"/>
              <p:nvPr/>
            </p:nvSpPr>
            <p:spPr>
              <a:xfrm>
                <a:off x="812800" y="2915841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2: N = 12, K = 2, X = 3. Expected answer 8.</a:t>
                </a:r>
                <a:endParaRPr lang="en-US" sz="2250" dirty="0"/>
              </a:p>
            </p:txBody>
          </p:sp>
        </mc:Fallback>
      </mc:AlternateContent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3841"/>
          <a:ext cx="10566404" cy="1358900"/>
        </p:xfrm>
        <a:graphic>
          <a:graphicData uri="http://schemas.openxmlformats.org/drawingml/2006/table">
            <a:tbl>
              <a:tblPr/>
              <a:tblGrid>
                <a:gridCol w="799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9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361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027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364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4922441"/>
            <a:ext cx="1056640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umbrella can reach over a block and close two gaps at once.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241300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32067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40068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4071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207250" y="4356100"/>
            <a:ext cx="8001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56100"/>
            <a:ext cx="113665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GREEDY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FIX THE LEFT END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FIX THE LEFT END L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287322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right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skipping shaded cells.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287322" cy="518100"/>
              </a:xfrm>
              <a:prstGeom prst="rect">
                <a:avLst/>
              </a:prstGeom>
              <a:blipFill>
                <a:blip r:embed="rId3"/>
                <a:stretch>
                  <a:fillRect l="-1724" t="-4762" b="-16667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287322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the first unshaded cell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put an umbrella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15096"/>
                <a:ext cx="10287322" cy="518100"/>
              </a:xfrm>
              <a:prstGeom prst="rect">
                <a:avLst/>
              </a:prstGeom>
              <a:blipFill>
                <a:blip r:embed="rId4"/>
                <a:stretch>
                  <a:fillRect l="-1724" t="-7143" b="-1428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3127177"/>
            <a:ext cx="10287322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until the umbrellas run out; stop at the next unshaded cell.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812800" y="3802757"/>
                <a:ext cx="10287322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start the umbrella exactly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 Further left only shades cells we already have; further right leaves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5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unshaded.</a:t>
                </a:r>
                <a:endParaRPr lang="en-US" sz="2250" dirty="0"/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3802757"/>
                <a:ext cx="10287322" cy="928688"/>
              </a:xfrm>
              <a:prstGeom prst="rect">
                <a:avLst/>
              </a:prstGeom>
              <a:blipFill>
                <a:blip r:embed="rId5"/>
                <a:stretch>
                  <a:fillRect l="-1601" t="-4054" b="-9459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 txBox="1"/>
              <p:nvPr/>
            </p:nvSpPr>
            <p:spPr>
              <a:xfrm>
                <a:off x="812800" y="4891782"/>
                <a:ext cx="10287322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 every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Good for small subtasks and as a brute force.</a:t>
                </a:r>
                <a:endParaRPr lang="en-US" sz="2250" dirty="0"/>
              </a:p>
            </p:txBody>
          </p:sp>
        </mc:Choice>
        <mc:Fallback xmlns="">
          <p:sp>
            <p:nvSpPr>
              <p:cNvPr id="8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891782"/>
                <a:ext cx="10287322" cy="373063"/>
              </a:xfrm>
              <a:prstGeom prst="rect">
                <a:avLst/>
              </a:prstGeom>
              <a:blipFill>
                <a:blip r:embed="rId6"/>
                <a:stretch>
                  <a:fillRect l="-1601" t="-19355" b="-35484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WORK IT BY HAND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SHOULD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BE?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SHOULD L BE?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one block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= 10, X = 2, K = 3, one block [4, 5].</a:t>
                </a:r>
                <a:endParaRPr lang="en-US" sz="2250" dirty="0"/>
              </a:p>
            </p:txBody>
          </p:sp>
        </mc:Fallback>
      </mc:AlternateContent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398" cy="908050"/>
        </p:xfrm>
        <a:graphic>
          <a:graphicData uri="http://schemas.openxmlformats.org/drawingml/2006/table">
            <a:tbl>
              <a:tblPr/>
              <a:tblGrid>
                <a:gridCol w="1013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38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2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4022671"/>
                  </p:ext>
                </p:extLst>
              </p:nvPr>
            </p:nvGraphicFramePr>
            <p:xfrm>
              <a:off x="812800" y="3420666"/>
              <a:ext cx="10566400" cy="19113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944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60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Left end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Length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(block start)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5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Best?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4022671"/>
                  </p:ext>
                </p:extLst>
              </p:nvPr>
            </p:nvGraphicFramePr>
            <p:xfrm>
              <a:off x="812800" y="3420666"/>
              <a:ext cx="10566400" cy="19113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944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60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2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5263" r="-316500" b="-3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Umbrellas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Length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(block start)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2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Best?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3"/>
          <p:cNvSpPr txBox="1"/>
          <p:nvPr/>
        </p:nvSpPr>
        <p:spPr>
          <a:xfrm>
            <a:off x="3346450" y="39560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6–7, 8–9, 10</a:t>
            </a:r>
            <a:endParaRPr lang="en-US" sz="2250" dirty="0"/>
          </a:p>
        </p:txBody>
      </p:sp>
      <p:sp>
        <p:nvSpPr>
          <p:cNvPr id="8" name="Text 4"/>
          <p:cNvSpPr txBox="1"/>
          <p:nvPr/>
        </p:nvSpPr>
        <p:spPr>
          <a:xfrm>
            <a:off x="8845550" y="39560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9" name="Text 5"/>
          <p:cNvSpPr txBox="1"/>
          <p:nvPr/>
        </p:nvSpPr>
        <p:spPr>
          <a:xfrm>
            <a:off x="3346450" y="441960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1–2, 3, 6–7</a:t>
            </a:r>
            <a:endParaRPr lang="en-US" sz="2250" dirty="0"/>
          </a:p>
        </p:txBody>
      </p:sp>
      <p:sp>
        <p:nvSpPr>
          <p:cNvPr id="10" name="Text 6"/>
          <p:cNvSpPr txBox="1"/>
          <p:nvPr/>
        </p:nvSpPr>
        <p:spPr>
          <a:xfrm>
            <a:off x="8845550" y="441960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11" name="Text 7"/>
          <p:cNvSpPr txBox="1"/>
          <p:nvPr/>
        </p:nvSpPr>
        <p:spPr>
          <a:xfrm>
            <a:off x="3346450" y="4883150"/>
            <a:ext cx="54927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2–3, 6–7, 8–9</a:t>
            </a:r>
            <a:endParaRPr lang="en-US" sz="2250" dirty="0"/>
          </a:p>
        </p:txBody>
      </p:sp>
      <p:sp>
        <p:nvSpPr>
          <p:cNvPr id="12" name="Text 8"/>
          <p:cNvSpPr txBox="1"/>
          <p:nvPr/>
        </p:nvSpPr>
        <p:spPr>
          <a:xfrm>
            <a:off x="8845550" y="48831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28384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5880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896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91210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8921750" y="2851150"/>
            <a:ext cx="1016000" cy="37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LEFT UNTIL YOU TOUCH A BLOCK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5664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best answer that starts with a run of new umbrellas.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5664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that run does not end exactly at the start of a block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shift the whole run one cell left: the shaded length grows by 1. Contradiction.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515096"/>
                <a:ext cx="10566400" cy="990481"/>
              </a:xfrm>
              <a:prstGeom prst="rect">
                <a:avLst/>
              </a:prstGeom>
              <a:blipFill>
                <a:blip r:embed="rId3"/>
                <a:stretch>
                  <a:fillRect l="-1679" t="-3846" b="-8974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663057"/>
            <a:ext cx="10566400" cy="1225550"/>
          </a:xfrm>
          <a:prstGeom prst="roundRect">
            <a:avLst>
              <a:gd name="adj" fmla="val 414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12800" y="3663057"/>
            <a:ext cx="50800" cy="12255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1092200" y="3815457"/>
            <a:ext cx="100889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best left end is one of:</a:t>
            </a:r>
            <a:endParaRPr lang="en-US" sz="2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 txBox="1"/>
              <p:nvPr/>
            </p:nvSpPr>
            <p:spPr>
              <a:xfrm>
                <a:off x="1092200" y="4307582"/>
                <a:ext cx="1008894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·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·　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st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(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placed left of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2250" dirty="0"/>
              </a:p>
            </p:txBody>
          </p:sp>
        </mc:Choice>
        <mc:Fallback xmlns="">
          <p:sp>
            <p:nvSpPr>
              <p:cNvPr id="9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307582"/>
                <a:ext cx="10088944" cy="471488"/>
              </a:xfrm>
              <a:prstGeom prst="rect">
                <a:avLst/>
              </a:prstGeom>
              <a:blipFill>
                <a:blip r:embed="rId4"/>
                <a:stretch>
                  <a:fillRect l="-1005" t="-7895" b="-1842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812800" y="5091807"/>
                <a:ext cx="1036834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Subtask 4 (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): try all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candidates, run the greedy from each.</a:t>
                </a:r>
                <a:endParaRPr lang="en-US" sz="2100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091807"/>
                <a:ext cx="10368344" cy="344805"/>
              </a:xfrm>
              <a:prstGeom prst="rect">
                <a:avLst/>
              </a:prstGeom>
              <a:blipFill>
                <a:blip r:embed="rId5"/>
                <a:stretch>
                  <a:fillRect l="-1467" t="-20690" b="-34483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FIRST, UNLESS THE BEACH ENDS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844675"/>
            <a:ext cx="63500" cy="16065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right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1079500" y="2466975"/>
                <a:ext cx="4960747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(it may also join the next block)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 5"/>
              <p:cNvSpPr txBox="1"/>
              <p:nvPr/>
            </p:nvSpPr>
            <p:spPr>
              <a:xfrm>
                <a:off x="1079500" y="2466975"/>
                <a:ext cx="4960747" cy="8401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least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X (it may also join the next block)</a:t>
                </a:r>
                <a:endParaRPr lang="en-US" sz="21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2230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223000" y="1844675"/>
            <a:ext cx="63500" cy="16065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897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left</a:t>
            </a:r>
            <a:endParaRPr lang="en-US" sz="2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 txBox="1"/>
              <p:nvPr/>
            </p:nvSpPr>
            <p:spPr>
              <a:xfrm>
                <a:off x="6489700" y="2466975"/>
                <a:ext cx="4960747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11" name="Text 9"/>
              <p:cNvSpPr txBox="1"/>
              <p:nvPr/>
            </p:nvSpPr>
            <p:spPr>
              <a:xfrm>
                <a:off x="6489700" y="2466975"/>
                <a:ext cx="4960747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15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Grows the run by </a:t>
                </a:r>
                <a:r>
                  <a:rPr lang="en-US" sz="2100" b="1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exactly</a:t>
                </a: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X</a:t>
                </a:r>
                <a:endParaRPr lang="en-US" sz="21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 txBox="1"/>
              <p:nvPr/>
            </p:nvSpPr>
            <p:spPr>
              <a:xfrm>
                <a:off x="812800" y="3654425"/>
                <a:ext cx="10566400" cy="9286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488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block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only two plans: right side 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(just enough to reach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and the rest go left; or right 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left gets one more.</a:t>
                </a:r>
                <a:endParaRPr lang="en-US" sz="2250" dirty="0"/>
              </a:p>
            </p:txBody>
          </p:sp>
        </mc:Choice>
        <mc:Fallback xmlns="">
          <p:sp>
            <p:nvSpPr>
              <p:cNvPr id="12" name="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3654425"/>
                <a:ext cx="10566400" cy="928688"/>
              </a:xfrm>
              <a:prstGeom prst="rect">
                <a:avLst/>
              </a:prstGeom>
              <a:blipFill>
                <a:blip r:embed="rId3"/>
                <a:stretch>
                  <a:fillRect l="-1559" t="-4054" r="-1799" b="-9459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FULL SOLUTION (READING)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HOW FAR DO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GO?</a:t>
                </a:r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HOW FAR DO J UMBRELLAS GO?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79919" cy="33861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a gap start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umbrellas sit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until one lands inside a block.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"First block hit" = first block to the right that contains a cell </a:t>
                </a:r>
                <a14:m>
                  <m:oMath xmlns:m="http://schemas.openxmlformats.org/officeDocument/2006/math"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 (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past that block to the next gap start. This builds a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 graph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gap start → next gap start, with a cost in umbrellas.</a:t>
                </a:r>
                <a:endParaRPr lang="en-US" sz="2250" dirty="0"/>
              </a:p>
              <a:p>
                <a:pPr marL="371475" indent="-371475">
                  <a:lnSpc>
                    <a:spcPts val="3713"/>
                  </a:lnSpc>
                  <a:buSzPct val="100000"/>
                  <a:buFont typeface="+mj-lt"/>
                  <a:buAutoNum type="arabicPeriod"/>
                </a:pP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lifting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store the target and cost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jumps, then answer "where do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reach?" in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79919" cy="3386138"/>
              </a:xfrm>
              <a:prstGeom prst="rect">
                <a:avLst/>
              </a:prstGeom>
              <a:blipFill>
                <a:blip r:embed="rId3"/>
                <a:stretch>
                  <a:fillRect l="-1465" t="-373" r="-1221" b="-74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5406628"/>
                <a:ext cx="10379919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whatever the sizes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406628"/>
                <a:ext cx="10379919" cy="344805"/>
              </a:xfrm>
              <a:prstGeom prst="rect">
                <a:avLst/>
              </a:prstGeom>
              <a:blipFill>
                <a:blip r:embed="rId4"/>
                <a:stretch>
                  <a:fillRect l="-1465" t="-21429" b="-39286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SUBTASK LADDER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94343"/>
                  </p:ext>
                </p:extLst>
              </p:nvPr>
            </p:nvGraphicFramePr>
            <p:xfrm>
              <a:off x="812800" y="1903016"/>
              <a:ext cx="10566399" cy="3663950"/>
            </p:xfrm>
            <a:graphic>
              <a:graphicData uri="http://schemas.openxmlformats.org/drawingml/2006/table">
                <a:tbl>
                  <a:tblPr/>
                  <a:tblGrid>
                    <a:gridCol w="12679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4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Merge intervals, longest block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 + merge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Gap cost = gap length; window of blocks with total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one umbrella at each side of each gap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Enumeration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100" i="0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10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Candidate left ends + greedy from each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exchange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81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594343"/>
                  </p:ext>
                </p:extLst>
              </p:nvPr>
            </p:nvGraphicFramePr>
            <p:xfrm>
              <a:off x="812800" y="1903016"/>
              <a:ext cx="10566399" cy="3663950"/>
            </p:xfrm>
            <a:graphic>
              <a:graphicData uri="http://schemas.openxmlformats.org/drawingml/2006/table">
                <a:tbl>
                  <a:tblPr/>
                  <a:tblGrid>
                    <a:gridCol w="12679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5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4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58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Idea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Technique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102778" r="-451128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Merge intervals, longest block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Sort + merge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119672" r="-451128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934" t="-119672" r="-63934" b="-2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219672" r="-451128" b="-1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one umbrella at each side of each gap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Enumeration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940" t="-325000" r="-451128" b="-7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Candidate left ends + greedy from each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exchange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0850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Full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COMPLEXITY RECAP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3900" b="1" kern="0" spc="1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 xmlns="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O(N · K) TO O(U LOG U)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02055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61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left end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place umbrellas greedily one at a 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9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candidate left ends, greedy from each (subtask 4,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rgbClr val="1F232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 (small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only)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jumps gap to gap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over the 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100" b="1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100" b="1" i="0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100" b="1" i="1">
                                        <a:solidFill>
                                          <a:srgbClr val="1F23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1.7</m:t>
                              </m:r>
                              <m: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02055"/>
                  </p:ext>
                </p:extLst>
              </p:nvPr>
            </p:nvGraphicFramePr>
            <p:xfrm>
              <a:off x="812800" y="1852216"/>
              <a:ext cx="10566400" cy="2762250"/>
            </p:xfrm>
            <a:graphic>
              <a:graphicData uri="http://schemas.openxmlformats.org/drawingml/2006/table">
                <a:tbl>
                  <a:tblPr/>
                  <a:tblGrid>
                    <a:gridCol w="54945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7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60656" r="-923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60656" r="-11857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60656" r="-463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60656" r="-923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160656" r="-11857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160656" r="-463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83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jumps gap to gap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over the jump graph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58" t="-260656" r="-11857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648" t="-260656" r="-463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812800" y="4709716"/>
                <a:ext cx="10566400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Greedy fixes how to place umbrellas from a left end; binary lifting answers "how far do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umbrellas go?" in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5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 xmlns=""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709716"/>
                <a:ext cx="10566400" cy="900113"/>
              </a:xfrm>
              <a:prstGeom prst="rect">
                <a:avLst/>
              </a:prstGeom>
              <a:blipFill>
                <a:blip r:embed="rId4"/>
                <a:stretch>
                  <a:fillRect l="-1559" t="-5634" b="-11268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LADYBUGS II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333620" cy="20288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version first: try every window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time</m:t>
                    </m:r>
                    <m:d>
                      <m:d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This is your brute force.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two Sparse Tables (min) with a qmin function.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binary search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the three cases.</a:t>
                </a:r>
                <a:endParaRPr lang="en-US" sz="2250" dirty="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sample 1: expect 4 3 4. Compare with step 1 on random small data.</a:t>
                </a:r>
                <a:endParaRPr lang="en-US" sz="2250" dirty="0"/>
              </a:p>
            </p:txBody>
          </p:sp>
        </mc:Choice>
        <mc:Fallback xmlns=""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903016"/>
                <a:ext cx="10333620" cy="2028825"/>
              </a:xfrm>
              <a:prstGeom prst="rect">
                <a:avLst/>
              </a:prstGeom>
              <a:blipFill>
                <a:blip r:embed="rId3"/>
                <a:stretch>
                  <a:fillRect l="-1472" b="-1242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 txBox="1"/>
              <p:nvPr/>
            </p:nvSpPr>
            <p:spPr>
              <a:xfrm>
                <a:off x="812800" y="4049316"/>
                <a:ext cx="1033362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Write extendLeft for Robot Writing and test it on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 3 1 2 3.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049316"/>
                <a:ext cx="10333620" cy="344805"/>
              </a:xfrm>
              <a:prstGeom prst="rect">
                <a:avLst/>
              </a:prstGeom>
              <a:blipFill>
                <a:blip r:embed="rId4"/>
                <a:stretch>
                  <a:fillRect l="-1472" t="-20690" b="-34483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4557316"/>
            <a:ext cx="10333620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096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RECAP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969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PROBLEMS, FOUR TECHNIQUES</a:t>
            </a:r>
            <a:endParaRPr lang="en-US" sz="3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624013"/>
              <a:ext cx="10566399" cy="487680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849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849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792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0212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Extra idea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4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circle → line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round, ÷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2nd difference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staircase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build monotone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 filter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Ladybugs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Robot Writing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Beach Umbrellas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 2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62401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535932"/>
                    <a:gridCol w="1479252"/>
                    <a:gridCol w="1584920"/>
                    <a:gridCol w="1584920"/>
                    <a:gridCol w="1479252"/>
                    <a:gridCol w="1902123"/>
                  </a:tblGrid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Problem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Search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Pointers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Greedy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Extra idea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14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circle → line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round, ÷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Twin Rivers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bridges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2nd difference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Laser Cutter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optional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staircase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 Mission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min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build monotone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Lollipops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counting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sum filter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Mundane Square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level λ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Wheeling and Dealing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buckets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k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Prime Minister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half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water level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Ladybugs II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windows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Robot Writing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region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Sparse Table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Beach Umbrellas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subtask 2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main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1920"/>
                            </a:lnSpc>
                            <a:buNone/>
                          </a:pPr>
                          <a:r>
                            <a:rPr lang="en-US" sz="16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Binary Lifting</a:t>
                          </a:r>
                          <a:endParaRPr lang="en-US" sz="16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3F6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Writing: subtasks 1–4, then the full solution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orac2.info/problem/1620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Umbrellas: subtasks 1–4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orac2.info/problem/238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reading: Yet Another Lights (parity puzzle)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orac2.info/problem/1300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problem: write the brute force first and keep it for stress testing.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READING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LG[] YOURSELF?</a:t>
            </a:r>
            <a:endParaRPr lang="en-US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743075"/>
                <a:ext cx="5519420" cy="5243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60"/>
                  </a:lnSpc>
                  <a:buNone/>
                </a:pPr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need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=⌊</m:t>
                    </m:r>
                    <m:sSub>
                      <m:sSubPr>
                        <m:ctrl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1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exactly. A floating-point log may return 2.9999999 instead of 3, and the cast then gives 2.</a:t>
                </a:r>
                <a:endParaRPr lang="en-US" sz="1400" dirty="0"/>
              </a:p>
            </p:txBody>
          </p:sp>
        </mc:Choice>
        <mc:Fallback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1743075"/>
                <a:ext cx="5519420" cy="524351"/>
              </a:xfrm>
              <a:prstGeom prst="rect">
                <a:avLst/>
              </a:prstGeom>
              <a:blipFill>
                <a:blip r:embed="rId3"/>
                <a:stretch>
                  <a:fillRect l="-1835" t="-9524" b="-119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42356"/>
              <a:ext cx="5207000" cy="1635125"/>
            </p:xfrm>
            <a:graphic>
              <a:graphicData uri="http://schemas.openxmlformats.org/drawingml/2006/table">
                <a:tbl>
                  <a:tblPr/>
                  <a:tblGrid>
                    <a:gridCol w="2523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39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1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Code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Tested 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20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2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sup>
                              </m:sSup>
                            </m:oMath>
                          </a14:m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8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(int)(logf(i) / logf(2))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(float)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of the 31 powers of 2 wrong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8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(int)log2(i)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(double)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E0960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right up to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>
                                      <a:solidFill>
                                        <a:srgbClr val="E0960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solidFill>
                                        <a:srgbClr val="E0960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solidFill>
                                        <a:srgbClr val="E0960F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="1" dirty="0">
                              <a:solidFill>
                                <a:srgbClr val="E0960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here, but not promised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38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lg[i]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(integers only)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always exact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342356"/>
              <a:ext cx="5207000" cy="1635125"/>
            </p:xfrm>
            <a:graphic>
              <a:graphicData uri="http://schemas.openxmlformats.org/drawingml/2006/table">
                <a:tbl>
                  <a:tblPr/>
                  <a:tblGrid>
                    <a:gridCol w="25230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39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75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Code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4787" r="-474" b="-4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8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(int)(logf(i) / logf(2))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(float)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B4322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of the 31 powers of 2 wrong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8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(int)log2(i)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(double)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4787" t="-166667" r="-474" b="-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38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150" dirty="0">
                              <a:solidFill>
                                <a:srgbClr val="1F2328"/>
                              </a:solidFill>
                              <a:latin typeface="JetBrains Mono" pitchFamily="34" charset="0"/>
                              <a:ea typeface="JetBrains Mono" pitchFamily="34" charset="-122"/>
                              <a:cs typeface="JetBrains Mono" pitchFamily="34" charset="-120"/>
                            </a:rPr>
                            <a:t>lg[i]</a:t>
                          </a:r>
                          <a:r>
                            <a:rPr lang="en-US" sz="1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(integers only)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1440"/>
                            </a:lnSpc>
                            <a:buNone/>
                          </a:pPr>
                          <a:r>
                            <a:rPr lang="en-US" sz="1200" b="1" dirty="0">
                              <a:solidFill>
                                <a:srgbClr val="1E7F4F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always exact</a:t>
                          </a:r>
                          <a:endParaRPr lang="en-US" sz="1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075906"/>
                <a:ext cx="5283200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one too small: the two blocks miss the middle. One too big: a block runs past the array. Only at a few lengths, so samples rarely catch it.</a:t>
                </a:r>
                <a:endParaRPr lang="en-US" sz="1300" dirty="0"/>
              </a:p>
            </p:txBody>
          </p:sp>
        </mc:Choice>
        <mc:Fallback>
          <p:sp>
            <p:nvSpPr>
              <p:cNvPr id="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075906"/>
                <a:ext cx="5283200" cy="486926"/>
              </a:xfrm>
              <a:prstGeom prst="rect">
                <a:avLst/>
              </a:prstGeom>
              <a:blipFill>
                <a:blip r:embed="rId5"/>
                <a:stretch>
                  <a:fillRect l="-1914" t="-10256" b="-128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6299200" y="1743075"/>
            <a:ext cx="5080000" cy="839688"/>
          </a:xfrm>
          <a:prstGeom prst="roundRect">
            <a:avLst>
              <a:gd name="adj" fmla="val 605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6445250" y="1838325"/>
            <a:ext cx="4805342" cy="67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lg[1] = 0;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200" dirty="0"/>
          </a:p>
          <a:p>
            <a:pPr marL="0" indent="0" algn="l">
              <a:lnSpc>
                <a:spcPts val="170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   </a:t>
            </a:r>
            <a:r>
              <a:rPr lang="en-US" sz="12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O(N), exact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 txBox="1"/>
              <p:nvPr/>
            </p:nvSpPr>
            <p:spPr>
              <a:xfrm>
                <a:off x="6299200" y="2684363"/>
                <a:ext cx="4951392" cy="4869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20"/>
                  </a:lnSpc>
                  <a:buNone/>
                </a:pPr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it works: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differ only in the last binary digit, so the highest 1 of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3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3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exactly one place lower.</a:t>
                </a:r>
                <a:endParaRPr lang="en-US" sz="1300" dirty="0"/>
              </a:p>
            </p:txBody>
          </p:sp>
        </mc:Choice>
        <mc:Fallback>
          <p:sp>
            <p:nvSpPr>
              <p:cNvPr id="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2684363"/>
                <a:ext cx="4951392" cy="486926"/>
              </a:xfrm>
              <a:prstGeom prst="rect">
                <a:avLst/>
              </a:prstGeom>
              <a:blipFill>
                <a:blip r:embed="rId6"/>
                <a:stretch>
                  <a:fillRect l="-2041" t="-7692" b="-128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7"/>
          <p:cNvSpPr txBox="1"/>
          <p:nvPr/>
        </p:nvSpPr>
        <p:spPr>
          <a:xfrm>
            <a:off x="6299200" y="3248124"/>
            <a:ext cx="4951392" cy="25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one array read instead of a log call, and log2 is not in C++98.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99200" y="3580805"/>
            <a:ext cx="4951392" cy="44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exact ways you may see: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31 - __builtin_clz(L)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__lg(L)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(GCC only), </a:t>
            </a:r>
            <a:r>
              <a:rPr lang="en-US" sz="1100" dirty="0">
                <a:solidFill>
                  <a:srgbClr val="5E6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std::bit_width(L) - 1</a:t>
            </a:r>
            <a:r>
              <a:rPr lang="en-US" sz="1200" dirty="0">
                <a:solidFill>
                  <a:srgbClr val="5E6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(C++20).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5740</Words>
  <Application>Microsoft Office PowerPoint</Application>
  <PresentationFormat>Widescreen</PresentationFormat>
  <Paragraphs>781</Paragraphs>
  <Slides>39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4: Sparse Table + Greedy</dc:title>
  <dc:subject>PptxGenJS Presentation</dc:subject>
  <dc:creator>Bryan</dc:creator>
  <cp:lastModifiedBy>Bryan Sun</cp:lastModifiedBy>
  <cp:revision>2</cp:revision>
  <dcterms:created xsi:type="dcterms:W3CDTF">2026-10-02T13:29:14Z</dcterms:created>
  <dcterms:modified xsi:type="dcterms:W3CDTF">2026-10-11T00:47:07Z</dcterms:modified>
</cp:coreProperties>
</file>