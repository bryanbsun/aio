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2.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3.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4.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 id="276" r:id="rId21"/>
    <p:sldId id="277"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3179D49-5086-4F3F-56F3-A66EDC74947B}">
          <p14:sldIdLst>
            <p14:sldId id="256"/>
            <p14:sldId id="257"/>
            <p14:sldId id="258"/>
            <p14:sldId id="259"/>
          </p14:sldIdLst>
        </p14:section>
        <p14:section name="Stage 1: AIO" id="{70C3B4BD-39D9-CD1D-5A10-425B9B1CC204}">
          <p14:sldIdLst>
            <p14:sldId id="260"/>
            <p14:sldId id="261"/>
          </p14:sldIdLst>
        </p14:section>
        <p14:section name="Stage 2: School of Excellence" id="{EFFF3597-FCA6-7CEC-B147-CE8E9C73039D}">
          <p14:sldIdLst>
            <p14:sldId id="262"/>
            <p14:sldId id="263"/>
          </p14:sldIdLst>
        </p14:section>
        <p14:section name="Stage 3: AIIO and FARIO" id="{B7A88F29-6421-140F-C03D-A01C2AAC3BD1}">
          <p14:sldIdLst>
            <p14:sldId id="264"/>
            <p14:sldId id="265"/>
            <p14:sldId id="266"/>
            <p14:sldId id="267"/>
          </p14:sldIdLst>
        </p14:section>
        <p14:section name="Stage 4: Selection School" id="{1AFF958F-741D-1130-A3C3-B9321BB2669B}">
          <p14:sldIdLst>
            <p14:sldId id="268"/>
            <p14:sldId id="269"/>
          </p14:sldIdLst>
        </p14:section>
        <p14:section name="The IOI" id="{5E9D30D9-132E-D757-7137-8896549418CD}">
          <p14:sldIdLst>
            <p14:sldId id="270"/>
            <p14:sldId id="271"/>
          </p14:sldIdLst>
        </p14:section>
        <p14:section name="Wrap-up" id="{AFAA97FA-5B76-AAB2-1115-BA59545A6599}">
          <p14:sldIdLst>
            <p14:sldId id="272"/>
            <p14:sldId id="273"/>
          </p14:sldIdLst>
        </p14:section>
        <p14:section name="Addendum: IOI Syllabus" id="{446D1D63-0723-C8F1-59F2-5F049CBF85BF}">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6301"/>
  </p:normalViewPr>
  <p:slideViewPr>
    <p:cSldViewPr snapToGrid="0" snapToObjects="1">
      <p:cViewPr varScale="1">
        <p:scale>
          <a:sx n="123" d="100"/>
          <a:sy n="123" d="100"/>
        </p:scale>
        <p:origin x="6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yan Sun" userId="851caa7714272873" providerId="LiveId" clId="{9CD94D5E-0A18-4CEF-A655-0E4C15651F93}"/>
    <pc:docChg chg="custSel modSld">
      <pc:chgData name="Bryan Sun" userId="851caa7714272873" providerId="LiveId" clId="{9CD94D5E-0A18-4CEF-A655-0E4C15651F93}" dt="2026-10-09T23:19:55.730" v="49" actId="7634"/>
      <pc:docMkLst>
        <pc:docMk/>
      </pc:docMkLst>
      <pc:sldChg chg="modSp mod">
        <pc:chgData name="Bryan Sun" userId="851caa7714272873" providerId="LiveId" clId="{9CD94D5E-0A18-4CEF-A655-0E4C15651F93}" dt="2026-10-02T22:59:42.639" v="48" actId="20577"/>
        <pc:sldMkLst>
          <pc:docMk/>
          <pc:sldMk cId="0" sldId="256"/>
        </pc:sldMkLst>
        <pc:spChg chg="mod">
          <ac:chgData name="Bryan Sun" userId="851caa7714272873" providerId="LiveId" clId="{9CD94D5E-0A18-4CEF-A655-0E4C15651F93}" dt="2026-10-02T22:59:42.639" v="48" actId="20577"/>
          <ac:spMkLst>
            <pc:docMk/>
            <pc:sldMk cId="0" sldId="256"/>
            <ac:spMk id="2" creationId="{00000000-0000-0000-0000-000000000000}"/>
          </ac:spMkLst>
        </pc:spChg>
      </pc:sldChg>
      <pc:sldChg chg="addSp mod">
        <pc:chgData name="Bryan Sun" userId="851caa7714272873" providerId="LiveId" clId="{9CD94D5E-0A18-4CEF-A655-0E4C15651F93}" dt="2026-10-09T23:19:55.730" v="49" actId="7634"/>
        <pc:sldMkLst>
          <pc:docMk/>
          <pc:sldMk cId="0" sldId="257"/>
        </pc:sldMkLst>
        <pc:inkChg chg="add">
          <ac:chgData name="Bryan Sun" userId="851caa7714272873" providerId="LiveId" clId="{9CD94D5E-0A18-4CEF-A655-0E4C15651F93}" dt="2026-10-09T23:19:55.730" v="49" actId="7634"/>
          <ac:inkMkLst>
            <pc:docMk/>
            <pc:sldMk cId="0" sldId="257"/>
            <ac:inkMk id="38" creationId="{0BC59E27-8FF2-43F1-8BF5-9C0ED9E2D947}"/>
          </ac:inkMkLst>
        </pc:inkChg>
      </pc:sldChg>
      <pc:sldChg chg="addSp mod">
        <pc:chgData name="Bryan Sun" userId="851caa7714272873" providerId="LiveId" clId="{9CD94D5E-0A18-4CEF-A655-0E4C15651F93}" dt="2026-10-09T23:19:55.730" v="49" actId="7634"/>
        <pc:sldMkLst>
          <pc:docMk/>
          <pc:sldMk cId="0" sldId="263"/>
        </pc:sldMkLst>
        <pc:inkChg chg="add">
          <ac:chgData name="Bryan Sun" userId="851caa7714272873" providerId="LiveId" clId="{9CD94D5E-0A18-4CEF-A655-0E4C15651F93}" dt="2026-10-09T23:19:55.730" v="49" actId="7634"/>
          <ac:inkMkLst>
            <pc:docMk/>
            <pc:sldMk cId="0" sldId="263"/>
            <ac:inkMk id="9" creationId="{451E6347-03E3-2E39-D35A-7BDF9A66BE91}"/>
          </ac:inkMkLst>
        </pc:inkChg>
      </pc:sldChg>
      <pc:sldChg chg="addSp mod">
        <pc:chgData name="Bryan Sun" userId="851caa7714272873" providerId="LiveId" clId="{9CD94D5E-0A18-4CEF-A655-0E4C15651F93}" dt="2026-10-09T23:19:55.730" v="49" actId="7634"/>
        <pc:sldMkLst>
          <pc:docMk/>
          <pc:sldMk cId="0" sldId="265"/>
        </pc:sldMkLst>
        <pc:inkChg chg="add">
          <ac:chgData name="Bryan Sun" userId="851caa7714272873" providerId="LiveId" clId="{9CD94D5E-0A18-4CEF-A655-0E4C15651F93}" dt="2026-10-09T23:19:55.730" v="49" actId="7634"/>
          <ac:inkMkLst>
            <pc:docMk/>
            <pc:sldMk cId="0" sldId="265"/>
            <ac:inkMk id="4" creationId="{8905E4CF-77D9-2A46-62E9-CD127ABE0F7A}"/>
          </ac:inkMkLst>
        </pc:inkChg>
      </pc:sldChg>
      <pc:sldChg chg="addSp mod">
        <pc:chgData name="Bryan Sun" userId="851caa7714272873" providerId="LiveId" clId="{9CD94D5E-0A18-4CEF-A655-0E4C15651F93}" dt="2026-10-09T23:19:55.730" v="49" actId="7634"/>
        <pc:sldMkLst>
          <pc:docMk/>
          <pc:sldMk cId="0" sldId="269"/>
        </pc:sldMkLst>
        <pc:inkChg chg="add">
          <ac:chgData name="Bryan Sun" userId="851caa7714272873" providerId="LiveId" clId="{9CD94D5E-0A18-4CEF-A655-0E4C15651F93}" dt="2026-10-09T23:19:55.730" v="49" actId="7634"/>
          <ac:inkMkLst>
            <pc:docMk/>
            <pc:sldMk cId="0" sldId="269"/>
            <ac:inkMk id="8" creationId="{73A50A1C-CEF5-7170-CF6E-B1F7E179C0B9}"/>
          </ac:inkMkLst>
        </pc:inkChg>
      </pc:sldChg>
    </pc:docChg>
  </pc:docChgLst>
  <pc:docChgLst>
    <pc:chgData name="Bryan Sun" userId="851caa7714272873" providerId="LiveId" clId="{1DF0C224-3A3E-55A6-A8D1-F8F2208D385B}"/>
    <pc:docChg chg="delSld modSection">
      <pc:chgData name="Bryan Sun" userId="851caa7714272873" providerId="LiveId" clId="{1DF0C224-3A3E-55A6-A8D1-F8F2208D385B}" dt="2026-10-02T10:05:09.373" v="0" actId="2696"/>
      <pc:docMkLst>
        <pc:docMk/>
      </pc:docMkLst>
    </pc:docChg>
  </pc:docChgLst>
  <pc:docChgLst>
    <pc:chgData name="Bryan Sun" userId="851caa7714272873" providerId="Windows Live" clId="Web-{00000000-0000-0000-0000-000000000000}"/>
    <pc:docChg chg="addSld delSld modSld modSection">
      <pc:chgData name="Bryan Sun" userId="851caa7714272873" providerId="Windows Live" clId="Web-{00000000-0000-0000-0000-000000000000}" dt="2026-10-07T05:03:00.264" v="133"/>
      <pc:docMkLst>
        <pc:docMk/>
      </pc:docMkLst>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09086" units="cm"/>
      <inkml:brushProperty name="height" value="0.09086" units="cm"/>
      <inkml:brushProperty name="color" value="#FF0000"/>
    </inkml:brush>
  </inkml:definitions>
  <inkml:trace contextRef="#ctx0" brushRef="#br0">7392 7508 7800,'-9'7'454,"1"-5"0,3 7 101,-1-4 0,-1-1 0,3 7-338,-1 2 1,-1-4 0,6 2 0,0 2-28,0 2 1,0 7-1,0 2 1,0 0-11,0-1 0,0 5 1,2-4-1,2 0-55,1 0 1,1 0-1,-6-4 1,0 2 24,0-2 0,0 6 0,0 1 1,0 5 34,0 1 1,0 7-1,0 4 1,0 6-86,0 5 1,0 4-1,0 5 1,0-3-29,0-6 0,0-4 0,0-1 0,0 1-61,0 4 1,0 2 0,0 6 0,0-3-83,0 3 1,0 3 0,0 4 0,-2 2-49,-4-3 0,5-2 0,-5-5 0,4-1 32,2 1 1,0-10 0,0-5-1,0-4-40,0-7 0,0 5 1,0-3-1,0-1-100,0-2 1,0-9-1,0-4-618,0-4-1432,0-9 586,0-1 1691,-7-23 0,0-44 0,3-33 0,-2-3 0,0 15 0,-1 1 0,1-1 0,0 1 0</inkml:trace>
  <inkml:trace contextRef="#ctx0" brushRef="#br0">7392 7590 11830,'-9'2'886,"1"4"0,3 5-507,-1 3 1,-7 10-1,2 6 1,-3 5-168,-3 3 0,-1 8 0,-2-2 1,-4 4-280,-2 2 1,4-3 0,-4-1-1,0-4-301,1-1 0,6-4 1,1-10-1,7-5-623,4-3 0,-1-10 0,5-6-1120,-3-6 2111,1-14 0,19-75 0,-5 35 0,1-1 0</inkml:trace>
  <inkml:trace contextRef="#ctx0" brushRef="#br0">7260 7656 7690,'7'-16'451,"-5"5"1,5 2 464,0 1 0,-3 3 0,7 5-606,2 0 0,2 7 0,1 4 0,1 4-168,-1 1 0,1 3 0,-1 1 0,1 4-72,-1 2 0,-5-4 0,0 3 1,2 1-210,2 0 0,2-6 0,-3 2 1,-1-4-364,-2-1 0,-5-2 0,3-2 1,0-4-1658,0-2 2159,-5-1 0,3-36 0,-7-7 0</inkml:trace>
  <inkml:trace contextRef="#ctx0" brushRef="#br0">6201 10501 7728,'-16'-8'973,"-1"-1"2119,1 0-2261,6 2 1,-2 10-576,6 8 1,0 2-1,6 17 1,0 4-140,0 9 0,0 6 0,-1 8 1,-3 9-203,-2 10 0,-5 6 0,6 5 0,-1-1-336,-1-5 0,5-8 0,-3-12 0,3-8-456,2-7 1,2-20 0,3-17-498,6-11 0,-2-16 1374,2-15 0,-8-19 0,-2-10 0,3-9 0,-1 1 0</inkml:trace>
  <inkml:trace contextRef="#ctx0" brushRef="#br0">6135 10732 7770,'-9'-27'0,"3"1"0,4 0 578,2 0 1,0 12 0,0-3 0,2 4 139,4 4 0,3-4 0,8 8-389,-1 1 0,6 15 1,0 7-1,-2 8-166,-1 9 0,-3 6 0,1 10 1,-1 4-219,1 6 0,-1 3 0,1 0 0,0-3-438,-1-6 0,-5 0 0,0-3 1,0-6-1303,-2-4 1,4-5 1794,-7-10 0,-38-69 0,-13-24 0</inkml:trace>
  <inkml:trace contextRef="#ctx0" brushRef="#br0">6135 11013 7770,'-17'9'313,"1"-3"873,-1-4 1,8 0-769,4 3 0,10-3 1,6 4-1,6-6-354,5-6 1,2 2-1,5-7 1,-1-2-288,1-1 0,-3-3 1,0 1-1,-1-1-157,1 1 1,-6-6 0,4 0-1,-2 1-128,0 3 0,2 7 0,-4 2 0,4 1-955,2 5 1463,-6 1 0,48 2 0,4 0 0</inkml:trace>
  <inkml:trace contextRef="#ctx0" brushRef="#br0">6648 10633 7770,'-17'-2'517,"1"-2"3157,-1-1-3081,8-1 1,9 1-1,13-2 1,7-1-391,7 1 1,5-6 0,1 4 0,-2-2-857,-3 0 0,3 2 0,-5-4 0,1 4-884,1 1 1,-8 1-1,2 3 532,-4-1 0,-3-3 1006,-4 3 1,-11 5 0,-11-2 354,-4 6 0,1 8 0,1-1 0,4 6 914,1 5 1,-3 4-1,6 7 1,1 0-589,2 0 1,4 2 0,2 4 0,3 5-716,2 3 0,2 1 1,6-4-1,-1-5-669,1-4 1,-1-2 0,-1-2 0,-2-3-174,-2-6 1,-7-4 0,-1-1 874,-6-1 0,-36-21 0,-14-6 0</inkml:trace>
  <inkml:trace contextRef="#ctx0" brushRef="#br0">6780 11179 7770,'-17'0'509,"3"1"1,1 3 121,2 2 1,7 1 0,0-3-232,8 1 1,5 1 0,10-8 0,3-4-379,5-5 0,5-3 0,2-3 0,5-1-701,5-4 0,4 1 0,3-4 1,3-1-492,1 0 1,5-1 1169,-4-6 0,-8-19 0,3-10 0,1-5 0,0 0 0</inkml:trace>
  <inkml:trace contextRef="#ctx0" brushRef="#br0">7541 10567 7770,'-8'-9'817,"5"1"0,-8 8 322,-2 0 1,-2 2 0,0 5-583,4 10 1,-2 3 0,8 11-1,1 6-59,2 4 1,4 3-1,4 5 1,5-1-468,3-4 1,10-3 0,4-12 0,5-5-554,6-8 1,1-12 0,6-6-1,-4-12-95,-1-12 0,-3-15 0,-7-6 0,-5-8 89,-9-4 1,-8 5 0,-9-1 0,0 4 411,0 1 0,-9 8 0,-6 5 0,-7 8 843,-4 7 1,-3 5-1,-8 6 1,-1 6 155,1 3 0,0 9 0,0 6 1,-3 7-736,-2 8 0,10 3 0,1 2 0,5 0-1031,6 0 0,4 0 0,5 0 883,5 1 0,19-23 0,5-6 0</inkml:trace>
  <inkml:trace contextRef="#ctx0" brushRef="#br0">6234 12386 7770,'-16'0'364,"7"-2"0,1-2 0,3-3 61,-1-2 0,2-4 0,12-7 0,7-4-218,5-2 1,9-1 0,-1-7 0,5 1-553,5 0 1,-3 8 0,4 3-1,-4 5-410,-2 6 0,-6 4 0,-1 7 94,-2 0 1,-9 1 660,-10 5 0,-25 11 0,-8 8 0</inkml:trace>
  <inkml:trace contextRef="#ctx0" brushRef="#br0">6433 12171 7770,'-17'16'459,"1"-5"1,1 0-1,2 2-68,2 2 0,7 2 0,-1-1 1,3 1 59,2-1 0,0 1 0,2-1 0,2 3-363,1 3 1,8-2 0,-2 7 0,4 1-248,1-2 1,1 5 0,-1-5 0,1-1-665,-1-3 0,-5-1 0,0-1 1,0 4 822,-1 1 0,-40 32 0,-16 13 0</inkml:trace>
  <inkml:trace contextRef="#ctx0" brushRef="#br0">6333 13064 7770,'-5'16'0,"-1"1"1003,3-1 1,-5 1-426,3-1 0,1-6 0,10-5 1,5-5-292,3-5 1,5-12 0,1-12 0,4-8-147,2-7 0,7-11 1,7-4-1,1 0-656,-1 4 0,-1-2 1,-8 4-1,-2 3-345,-1 4 0,-14 15 1,3 2-1,-4 7 214,-4 7 1,-2 8 646,-7-4 1,0 9 0,0 2-1,0 9 646,0 6 0,0 3 0,0 4 1,2 6 277,4 3 0,-3 4 0,7 1 1,-1 3-486,0-2 0,-3-2 1,3-4-1,0-2-671,0-1 0,-5-13 1,3-1-277,0-5 0,-3-12 1,5-12-1,-1-7-25,-5-4 0,-1-7 0,-2-5 0,0-1 295,0-1 1,0 7 0,0-2-1,0 7 998,0 4 1,0 2-89,0 6 0,2 6 0,2 7 0,3 8-66,2 12 1,0 1 0,4 10 0,-2-1-558,2-1 1,2 5-1,0-5 1,-3 0-607,-1-4 1,0-4-1,4-1 1,-2-3-1623,-2-3 1,0-3 2177,6-8 0,-1-37 0,1-9 0</inkml:trace>
  <inkml:trace contextRef="#ctx0" brushRef="#br0">7193 12386 7768,'-16'7'291,"5"-5"1,2 5 753,1 1 0,10-5 0,11 8 1,5 2-352,4 2 1,6 1-1,-4 1 1,2 0-697,3-1 0,-3 2 1,-1 3-1,-1-1-307,-4-5 0,-3 1 0,-4-7 149,-2 1 0,-7-5 0,1-10 0,-3-8-7,-2-8 0,-7-4 0,-4-8 1,-4-2 154,-2-4 0,6 2 0,0-5 0,-2 2-285,-1 3 0,-1 8 1,2 3-1,4 0-1230,2 0 1,-1 4 1526,3-5 0,10-8 0,-3-7 0</inkml:trace>
  <inkml:trace contextRef="#ctx0" brushRef="#br0">7375 11906 7738,'0'9'4284,"8"-1"-6127,3-8 1843,-4 0 0,15 14 0,-4 5 0</inkml:trace>
  <inkml:trace contextRef="#ctx0" brushRef="#br0">7524 12254 7738,'0'25'285,"0"-3"0,0 2 0,2-2 0,2 0-48,1 2 0,8-5 0,-4 3 0,2-6-1881,0-5 1644,0-4 0,-2-65 0,-1-16 0</inkml:trace>
  <inkml:trace contextRef="#ctx0" brushRef="#br0">7640 11559 7738,'-17'0'94,"6"0"2096,0 0-1737,8 0 0,1 2 0,9 1 0,0 5-88,1 1 0,5-3 0,-2 5 0,3 3-161,3 6 0,-1 1 1,3 8-1,1 8-48,2 11 1,6 9 0,-4 11 0,1 3-308,5 6 0,-5 2 1,1-3-1,-2-14-592,-4-16 1,-1-20 0,-5-22-1,-1-10 743,-2-11 0,-29-65 0,8 29 0,0-1 0</inkml:trace>
  <inkml:trace contextRef="#ctx0" brushRef="#br0">7656 11989 7738,'-9'7'1027,"-4"-3"-15,8 7 1,1-9-630,10-2 1,3-2 0,9-11 0,4-5-350,6-8 0,3 0 0,2-3 0,0-4-315,0-4 1,0-2-1,0 6 1,1 0-341,-1 0 1,0 6 0,-2 1 0,-4 4 34,-5 7 0,-3 1 1,-3 6 113,1-1 851,-1-2 1,-6 4-1,-7 7 287,-6 9 0,1 13 0,-4 7 1,4 8 200,2 7 1,0 6 0,0 5-1,0 4-417,0-1 0,0 7 0,0-6 0,2-2-244,4-8 0,1-14 0,6-13 1,-2-5-515,2-6 0,2-8 0,1-14 0,1-11-574,-1-7 0,-1-12 0,-4-5 0,-4-5 429,1-4 0,-7 0 0,5 7 0,-4 4 1093,-2 5 0,0 6 406,0 6 0,2 12-480,3 15 0,-1 7 0,7 10 1,2 1-937,1 4 1,-3-3 0,0 3-1,2-4-3047,2-1 3417,2-1 0,6 1 0,3-1 0</inkml:trace>
  <inkml:trace contextRef="#ctx0" brushRef="#br0">8582 11741 7733,'0'18'282,"0"2"0,-1 3 1040,-5-3 1,4-2 0,-1-3-656,6-4 0,6-7 0,8-16 0,-1-11-600,1-12 1,-6-9 0,0-13 0,0-10-484,-2-8 0,-1 0 1,-8-1-1,0 1-49,0 0 1,-13 1-1,-6 1 1,-3 9 109,-2 5 0,-5 11 0,3 11 1,1 10 490,3 10 0,3 10 1,5 12-1,1 8 374,2 7 1,5 13 0,-3 12 0,2 4 138,3 6 0,2 4 1,4 11-1,2 3-174,1 5 1,8 6 0,0-9 0,7 1-479,8-5 1,3-12 0,2-13 0,2-15-465,3-12 0,-1-16 1,5-4-1,-1-14-236,-4-11 1,-10-5-1,-5-2 1,-5-2 245,-6-4 1,2 3 0,-8-7 0,-1 3 328,-2 3 1,-4-3 0,-2-1-1,-1 3 391,1 3 1,-3 0 746,1 13 0,1 11 1,5 16-401,0 16 0,1 15 0,5 8 0,5 4-377,4 2 0,1-8 0,1-3 0,-1-4-234,1-2 1,1-2 0,2-4 0,4-6-353,2-9 0,-4-4 0,6-8 0,1-4-405,2-7 1,2-2 0,-1-14 0,-3-5 212,-2-4 1,-6-5 0,-1-5-1,-7 2 289,-8-2 0,-3 0 1,-2 2-1,0 6 134,0 3 0,-2 11 0,-1 6 0,-5 7 91,-1 3 1,4-3 292,-6 6 0,7-8-106,-2 2 0,3 3 0,-1 1 10,-2 0-76,1 5 0,3-6 1,-2 10 286,-1 4 0,-2-4 76,1 3 0,2-1 136,-7 1-457,8-3 181,-5 6 204,8-8-186,0 0 1,6 7-1,1 4-95,2 4 1,2 1 0,4 3-1,-2 1-277,-2 2 1,6 7 0,5-3 0,0 0-272,2-4 1,-4-4 0,5-3-1,1-4-110,0-6 1,0-12 0,1-10-1,-5-8-39,-3-7 1,-8-2-1,-2-3 1,-2-2 379,-3 2 1,-2 4 0,-4 4 0,-4 3 383,-5 2 0,-3 2 1,-3 6 134,1-1 0,-1 8 1,0 4-1,1 3-50,-1 2 0,1 9 0,-1 7 0,1 8-55,-1 2 1,1 11-1,1-4 1,2 4-152,2 3 0,6-5 0,-5 4 0,3-6-413,3-6 0,4-5 0,6-11 1,7-5-381,7-4 1,0-17 0,6-9 0,0-11-8,-1-9 0,-4-9 1,2-4-1,0 0 245,-1 0 1,-2 0 0,-7 4 0,-2-1 592,2 7 0,-1 1 0,1 14 325,-2 12 0,-5 11 0,5 16 0,2 10 96,1 9 0,3 10 0,-1 5 0,1 1-314,0 4 0,-1-6 0,-1-1 0,-2-4-183,-2-2 1,-2-5 0,4-3-1020,-2-1 0,-6-9 299,6-10 1,-7-10-1,1-6 1,-3-6 223,-2-5 0,0 2 1,0-6-1,-2 1 316,-3-1 0,3 4 0,-3-4 1,3 0 323,2 1 1,0 4 167,0-1 1,2 11 0,3 6-1,6 5-76,4 5 1,1 6-1,1 10 1,-1 1-309,1-2 1,5-4 0,2-3-1,0-4-528,0-1 1,0-5 0,-2-8 0,3-6-152,1-4 1,3-11-1,-7-7 1,-1-9 285,-3-6 1,-3-1-1,-4 1 1,-6 4 298,-3 5 1,-4 6 0,-3 6 0,-6 6 494,-4 9 0,-1 4 0,-1 10 0,2 4 226,4 5 0,-3 9 0,3 6 0,-2 3-192,2 6 1,-2 2 0,5-2 0,1 1-310,0 3 1,1-1 0,6-4 0,0-3-256,0-4 1,2 1 0,4-10 0,5-5-637,3-4 1,5-7 0,1-11 0,4-9-322,2-6 1,-6-6-1,2-6 1,-4-5 690,-1-1 0,-6 5 1,-2 0-1,-2 8 544,-3 7 990,-2 4 0,0 10-440,3 8 0,-1 6 1,5 7-1,0-4-453,0-2 1,2 4 0,6-5 0,-1-3-323,1-1 1,0-4-1,1-3 1,2-8-1,2-7 0,0-8 1,-7-9-1,-2-3-211,-2-2 1,-8-10 0,3-10 0,-4-6-268,-2-4 0,-13-5 0,-5 4 0,-4-1 250,-2 1 0,-6-3 0,3 10 1,-3 9 549,3 9 0,1 17 0,6 15 0,-2 10 465,2 10 0,3 7 0,4 13 0,4 11-261,2 12 1,1 5 0,8 8 0,3 5-154,6 5 1,6-1 0,3 9 0,4-1-406,2-2 1,3-3 0,8-12 0,3-8-936,3-12 0,-1-5 0,4-18 0,-4-10-895,-1-9 0,3-14 1866,-6-12 0,-8-6 0,1-7 0,-1-3 0,0 0 0</inkml:trace>
  <inkml:trace contextRef="#ctx0" brushRef="#br0">8119 11195 7738,'-9'-2'983,"4"-3"0,12 1 0,10-7 1,10-4-857,10-5 1,7 0 0,9-8-1,4-3-394,2-6 1,7-10 0,6-8-1,-2 1-2249,-2 3 2516,-2 9 0,-7-14 0,-2 5 0</inkml:trace>
  <inkml:trace contextRef="#ctx0" brushRef="#br0">8946 10567 7738,'-5'11'1257,"-3"-2"1,1 0-666,0 0 1,1-3 0,8 3-593,4-2 0,25-53 0,13-18 0</inkml:trace>
  <inkml:trace contextRef="#ctx0" brushRef="#br0">3076 6813 8060,'-17'-17'224,"1"1"0,5-6 1,0 0-1,0 0 150,1-2 1,3 6 0,5-5 0,-1 5 422,-3 2 1,1-6-397,5-1 0,0 7 1,1 7-311,5 1 1,-4 5 0,3 8 0,-1 6-13,1 4 1,-3 11-1,4 5 1,-6 8-182,-6 3 0,4-4 0,-5 6 1,2 2-150,-1 2 1,-5 0-1,4-2 1,-1-4-11,1-1 0,1-5 1,6-8-524,0-6 746,0-4 0,6-10 1,1-7-1,3-6 153,2-4 1,3-2 0,2-4-13,-1 4 0,1-4 0,1 6 1,2-2-49,2 0 0,0 6 0,-5-5 1,1 3-5,4 3 0,-1 3 0,6 1 0,1 1-48,-3 5 0,7 3 0,-5 9 0,3 3-24,-3 1 0,-3 7 0,-7-3 0,-3 1 44,-3 1 1,-3 0 0,-10 3-1,-4-2 6,-5-1 1,-5-3 0,-6 7 0,-6-3-109,-3 0 1,3 6 0,1-9 0,-3 2-228,-1-1 0,0-7 0,3 1 1,6-9-337,4-6 0,1-4 0,3-4 642,3-4 0,-11-37 0,0-18 0,-1-7 0,0 0 0</inkml:trace>
  <inkml:trace contextRef="#ctx0" brushRef="#br0">2960 7011 8134,'-5'-11'0,"-1"0"228,2-1 1,2 2 0,2-1 0,2 0 116,4 2 1,3-6 0,9 6 0,4-2-124,6 0 0,3 0 1,4-4-1,4 3-371,5 1 1,5 0-1,7-6 1,4 0-313,5 1 1,-1-1 0,-4 1 0,-4-1 53,-5 1 0,-11 1 0,-5 2 0,-7 2-129,-4-2 0,-2 6 382,-6 1 436,1-3 1,-10 7 0,-5-1 230,-6 6 1,-8 7 0,2 6 0,-1 3 17,0 3 0,2 3 1,-4 10-1,2 4-167,-2 5 0,6 4 0,0 3 0,1 2-189,1 3 0,-1 2 1,8-6-1,4-8-255,5-7 1,5-4-1,6-15 1,6-5-190,3-4 0,2-13 0,2-12 0,2-10-108,1-5 0,-1-9 0,-8-5 0,-5-2 32,-5-3 0,-1 2 1,-12 4-1,-3 4 213,-1-1 1,-9 8 0,-4-2 0,-6 6 229,-5 0 1,-2 7 0,-5 3 0,1 8 260,-1 4 1,-2 1 0,-1 6 0,3 0-12,1 0 1,3 8 0,-5 4-1,5 7-255,1 3 0,3 7 0,9 1 0,2 5-281,3 3 0,-4-1 0,6-8 1,1-3-367,2-2 0,11-4 0,6-9-40,5-5 1,10-8 0,-3-7-1,6-10 239,6-5 1,1-3 0,6-6 0,-2-2 354,2-4 0,-5 4 0,-1-3 0,-3 5 6,-4 5 1,2 4 0,-15 8 0,-4 1 102,-3 4 0,-9 5 1,1 14-1,-3 8 480,-2 10 1,0 5-1,2 4 1,2 4 70,1 5 1,1-2 0,-4 0 0,3-1-443,6-4 0,-2 1 1,4-3-1,4-7-225,3-8 0,9-2 0,1-14 1,5-6-73,3-7 1,6-15 0,-5-7-1,-4-8-127,-6-3 0,-1-2 0,-10-4 0,-5 2-23,-4 2 0,-3 5 0,-8-5 0,-5 0 227,-10 2 0,-1 7 0,-12 9 0,-3 2 250,-3 4 1,-10 9 0,1 6-1,-2 7-16,-3 9 0,6 9 0,0 18 0,0 6-394,2 4 1,8 7 0,12-1-1,4-5-1431,2-3 1593,6-9 0,32-26 0,15-15 0</inkml:trace>
  <inkml:trace contextRef="#ctx0" brushRef="#br0">2580 6664 7655,'-30'0'0,"1"0"166,-1 0 1,-4 2 0,6 4 0,-1 6 235,1 9 1,-3 4-1,3 10 1,-1 6-116,1 8 1,4 12 0,8 16-1,1 9-153,4 4 0,4-42 1,1 0-1,3 42 0,4 0-126,9 0 1,-3-40 0,2 1 0,1-1 0,2-1 0,2 1-1,2 0-149,1-2 1,2-1 0,5-2-1,2-2 1,4-2 0,2-1 0,2-1-1,0-1-410,2 0 0,0-2 497,-3 0 1,6-4 0,14-13 0,12-7 0,0-1 0,7 3 0,-1-1 0,0 1 0</inkml:trace>
  <inkml:trace contextRef="#ctx0" brushRef="#br0">4713 6152 8079,'11'-26'0,"0"4"0,2 3 267,1 3 1,12 7-1,7 3 1,10 4 398,4 2 1,10 0 0,4 4 0,1 5-199,-1 8 0,0 12 1,-10 4-1,-3 11-160,0 10 0,-8 6 0,-3 12 0,-8 9-350,-17-36 1,-2 2 0,-3 0-1,-3 1 1,0 7 0,-2 0-1,-2 1 1,-2-1-323,-3-1 1,-1 0-1,-2 3 1,-2 0 0,-6-3-1,-2 0 1,2 1 0,-1-1 363,4-4 0,-7 4 0,-15 12 0,-11 6 0,-1 2 0,9-15 0,-1 0 0,1 1 0,0-1 0</inkml:trace>
  <inkml:trace contextRef="#ctx0" brushRef="#br0">8136 13196 7887,'-6'11'0,"-1"0"0,0 2 497,-1 2 0,3 1 0,5 3 0,0 4 104,0 11 0,7 0 0,4 11 1,4 1-671,1 1 0,7 10 0,-1 2 0,0 0-377,2-4 1,-6-5-1,4-6 1,-4-8-289,-1-6 0,-1-8 0,1-11 734,-1-6 0,-6-40 0,-3-10 0</inkml:trace>
  <inkml:trace contextRef="#ctx0" brushRef="#br0">8401 13345 7899,'-17'0'640,"2"7"0,4 6 1,8 6-235,6 3 0,1 7 1,7-1-1,2 3-326,2 2 1,7-2 0,1-3-1,1-6-242,0-4 1,6-9 0,-3-5 0,6-10-92,6-10 1,-4-12 0,2-14 0,-8-8-158,-7-1 1,-6-6-1,-4 2 1,-7 2 121,-3 1 1,-17 10 0,-7 5 0,-7 8 877,-4 7 0,-6 11 1,0 5-1,3 4 173,1 2 1,2 13 0,2 6 0,3 4-440,6 7 1,4 1 0,3 2-1,2 2-321,2 4 1,5-4-1,-3 1 1,2-4-968,3-5 0,10-7 0,5 1 964,3-9 0,18-26 0,3-14 0</inkml:trace>
  <inkml:trace contextRef="#ctx0" brushRef="#br0">8979 12601 9657,'-9'7'0,"4"4"455,3 4 0,2 12 1,0 12-1,2 16-345,3 13 1,4 22 0,-1-38 0,1 1-1,-1 3 1,0 2-233,1 2 1,-1 1 0,0-2 0,0 0 0,1 1 0,-1-1 0,0-4 0,1-2-200,-1-5 0,0-2 0,9 37 0,-3-21 0,-1-8-58,-2-16 0,-5-10 1,5-12-1,2 1 379,1-1 0,-5-6 0,-1-3 0</inkml:trace>
  <inkml:trace contextRef="#ctx0" brushRef="#br0">6267 14106 7916,'-24'5'181,"-1"1"1,-3-3 199,1-1 1,12-2-1,0-2-106,6-3 1,11 1 0,9-7 0,5-4-98,6-5 1,2 2 0,6-6 0,-3 2 50,3 0 1,1-6 0,2 8 0,0 4-290,0 3 0,0 3 1,0-1-1,0 6-104,0 3 0,-5 11 0,-4 8 0,-4 9-56,-5 5 0,-10 9 0,1 6 1,-6 6 56,-6 3 1,-3 0 0,-7-4-1,-3 1 225,-3-3 0,2 5 0,-6-10 1,2 3 222,4 3 1,-2-2-1,4-6 1,5-7 506,4-6 1,3-14-663,6 2 0,7-19 0,6-4 0,6-8-251,3-8 0,9-12 0,0-10 0,6-3-227,0-3 1,3-1 0,1-3 0,-1-1-1105,0 2 0,-6 9 1452,-7 5 0,-7-40 0,4-9 0</inkml:trace>
  <inkml:trace contextRef="#ctx0" brushRef="#br0">6830 13808 7976,'-17'0'0,"0"0"1812,1 0-1259,7 0 1,3-7 0,12-3-344,5 1 0,9-4 0,4 6 0,0-2-184,0-4 0,5 0 1,-3 0-1,1 4-143,1 2 0,-2 1 0,1 6 0,-5 2-337,-3 4 0,-3 3 0,1 9 0,-3 6 260,-3 9 1,-3 2-1,-8 7 1,0 0 211,0 1 1,-2-1 0,-2 2 0,-1-7 269,1-8 0,2-5-323,2-7 1,4-17 0,5-11 0,9-15-480,6-11 1,-2-12 0,6-12 513,1-3 0,-8-1 0,3-16 0,-1-1 0,4-8 0,-1 1 0,0 0 0</inkml:trace>
  <inkml:trace contextRef="#ctx0" brushRef="#br0">7524 13047 7976,'-2'-16'285,"-3"-1"0,3 6 270,-4 0 0,5 11 0,1 6 0,0 14 84,0 9 1,0 19 0,0 9 0,0 13-471,0 12 0,3-30 1,1 3-1,1 8 1,1 3-1,1 7 1,1 3-139,0 7 0,0 3 0,0 4 0,1 1 0,-3-24 0,0 0 0,0 0 0,1-1 0,-1-1 0,1 0-229,0-2 0,1 0 1,-1-1-1,5 27 0,0-4 1,-2-13-1,0-2 0,1-4 1,-1-2-325,-3-4 1,0-2 0,10 34-1,-6-24 1,4-21-2132,1-17 2653,1-10 0,7-18 0,1-4 0</inkml:trace>
  <inkml:trace contextRef="#ctx0" brushRef="#br0">8930 12965 7924,'-17'0'277,"1"0"1,1 7-1,4 4 1,5 5-20,5 7 1,8 2 0,6 8 0,7 0-82,8 0 0,-3-7 1,5-4-1,3-5-159,3-6 1,5-6 0,-4-12 0,-1-11-284,-4-14 0,-3-3 1,-12-7-1,-8 0-106,-6 0 1,-10 5-1,-6 0 1,-7 6 299,-8 3 0,-3 10 1,-2 0-1,0 7 282,0 3 1,0 3 0,0 8-1,2 7 292,3 6 1,4 17-1,8 4 1,1 7-75,4 8 0,4 1 0,8-5 0,5-2-469,5-2 0,9-9 1,4-2-1,2-11-268,3-10 0,8-8 1,3-15-1,1-13-23,-1-11 0,-3-9 0,-10-11 1,-6-5-146,-8-5 1,-6 6 0,-9 6 0,-5 7 494,-10 8 0,-7 10 0,-11 8 0,0 7 421,2 7 0,-3 19 0,10 9 0,0 11 50,4 12 0,0 8 0,4 18 1,5 5-184,4-1 1,3 11 0,6-1 0,2 3-305,4 2 0,3-13 1,9-16-1,2-19 41,2-16 1,8-13 0,-5-19 0,3-8-524,0-12 0,-1-9 1,4-16-1,-3-3-517,-6-1 0,-11 2 0,-5 9 0,-5 5 812,-1 4 0,-7 6 0,-4 7 0,-4 13 540,-1 11 0,-1 18 0,1 18 0,-1 17 203,1 13 0,6 8 0,5 6 1,3 3-54,2 3 0,9-5 1,6 0-1,7-14-324,4-12 0,3-13 1,8-22-1,3-12-401,3-12 0,-7-18 1,1-17-1,-6-13-77,-3-7 1,-10-3 0,-1-7 0,-10 3-127,-5 4 0,-4 3 0,-3 7 1,-6 4 323,-4 7 0,-4 10 0,-1 20 0,-4 9 628,-1 9 0,4 20 1,-1 12-1,4 10-58,1 10 0,8 3 0,4 6 1,3 4-245,2 3 1,4 5 0,7-12 0,11-7-422,7-12 0,12-18 1,3-20 192,3-17 0,10-64 0,-27 20 0,-1-1 0</inkml:trace>
  <inkml:trace contextRef="#ctx0" brushRef="#br0">10005 3671 7920,'-17'0'1443,"0"0"1,6 0-1363,0 0 0,6 7-176,-6 4 1,7-1 0,-3 3 0,0 3-21,-4 4 0,-12 17 1,-4 2-1,-4 8-23,-2 8 0,-6 2 0,-1 4 1,-1-6 50,1-3 1,7-10 0,7-5 0,2-8 235,4-7-40,9-4 0,5-8-65,12-5 0,-3-3 0,9-4 7,0-3 0,-2 1 0,1-5 1,3 0 53,6-1 0,1-1 0,4-5 0,1-1 43,0 1 1,1-1-1,8 1 1,2-1-103,2 1 1,5 5-1,-6 0 1,1-2-127,1-2 1,-5 0-1,4 2 1,-4 4-97,-2 2 1,0 0 0,0 3 0,-2-2-212,-3 3 1,1 1-1,-7 2 1,0-2-152,2-3 0,-5 3 0,3-4 538,-4 4 0,-38 2 0,-10 0 0</inkml:trace>
  <inkml:trace contextRef="#ctx0" brushRef="#br0">10071 3836 7844,'-17'-7'-312,"6"3"1578,0-7-977,7 8 0,-3 3 1,9 13-1,2 7-130,1 7 1,6 12-1,-5 7 1,-1 7-301,3 8 0,-5 3 1,6 2-1,1 0-37,-1 1 0,-4-3 1,6-5-1,2-8-298,2-5 0,-4-17 0,0-3 476,2-11 0,9-74 0,4-24 0</inkml:trace>
  <inkml:trace contextRef="#ctx0" brushRef="#br0">10352 4085 7936,'-6'-17'394,"1"0"0,-1 10 0,6 7-34,0 9 1,0 6 0,0 3 0,0 3-228,0 1 1,8 5 0,1-3 0,2 0-89,0 0 0,2-2 0,7-6 1,2-1-355,-2-4 0,4-4 1,0-10-1,2-8-53,3-11 0,0-10 0,-1-6 0,-6-6 100,-4-4 0,-3-7 0,-4 0 1,-5 2 200,-4 1 0,-4 10 1,-4 3-1,-5 6 254,-4 6 0,-3 8 0,-2 10 0,-2 4 188,2 6 0,-4 7 0,0 8 0,-2 3-40,-3 3 0,-1 5 1,1 10-1,1 3-370,-1 3 1,0-5-1,1 4 1,6-3-392,4-8 0,8 1 0,5-10 0,5-4 420,5-5 0,27-28 0,12-12 0</inkml:trace>
  <inkml:trace contextRef="#ctx0" brushRef="#br0">22308 11658 8030,'-6'-18'211,"1"-4"0,-3 3 1,5-3-1,-3 4 255,2 1 0,1 1 0,-1-1 18,-1 1 1,-1-1 0,4 1-317,-3-1 1,1 8-86,-7 4 1,6 3 0,-7 2-87,0 0 0,-3 9 0,-2 6 0,1 7 8,-1 3 1,1 8 0,-3 8-1,-1 3 61,-2 7 1,-5 1-1,5 7 1,1-1-27,3 1 0,1 2 0,3 3 0,3-3-173,5-6 1,8-11 0,7-5 0,10-6-146,4-6 0,5-3 0,5-7 0,0-3 99,0-3 1,0-1 0,0-7 0,-1 3 1,-5-3 0,3-8 1,-7-6-1,1-6-172,0-5 1,-2 2 0,-7-7 0,-2-3 348,-2-1 0,-37-46 0,-3-11 0</inkml:trace>
  <inkml:trace contextRef="#ctx0" brushRef="#br0">22109 11956 7960,'-22'11'335,"0"0"1,2 0-1,11 4-118,9-4 0,7-4 0,11-7 0,5 0-173,4 0 0,4-7 0,2-6 0,2-6-50,4-3 0,-2 0 1,5 6-1,-2-1-137,-3 1 0,-2 1 0,-4 4 0,-3 5 137,-6 5 0,-9 2 0,-4 7 257,-2 8 1,-1 3 0,-6 8 0,0 3 22,0 1 0,-6 2 1,1 0-1,-1 2-176,-1 4 1,5-5 0,-4 5 0,3-4-387,-3-2 1,4-7 0,-1-6-587,6-7 1,7-6 873,6-7 0,15-59 0,4-14 0</inkml:trace>
  <inkml:trace contextRef="#ctx0" brushRef="#br0">22705 11873 7940,'0'-16'982,"0"6"1,0 5-1,0 10-673,0 6 0,1 10 1,5 3-1,3 3-340,0 8 0,4-2 0,-7 6 1,-1-4-131,3-2 0,-7 2 1,7 0-1,-3-2-464,1-8 0,-1-4 409,-5-5 1,0-9 0,0-8-1,0-14 318,0-11 1,0-5 0,2-2-1,2-2 200,1-4 1,1 4 0,-6-3 0,2 3-24,3 2 1,-3 0-1,5 2 1,-1 1-133,-1 3 0,8 6 0,-2-1 1,4 4-793,1 1 1,3 6-1,1 2 645,2 2 0,37 9 0,3 7 0</inkml:trace>
  <inkml:trace contextRef="#ctx0" brushRef="#br0">23101 12072 8706,'-7'0'1154,"5"-2"0,8-4-1271,3-5 1,0-3-1,4-3 1,-2-1-283,2-4 1,0 3-1,0-3 1,-4 2 272,-2-2 1,4 4-1,-5-5 1,-3 5 96,-1 2 1,-2-1 1932,0 0-829,0 1-811,0 7 1,0 0 110,0 3-431,0 4 0,0-7-382,0 4-21,0 3 926,8-6 591,-7 8-955,7 0-6,-8 0 492,0 0-488,-8 0 0,5 0-45,-8 0 1,5 2 147,-5 4 1,6-4-1,-5 5 251,3 0 1,-4-3-1,4 5-28,-2-2 0,-2 8 0,-4 0-255,4 5 1,-2 9 0,6-3 0,-1 4-221,1 3 1,1-4-1,6 8 1,0-6-400,0-3 0,8-8 1,3 2-1,3-6-86,3-5 1,5 2 0,2-9-1,2-6-80,3-7 1,2-8-1,2-3 1,0-4 112,0-1 1,-5-1 0,-2-4 0,-2 5 200,-4 1 0,-2 0 0,-1 4 0,-1-2 61,1 1 1,-2 3 0,-3 2-1,-1 1-357,2 4 1,-4-4 594,3 4 0,-9 2 0,3-2 0,-12 7 0,-3-3 0</inkml:trace>
  <inkml:trace contextRef="#ctx0" brushRef="#br0">23465 11956 7848,'-9'7'402,"0"-5"536,3 4 0,14-6 1,1-6-1011,9-5 0,10-6 0,-4-3 0,0-4-242,-1-1 0,1-3 0,-5-3 1,-1 1 180,-3 3 1,-10 5 0,1-4 0,-4 2 293,-2 4 1,-10 9 0,-4 6 0,-6 3 433,-1 2 0,-3 7 0,2 4 0,0 6-168,-2 5 1,12-2 0,-5 9 0,2 4-279,1 4 0,5 3 0,3-3 0,4 2-86,2-2 0,2-8 0,5-3 0,10-4-533,9-8 1,7-4 0,5-10 0,6-4-179,4-7 1,-6-4-1,-3-16 1,-4-6 201,-2-3 0,-5 1 0,-5-3 0,-2 2 474,-7 3 1,-8 7-1,-1 5 1,-3-1 170,-2 0 1,0 12-1,0-3 1,-2 4 629,-3 4 0,1 2 0,-7 7-383,-2 0 1,4 0 0,0 1 0,0 5-281,0 5 1,3 4 0,-5 1 0,0 3 10,2 3 0,-6 5 0,6 10 0,-2 3-104,0 3 0,7 1 0,-1 7 1,3 2-435,2 3 1,2-10 0,5-13 0,8-11-314,5-10 1,9-6 0,-1-12 0,1-8 78,-1-12 0,-2-11 0,-6-16 0,2-6 407,-2-5 0,-9 9 1,-5-8-1,-5 6 456,-1 2 0,0-2 1,0 4-1,0 0 29,0 5 0,-5 6 0,-2 10 1,-1 5 848,1 5 1,-6 5-303,2 6 1,4 11-768,1 11 0,4 6 0,2 3 0,0 4 92,0 2 1,0 7 0,0 7 0,0 1-37,0-1 1,0 8 0,0-2 0,2 3-312,4-1 0,3-7 0,7-1 1,3-3-365,3-6 1,2-11-1,7-3 1,0-12-313,4-8 0,-2-12 0,-4-9 0,1-2 723,-6-3 0,-4-2 1,-3-3-1,-1 1 271,1 0 1,-8 6-1,-2 1 490,0 2 11,-5 2 0,6 17 0,-8 8 0,0 14-53,0 7 1,-2 9-1,-2 5 1,-1 1-480,1 1 0,2-3 1,4 4-1,2-5-674,1-4 0,8-12 0,-2-4 61,4-8 0,1-8 0,1-8 1,-1-8 57,1-10 0,-1-5 0,-1-2 1,-2 0 458,-2 0 1,-5 5 0,3 2 0,0 1 344,0-1 0,-5 6 0,3-2 215,0 3 0,-5 3 0,6 1-94,-1 4 1,-3 4-443,7 7 0,-2 1 1,4 5-1,-4 5-52,-2 4 1,6 3 0,-2 4-1,2 6 36,-2 3 0,4 4 0,-4 3 1,3 8-87,3 8 1,0-1-1,-1 6 1,1-1-304,-1 1 1,-5 2 0,-2 5-1,-1-2 200,-5-3 0,-1 3 1,-2-5-1,0 0-141,0-4 1,-5-11 0,-3-5 0,-3-6 430,-7-6 0,0-5 0,-8-11 0,0-5 152,0-4 1,4-2 0,-5-2 0,-3-4 23,-1-5 0,5-11 1,6-7-1,7-8-145,8-7 0,3-6 1,4-5-1,5-3-361,10-1 1,7-6 0,11 5 0,1-4-300,3-3 0,5 9 0,-4 2 0,1 7 156,-1 5 0,-1 3 0,-8 8 0,-3 4 189,-6 7 1,-9 2-1,-2 14 1,0 1-1400,-2-3 1561,5 6 0,-19 2 0,3 10 0</inkml:trace>
  <inkml:trace contextRef="#ctx0" brushRef="#br0">22159 13494 7791,'-17'0'0,"1"0"185,-1 0 1,6 0 0,4 0-53,5 0 0,8-2 0,17-4 0,9-6-225,4-9 0,16-4 1,1-8-1,8-1-334,7 1 0,7 2 1,-5 4 425,-6 5 0,-12 11 0,-12 3 0</inkml:trace>
  <inkml:trace contextRef="#ctx0" brushRef="#br0">22655 13312 7791,'-26'7'338,"2"-5"1,8 5-1,-1-1 123,1-1 0,-1 8 0,1-2 0,-1 4-102,1 2 0,5 6 0,1 7 0,3 7-188,3 7 0,3 3 0,1 3 1,1 0-346,5-1 0,3 1 0,8-1 0,-1-1-53,1-4 1,-3 4 0,-1-6 0,-2 1-354,2-5 1,-6-10 0,1-8-1,-3-5-1543,1-4 2123,7-8 0,-11-25 0,5-14 0</inkml:trace>
  <inkml:trace contextRef="#ctx0" brushRef="#br0">22953 13593 8725,'-17'-18'0,"1"-3"642,-1-1 0,6 8-489,0 8 0,7 6 0,-1 7 0,3 10 170,2 9 1,0 12-1,2 6 1,1 4-352,3 2 0,7-6 0,-4-2 0,2-1-370,0-5 1,0 3-1,6-6 1,-1-7 8,1-6 1,-1-11 0,-1-5 0,-2-8 133,-2-7 1,-6-11 0,4-6 0,1-3 272,-1-2 1,-5 0 0,1 0-1,-3 2 658,-2 3 0,0 4 0,0 8 1134,0-1-1586,0 8 1,7 9 0,4 13 0,4 5-310,2 4 1,-1 0 0,2-5 0,3-2-240,1-4 0,5 2 1,-5-8-1,0-3-119,2-6 1,-5-5 0,3-8 0,-6-1 267,-5-4 1,2-4 0,-7-5 0,-3 2 289,-1 1 1,-4 8 0,-3-2 0,-4 4 524,-1 1 0,-4 8-470,3 3-921,-4 4 1,6 4 353,3 4 1,12-4 0,5 3 135,3-3 0,9-2 0,0-2 0,1-2 129,0-1 1,6-1 0,-5 5 0,3-3 348,-1-2 1,1 1 0,3 5 0,-1 0 161,-3 0 0,-7 0 1,2 0-1,-3 2-126,-3 3 0,-5 3 0,-1 4 1,-1-1-49,0 2 1,-5-3 0,3-1-220,0-2 0,-5 2-87,4-9 1,-5-5-1,-1-15 1,0-3 133,0 3 1,0-5-1,-1-1 1,-5-2 135,-5 1 1,2 6 0,-2-1 0,-2 6 131,-2 5 0,-1-2 0,-1 8 0,1 1 41,-1 2 1,-5 4 0,0 2-574,2 1 0,3 8 0,6-2 1,4 4-2033,0 1 2263,5 1 0,31 14 0,17 4 0</inkml:trace>
  <inkml:trace contextRef="#ctx0" brushRef="#br0">24672 13146 7791,'-16'2'136,"-1"4"0,3 5 386,3 4 0,-2 8 0,7 7 1,3 8-199,1 12 1,4 5-1,3 8 1,8-3-284,7 3 1,0 1 0,6 0 0,0-5-475,0-9 0,-1-12 1,3-16-1,-6-11-334,-4-7 1,-3-8 0,-4-7 766,-6-11 0,-18-27 0,-8-12 0,-2-6 0,0 0 0</inkml:trace>
  <inkml:trace contextRef="#ctx0" brushRef="#br0">24623 13361 7791,'-26'-25'100,"-3"1"0,8 7 1,7 1 619,6-1 1,8 8 0,6 2-538,5-1 0,11 5 0,6-7 0,3 1-276,2 0 0,7 4 0,4-5 1,2 3 72,-2 3 1,-3 3-1,-10 1 1,-3 1-44,-6 5 1,-6 5 0,-5 11 0,-5 6 26,-4 3 1,-12 2 0,-4 0-1,-7 0 187,1 0 0,-4 0 0,1-2 0,-1-1-213,0-3 1,2-8 0,7-5-471,4-12 1,5-11 0,12-13-1,7-6 152,7-3 0,-2-2 0,6 0 0,-2 0 149,0 0 1,6 2 0,-6 5 0,0 8 376,2 5 0,-6 9 0,4 0 507,-3 8 0,-8 11 1,-2 7-1,0 0-50,0 2 0,1-6 0,2 4 1,-1-5-336,2-6 0,2-4 1,1-7-1,1-2-322,0-3 1,-3-12 0,-1-10 0,-4-5-322,-1-1 1,-3-3 0,-5 1 0,-4 3 383,-7 1 1,-1 9 0,-16 4 0,-1 7 221,-3 3 0,5 3 1,1 5-1,0 2-294,1 3 1,6-1-1,3 7-696,8 2 759,7-6 0,52-22 0,13-12 0</inkml:trace>
  <inkml:trace contextRef="#ctx0" brushRef="#br0">25268 12865 7791,'-11'0'632,"0"0"1,9 0 0,2 0 0,11 0-1210,9 0 577,-2 0 0,28 15 0,-2 3 0</inkml:trace>
  <inkml:trace contextRef="#ctx0" brushRef="#br0">25417 13113 7787,'-6'24'266,"1"4"1,-1 3-1,6 2 1,0 0 339,0 0 0,0-5 0,2-1-519,3 3 0,5-8 1,6-6-790,1-8 0,-6-16 1,-2-8 701,-2-10 0,3-21 0,0-11 0,0-4 0,-1-1 0</inkml:trace>
  <inkml:trace contextRef="#ctx0" brushRef="#br0">25532 13113 7787,'0'-16'199,"0"-1"1,0 1 834,0-1 1,0 10-447,0 7 0,8 7 1,3 12-1,2 1-444,-2 2 0,3 5 0,-3-3 0,4 0-322,2 0 1,-6 4-1,0-6 1,1-2-494,3-2 1,-4-9-1,0-3 252,2-4 0,-6-10 0,1-3 0,-3-5 219,1-6 1,-1 2-1,-3-6 1,2 2 731,1 4 1,1 1-1,-6 3 525,0-1 0,7 10-712,4 7 0,-3 7 0,-3 10 1,-1-1-295,1 1 1,-1 0 0,5-1 0,0-1-2611,0-4 2559,-5 4 0,18-43 0,-3-1 0</inkml:trace>
  <inkml:trace contextRef="#ctx0" brushRef="#br0">26161 12435 7750,'-17'10'464,"2"-1"1,3-6-1,1 5-257,-2 1 1,5 4 0,3 7 120,3 2 1,2 2 0,2-2 0,3 7 131,6 8 0,6 11 0,5 11 0,6 5-326,3 10 0,4 5 1,1 1-1,5-4-849,1-10 1,-7-11 0,0-16-1,-8-14-1571,-3-10 2286,-9-8 0,-15-58 0,-9-13 0</inkml:trace>
  <inkml:trace contextRef="#ctx0" brushRef="#br0">26359 13163 7997,'18'-17'184,"3"-1"0,3-2 46,1-2 1,1-8 0,3 3 0,-1-4-26,1-2 0,-3 0 0,-2-1 1,-4 3-371,-5 4 0,-4 3 0,0 7 1,-6 1 47,-3-1 1,-4 8-1,-3 3 363,-6 5 0,-4 1 1,-1 1 70,-1 5 0,1 5 1,-1 9-1,2 4 102,4 2 1,-1-4 0,4 7 0,1 4-82,-1 4 0,3 2 0,5-6 0,0 0-382,0 0 0,7-7 0,4-4 1,4-6-373,2-5 0,6-5 1,7-12-1,5-8-401,3-12 1,6-9-1,-7-17 1,-4-1 455,-3-2 0,-12 2 0,0 7 0,-7 4 406,-3 1 1,-3 4 0,-5 10-77,0 5 1,2 13 1078,4 9 0,-3 7 0,6 11 0,1 3-669,-1 1 0,-4 7 1,6-1-1,0 3-270,-1 2 1,2 0 0,-4-2-1,-1-1-172,1-3 1,-3-7-1,-5 2-718,0-3 1,0-12 268,0-7 1,-5-9 0,-1-11 0,0-4 409,-1-2 1,5 4 0,-5-6-1,1 1 83,1 1 1,-1 0-1,6 6 1,0-4 150,0-1 0,6-1 0,1-2 0,2 6 13,4 4 0,2 0 0,2-3 1,1-1-233,4 2 0,-2 0 1,8 0-1,1-2 2,2 1 1,1-2 0,-3 0 0,-3 3 182,-2 2 1,-2 3 84,-6 4 0,-1 6 0,-4 10 0,-6 6 81,-3 4 0,-2 7 0,0 2 0,-2 0-219,-3 0 1,3 3 0,-3-3 0,3 0-126,2 0 0,-6-2 1,1-6-1,1 1 3,2-1 0,8 1 1,1 0-1,2-1-7,4 1 0,4-6 1,5-2-1,3-2-3,1-3 0,4 0 0,-7-1 0,1 3 205,0-3 1,-2-1 0,-5 0 0,-1 2 193,1 1 1,-8 8 0,-3-2 0,-5 4-10,-1 1 1,-7 1 0,-6 1-1,-5 2-363,-4 3 0,-8 6 0,3-2 0,-4 3-807,-2-3 1,-8 3 0,-3-8 866,-4-2 0,4-10 0,-5-2 0,-4 1 0,1-1 0</inkml:trace>
  <inkml:trace contextRef="#ctx0" brushRef="#br0">25962 12783 8298,'9'-17'3658,"6"1"-3380,5-1 0,19-1 0,5-3 0,13-1-410,7 2 0,8-4 0,0 2 0,-4 2 132,-6 2 0,-12-6 0,-10-2 0</inkml:trace>
  <inkml:trace contextRef="#ctx0" brushRef="#br0">22820 15015 7767,'-7'-16'457,"0"-1"145,-4 0 0,3 10 0,8 7-260,0 9 1,0 8-1,0 7 1,0 7-144,0 6 1,6 9 0,-1-2-1,1 4-157,1 1 0,-3 1 0,5-1 0,0 1-494,0 0 0,1-3 0,2-3 1,-2-5-515,-3-4 0,4-9 1,-4-6-651,3-7 1616,-7-21 0,-4-48 0,-5-24 0,-3-10 0,-1 0 0</inkml:trace>
  <inkml:trace contextRef="#ctx0" brushRef="#br0">22820 14965 7767,'-5'-25'272,"-1"3"0,-5 3 1,6 3-1,1-1 79,2 1 0,2 5 0,2 2 1,4-1-294,5 1 1,5 4-1,6-5 1,6 3-44,3 3 1,2-3 0,2 2 0,2 1-248,1 2 1,-1 8-1,-8 1 1,-3 2-38,-2 4 1,-9 7-1,-10 4 1,-3 0 49,-2 0 0,-2 5 0,-3-3 1,-6 2 218,-4-1 0,-16 8 0,-4 7 0</inkml:trace>
  <inkml:trace contextRef="#ctx0" brushRef="#br0">23416 15114 7767,'0'22'194,"0"2"1,0 0 449,0 0 1,0 0 0,0-2-1,1 6-597,5 3 1,-2 7-1,5-1 1,-2-6-215,-3-7 0,-2-5-24,-2-3 0,5-14 0,1-9 0,-3-12-13,-1-8 0,-2-10 0,0-3 1,0-1 122,0 1 0,-2-4 0,-1 3 1,-3 3 321,3 3 0,1-2 0,2 9 0,2-1-11,3 1 1,-1-1 0,7 7 0,2 2-1097,1 1 0,10 8 866,4 0 0,54 22 0,-33-5 0,0-1 0</inkml:trace>
  <inkml:trace contextRef="#ctx0" brushRef="#br0">23862 15296 7767,'-11'-5'93,"2"-3"32,2-1 0,1 4 0,8-8 1,2-4-44,1-3 0,8-9 0,-2 1 1,2-3-200,-2-2 1,2 5 0,-8 3 0,-1 1 221,-2 3 0,-2 9 1,-2 2 111,-4 3 0,-1 3 0,-6 12 0,2 6 225,-2 7 1,-1 8 0,-1-1 0,2 3 128,2 2 1,7 0-1,-1 0 1,3 0-339,2 0 0,2-7 0,3-4 1,6-4-645,4-1 1,9-2 0,5-6 0,8-9 107,7-9 0,4-8 0,2-7 0,-1-7-3663,1-6 3966,-8-9 0,-17-4 0,-2-8 0,-2-8 0,0-1 0</inkml:trace>
  <inkml:trace contextRef="#ctx0" brushRef="#br0">24342 14684 8230,'0'-24'420,"-2"4"0,-2-5 1,-3 1-106,-2 3 1,5 3 333,-2 2 0,-1 8 0,2 8-465,1 9 0,2 8 1,2 5-1,0 6-173,0 3 0,2 9 1,3 6-1,6 6-190,4 3 0,2 13 1,-1-2-1,1 4-118,-1 3 0,6 1 0,2 6 0,2-2-43,3-5 1,-5 1 0,-2-21 0,-3-5-253,-3-8 0,-7-7 243,-3-5 1,-12-14 0,-5-14 0,-5-9 348,-6-5 0,-14-26 0,-5-10 0,-8-5 0,0 1 0</inkml:trace>
  <inkml:trace contextRef="#ctx0" brushRef="#br0">24242 15280 7767,'-16'-8'912,"7"5"-804,3-8 1,6 5 0,6-5 0,7-2-314,7-1 1,6-10 0,7-4 0,0-5-656,0-6 0,5-1 860,1-4 0,0-12 0,5-9 0,0-2 0,0 0 0</inkml:trace>
  <inkml:trace contextRef="#ctx0" brushRef="#br0">24656 14585 8798,'-17'0'-69,"8"2"0,4 4-216,3 5 1,9-2 0,4 2 0,4 2 284,1 1 0,16 32 0,3 8 0</inkml:trace>
  <inkml:trace contextRef="#ctx0" brushRef="#br0">24805 14899 7758,'0'28'85,"0"-1"1,0 1-1,2 7 1,1 2 463,3 1 0,5 6 1,-4-5-1,0-4-863,1-6 0,5-7 1,-2-11 313,3-5 0,-3-48 0,-5-25 0,2-1 0,0-1 0</inkml:trace>
  <inkml:trace contextRef="#ctx0" brushRef="#br0">24970 14701 7898,'11'7'462,"2"4"0,5 4-206,8 2 0,7-1 1,6 2-1,3 3-409,0 1 1,4-2-1,-7-7 1,-4-4-1342,-6-2 1494,2-1 0,-34-50 0,-1-11 0</inkml:trace>
  <inkml:trace contextRef="#ctx0" brushRef="#br0">25334 14651 7050,'-17'-9'1289,"1"4"1,1 10-1,2 8 1,2 7-785,-2 8 0,4 10 0,-2 8 0,-2 8-669,-1 6 0,3 4 0,1 3 0,3-3 164,3-3 0,17-12 0,6-8 0</inkml:trace>
  <inkml:trace contextRef="#ctx0" brushRef="#br0">26524 13957 7883,'-16'-6'219,"-1"1"1,1-8 0,-1 2-268,1-4 0,5 4 843,0 0 1,0 7 0,-8 1-537,-3 6 0,2 8 0,-9 12 0,-4 6-275,-4 8 0,-7 7 1,3 9-1,1 4 30,0 2 1,8-6-1,12 2 1,7-5-158,8-6 0,7-4 0,7-10 0,9-6-131,6-8 0,11-9 0,9 3 0,4-3 176,1-3 1,1 3-1,0-1 1,-1-3 233,1-1 0,-1 4 1,-1-1-1,-4 1 9,-5 1 1,-6 2 0,-6 10 0,-6 1-139,-8 2 1,-10 7 0,-14 1 0,-11 4 45,-7 5 1,-6 0 0,-2-6-1,-1-2-73,1-3 0,2-6 0,4-11 0,3-6-466,6-3 1,11-11-1,5-8 1,8-10 485,9-10 0,16-26 0,9-12 0,-7 19 0,1-1 0,-1 1 0</inkml:trace>
  <inkml:trace contextRef="#ctx0" brushRef="#br0">26739 14337 7890,'8'-9'473,"-5"2"1,7 8 0,-3 5 278,-3 5 1,3 7 0,0 8 0,1 9-340,-1 5 1,4 4-1,-4 4 1,3-4-595,3-5 1,-1-6 0,3-7-1,0-10-361,3-8 1,4-10-1,-2-11 1,2-16-183,-1-17 0,3-11 0,-2-8 1,-4 5 258,-5 5 0,0 5 0,-8 6 1,-1 7 1006,-2 8 0,-4 8 49,-4 16 1,-1 3 0,-4 17-1,4 5 11,-1 4 1,6 3 0,-3 5-1,3-1-254,2 2 0,0-9 0,0 9 0,2-2-358,3 0 0,-1-3 0,7-2 0,2-4-534,2-7 1,1-6 0,1-11 0,1-5-165,4-10 1,-2-7 0,6-11-1,-2-2 352,-4-1 1,-1-1-1,-3 6 1,-1 0 450,-4 0 1,2 7 0,-8 4 0,1 6 733,1 5 1,-5 5-244,3 12 1,3 8-1,-1 10 1,1 2-273,-1 3 1,4 1 0,-4-1 0,2-1-334,4 1 0,-5-3 0,-1 0-453,0-3 1,-3-2-77,7-10 1,-5-11 0,3-13 0,-2-6 217,-3-3 1,-2-7-1,-1 3 1,3 1 263,2 3 1,-1-2-1,-5 2 1,2 1 438,3 3 1,-3 7 0,6 2 1828,-1 1-1698,-5 3 1,11 7-1,-8 3-270,-1 6 1,0 2 0,-1 0-527,3-2 1,1-2-429,-1 2 1,-3-2 220,8-3 0,-1-6 1,2 0 303,-1-9 1,0-6-1,4-3 1,-2-2 247,-2-3 0,-2 1 1,4 6-1,-2 1 503,2 4 0,-4-2 0,2 8 129,2 1 1,2 2 0,1 4-1,1 2-642,-1 1 1,6 3 0,2-5 0,0 3-559,0-2 0,5-3 0,-3-2 1,2-3-1115,-1-2-1,-1-8 1630,2-3 0,3-29 0,-5-14 0</inkml:trace>
  <inkml:trace contextRef="#ctx0" brushRef="#br0">23316 16619 7734,'-16'-2'0,"-1"-1"25,1-3 1,7 8 0,3 9 0,4 7 382,2 10 1,0 7 0,2 16 0,4 4-231,5 6 1,5 5-1,4 4 1,2 2-328,-1-3 1,-3-2 0,0-9 0,3-8-300,1-10 1,-6-19-1,-7-12 1,1-11 108,-1-9 0,-6-13 1,1-9-1,-8-9 339,-7-6 0,-5-2 0,-4 1 0,-2-1 4,1 1 1,-2-1 0,0 2 0,3 4 499,2 5 1,1-1-1,1 1 1,1 5 483,4 4 1,4 6-1,9 8-771,3-1 1,4 6 0,10 2-1,3 2-164,5 3 0,6-3 0,4 1 0,3 2-99,3 3 1,1 1 0,5 1-1,-1 5-298,-4 5 1,-5 4-1,-12 3 1,-6 4-6,-8 6 1,-6 5 0,-9 3-1,-3 3 98,-6-2 1,-12 3 0,-4 1 0,-4-1 128,-2 1 1,-2-3 0,0-7-1,0-3 281,4-6 1,7-4 0,-2-3 262,2-4 1,9-5 0,12-10-118,6-2 1,8-5-1,10 4 1,3-2-119,1-4 1,8 4-1,8 0 1,-1-1-157,1 1 0,3 6 0,-4-3 0,1 4-14,-1 2 0,-9 0 1,-9 2-1,-5 4-158,-6 5 1,-4 11-1,-9 5 1,-3 4-19,-6 2 0,-6 6 0,-3 0 1,-4-3-12,-2-1 0,6-9 0,-2-6 0,4-7-448,1-7 0,1-14 618,-1-8 0,13-27 0,6-12 0,-1-7 0,0-1 0</inkml:trace>
  <inkml:trace contextRef="#ctx0" brushRef="#br0">23895 16652 7734,'0'-16'157,"2"1"1,2 2-1,3 2 93,2-2 0,2 6 0,6 0 1,1 1-600,4 1 1,-2-1-1,6 8 1,-2 3 348,-4 6 0,-16 48 0,-6 13 0</inkml:trace>
  <inkml:trace contextRef="#ctx0" brushRef="#br0">24127 16818 7734,'-6'16'48,"-1"1"0,-1 1 33,1 4 1,2 6-1,6 8 1,3 5-132,2 1 0,7-5 0,-2 1 0,3-3-333,3-2 1,-1-9 382,1-7 0,14-59 0,4-23 0</inkml:trace>
  <inkml:trace contextRef="#ctx0" brushRef="#br0">24375 16768 7734,'0'11'179,"0"0"125,0 2 0,0 3 0,0 6 1,0 6-96,0 3 1,0 2 0,0 0 0,2 0-197,3 1 1,-3-9-1,5-5-224,1-7 1,-5-7-1,6-13 1,-1-10-222,-4-9 0,3-7 0,-2-4 0,-1-3 408,-2-2 0,-2 5 0,0-2 1,0 5 418,0 0 1,0 3 0,0 4-1,0 5 1387,0 3-1467,0 10 1,0 9 0,0 13 0,2 5-242,3 4 1,4 8 0,8-3 0,-1 5-170,1 1 0,0-8 0,1-3 0,2-3-81,2-3 0,8-1 1,-3-4-1,4-7-32,2-8 0,8-13 1,1-12-1,0-8-123,-3-7 0,-6-4 0,-5-1 0,-6-1 46,-4 1 0,-9 8 0,-3 8 0,-4 9 417,-2 6 1,-8 9-1,-3 3 1,-3 4 264,-3 2 0,0 9 1,1 6-1,-2 7 117,-5 4 1,11 2 0,-5 5 0,2 2-82,1 3 0,-3-3 1,1 4-1,1-4-286,4-2 0,-2-2 0,8-2 1,3-3-378,5-2 0,7-9 0,8-10 0,4-5-321,6-5 1,-3-12 0,3-12 0,1-8-5,2-7 0,-5-4 0,-4-2 0,-3 3 223,-3 2 0,-1 7 1,-4 10 224,-6 6 0,-5 13 952,-5 9 1,3 13 0,-4 11 0,5 2-368,1 3 1,0-3-1,0 1 1,1 1-529,5-2 1,-2-3 0,7-6 0,2 0-253,1-1 1,3-7-1,-1-5 1,3-8-13,3-7 0,-4-11 0,4-5 0,-3-6-330,-3-6 0,1 4 0,-3-2 1,-3 6 207,-5 3 1,-4 8 1223,-2-2 0,0 13 0,0 9-249,0 9 0,2 11 1,1 4-1,3 2-230,-3 3 0,5-3 0,-3 2 0,1-1-186,1-1 1,-5 3 0,3-7-398,-3-1 1,-2-12-313,0-9 1,0-15 0,0-12 0,-2-6 173,-3-6 0,-2 4 1,-6-4-1,4 5 296,1 0 0,-3 1 1,4 2-1,-1 4 564,1 5 1,0 9 285,1 2 1,6 7 0,2-2-414,13 5 1,1 1-1,8 0 1,0 0-315,4 0 1,3 0 0,2-2 0,0-4-278,0-5 0,-5 2 0,-3-2 0,1-2-196,0-2 0,-8 4 1,1 0-134,-7-1 734,-8 4 1,-2 3 0,-9 8 0,-3 5 249,-2 1 0,2 7 0,1 8 0,0 2 6,0 3 0,3-3 0,-3 2 1,2 1-244,3 2 0,2-5 0,2-4 0,2-3-454,4-3 0,-1-7 0,10-3 0,3-6-206,1-6 1,4-10 0,1-12 0,0-5 102,0-6 0,-2 5 0,-5-5 1,-1 4 474,1 2 0,-6 5 0,-2 3 0,0 1 500,0 4 1,-5 7-242,2 2 1,-5 9 0,-1 2-1,2 11 69,4 9 0,-3 0 0,7 10 0,-1 3-157,0 4 0,2 9 0,6-1 0,-1 11-388,1 10 0,-1 9 0,1 11 0,-1 3-157,1-3 0,-1 6 0,1 0 0,-2-2 32,-4-8 1,-4-3 0,-7-12 0,-2-9 30,-3-4 1,-5-12 0,-8-5 0,-2-8 305,-2-7 1,-8-5 0,3-6-1,-4-8 109,-3-6 0,-4-14 0,-3-12 1,1-10 57,0-10 0,3-14 1,11-10-1,10-3 79,8-3 0,6-3 1,6-3-1,9 1-91,15 3 1,12 7 0,-14 35 0,3 1 0,2-2-1,1 1-215,2-2 0,1 1 1,-1 2-1,0 1 0,3 0 1,0 2-1,-1 1 1,1 2-162,1 1 0,2 1 1,2-2-1,2 0 1,-1 2-1,0 1 0,-3 1 1,-1-1-293,29-20 1,-9 1-1,-11 9 1,-2 4-756,-2 6 1,-13 5 1206,2 8 0,-3-1 0,3 1 0</inkml:trace>
  <inkml:trace contextRef="#ctx0" brushRef="#br0">14602 5573 7687,'-26'-9'-131,"-3"-4"0,5 5 0,0-1 153,0-4 0,0 4 0,4-2 0,-4 0 194,-2 2 0,4-6 0,-4 6 0,3-2-63,2 0 1,-3 7 0,1-1-1,-3 3-48,-4 2 1,-1 7-1,-4 6 1,-1 7-33,-3 8 1,-1 5 0,3 4-1,-2 3-109,2 2 0,3 1 0,0 3 0,3-2-18,4 2 1,1 1 0,6 3 0,-2 0 74,1-1 0,3 8 0,0 4 0,-2 1-6,-3-1 1,7 1 0,7-5-1,1 2-3,5 4 0,3-6 1,7 0-1,10-2-17,8 0 1,7 0 0,2-5 0,3-3-17,2-3 0,9-5 0,3-11 0,15-8-32,15-7 1,7-6 0,-40-7 0,0-2-1,-1-1 1,-1-1 47,2-3 1,0-3 0,5-1 0,1-3 0,2-4 0,0-1-1,0-1 1,0-1-15,-4 0 1,-1 0 0,-1 2-1,-1 0 1,-4-3 0,0-1-1,1 0 1,0-1 21,2-2 0,-1-2 0,-5 1 0,-3-3 0,-2 0 0,-2-2 0,22-27-91,-11 2 1,-6-3 0,-10 3 0,-8 0-43,-11 0 1,-8-11 0,-6 0 0,-8-4 135,-11-1 0,-13 1 0,-6 6 1,-1 0 163,-4-1 1,-5-4-1,-8 1 1,-9 6 28,-6 7 1,3 9-1,-5 9 1,3 12 107,3 7 0,7 10 0,1 9 0,-6 10-347,-7 13 1,-1 9 0,3 8-1,5 5-812,9 3 0,4 9 852,0-1 0,7 2 0,-3-2 0,3 5 0,4 5 0</inkml:trace>
  <inkml:trace contextRef="#ctx0" brushRef="#br0">16024 1505 7903,'-15'-17'144,"2"3"411,2 3 1,6-2 0,-4 5 173,1-1 1,3 4-370,5-6 0,0 5 1,-2-3-64,-4 2 1,3 1-1,-8 8-332,-2 3 0,-2 5 1,-1 8-1,-3 4-111,-3 6 1,-5 10-1,-12 8 1,-5 6-12,-4 3 1,-3 9 0,-1-2 0,3 3-20,6-6 0,7-14 0,6-8 0,6-6-510,8-3 620,10-15 0,1 2 125,10-15 0,-1 0 0,7 0 119,2 0 0,2 0 0,1-2 0,2-2-57,4-1 0,10-3 0,8 5 1,2-5 107,4-1 0,2-2 0,2-6 0,1 1-392,4-1 1,-5 3 0,1 1 0,-7 4-432,-3 1 0,-1 3 0,-5 5 0,-2 0-233,-7 0 1,-13 7 0,-8 4 826,-3 4 0,-53-6 0,-14-2 0</inkml:trace>
  <inkml:trace contextRef="#ctx0" brushRef="#br0">15991 1869 7933,'-15'-19'-33,"2"-1"0,4-2 299,2 2 0,-4 1 272,5 3 0,-1 7 0,3 5-91,-1 8 0,-1 7 0,6 13 0,0 7-184,0 6 0,0 9 0,0-2 0,2 5-483,3 6 0,-3-3 1,6 3-1,-3-4-625,1-1 1,8 0 0,1-3 844,5-3 0,24-10 0,0-11 0</inkml:trace>
  <inkml:trace contextRef="#ctx0" brushRef="#br0">16652 1637 7893,'-9'-7'41,"-4"-2"0,6-6 0,-1 2 1195,1 2-580,2 7 1,5 1 0,0 14-311,0 11 1,0 14 0,0 10 0,0 6-258,0 3 0,1 7 0,3-1 0,3 3 7,3 3 1,1-9 0,5-3 0,1-5-1090,-1-6 0,1-9 1,-1-11 992,1-6 0,-30-93 0,3 20 0,0 0 0</inkml:trace>
  <inkml:trace contextRef="#ctx0" brushRef="#br0">16570 1654 7908,'-2'-17'83,"-2"1"0,-1-1 293,1 0 0,9 6 0,6 0 0,6-1-14,5-3 0,9 0 0,8 2 0,-1 4-230,3 2 1,-4 1 0,5 6 0,-4 2-158,-6 4 1,-7 3 0,-10 7 0,-2 3-129,-2 3 1,-7-4 0,1 4 0,-5-3-26,-5-3 1,-5 6-1,-6 2 1,-1 0 90,1 0 0,-6 5 0,-2-3 0,-2 1-122,-3 1 1,-2-2 0,-1 1 0,7-5 208,8-3 0,23-54 0,12-13 0</inkml:trace>
  <inkml:trace contextRef="#ctx0" brushRef="#br0">17479 1240 8334,'0'-11'1644,"0"0"-1277,0 0 1,-5 4 0,-1 7-1,2 9-125,3 6 0,-5 10 1,-1 8-1,-1 12-179,1 8 0,-6 8 1,0 12-1,-5 12-75,7-37 1,0 1 0,-4 4 0,0 0 0,2 5-1,-1 0 1,-1-1 0,-1 0-37,-1-2 1,1 0 0,0 1 0,0-1 0,1-6 0,1-1 0,-12 38-211,2-10 1,8-23 0,7-9-2500,1-7 2757,3-11 0,27-76 0,5-25 0</inkml:trace>
  <inkml:trace contextRef="#ctx0" brushRef="#br0">17595 1753 8192,'-15'4'901,"4"7"1,4 7 0,9 15 0,1 2-536,3 4 1,5-3 0,-4 10-1,2 4-343,4 3 0,0 2 0,-2-3 1,-5 1-250,-5 2 0,-1 6 0,0-8 0,-1-5-71,-5-8 0,2-12 0,-5-6 0,0-6 196,0-5 0,5-5 1,-1-12-1,3-7 33,2-7 1,2-7-1,1-10 1,5-3 80,1-3 1,7 1-1,6-4 1,-1 4 25,-3 1 1,-1 3-1,-1 5 1,1 2 181,-1 3 0,1-1 1,-1 8-35,1 7 0,-6 4 0,0 10-189,2 0 1,-4 0 0,0 2-1,-2 4-73,-3 5 1,3-2-1,-1 2 1,-1 2-248,3 2 1,-6-4 0,3 0-1,-3 2-2120,-2 1 2442,0-5 0,-7-23 0,-3-14 0</inkml:trace>
  <inkml:trace contextRef="#ctx0" brushRef="#br0">17777 1753 7850,'0'-17'183,"0"1"0,-2 1 1631,-4 4-1260,5-4 0,-7 15 0,6 2 1,-3 13-365,-6 11 1,-6 12 0,-5 8 0,-5 7-125,-5 8 1,1 3 0,2 3 0,1-1-144,-1 0 0,5-6 0,2 1 0,5-2-152,6-6 1,4-5 0,7-17-1,0-3-67,0-6 0,0-9 0,2-4 217,3-2 0,6-1 0,10-6 77,1 0 1,7-2 0,-1-4 0,5-3-8,5 0 0,6-8 0,10 3 0,3-6-266,1-1 1,-3 1 0,4 0 0,-4-2-351,-7 2 1,-13 3 0,-13 4-163,-4 2 0,-10 8 787,-8-3 0,-15 4 0,-33-42 0,-12-11 0</inkml:trace>
  <inkml:trace contextRef="#ctx0" brushRef="#br0">17892 2001 7833,'-16'-9'707,"-1"1"-296,1 8 0,5 10 0,2 6 0,1 10 70,5 5 0,8 9 0,6 6 0,4 8-595,1 6 1,8-1 0,4 2-1,1-1-2590,-1-1 2704,3 6 0,9-14 0,12 6 0</inkml:trace>
  <inkml:trace contextRef="#ctx0" brushRef="#br0">18389 1852 8006,'-11'7'305,"-1"4"1,9 10-1,-1 4 1,6 5 507,3 5 1,8 9 0,-2 2 0,4 5-832,2 4 0,-1 2 1,-1-5-1,-2-1-510,-2-3 0,-8-11 0,3-4-3,-4-9 1,-2-17 428,0-13 0,2-5 0,1-18 1,3-6 60,-3-7 0,1-6 0,0 0 0,3 2 258,2 2 0,-3 8 1,5-3-1,0 6 528,-2 5 1,6 1 0,-4 10-398,4 8 0,1 13 0,-1 10 0,-2 10-167,-2 9 0,-2 10 0,4-3 0,-2 2-199,2 4 0,-4-5 1,0-3-1,0-3-196,0-2 1,1-7 0,1-4 0,-4-5-646,0-6 500,-5 3 1,13-14 0,-6 0-155,0-9 1,6-11 0,-6-4 512,0-2 0,13-45 0,-3-18 0</inkml:trace>
  <inkml:trace contextRef="#ctx0" brushRef="#br0">18934 2051 8761,'-9'-8'2305,"-6"-1"-2240,4-8 1,6 8-1,3 6 572,6 6 0,9 14 0,-2 10 0,3 5-252,3 1 1,-1 0-1,-1 2 1,-2 1-512,-2 3 0,-2 0 0,4-6 1,-4-2-318,-2-4 0,1-3 357,-3-7 0,-3-10 0,4-9 0,-4-12-75,-2-12 0,0-7 0,0-6 0,0-5 21,0-4 1,0-1 0,0-1 0,1 2 140,5 4 0,-2 2 0,7 5 0,1-1-103,3 1 0,2 4 0,-1 4 0,1 3-670,-1 2 0,6-4 772,0 6 0,22-14 0,1 1 0</inkml:trace>
  <inkml:trace contextRef="#ctx0" brushRef="#br0">16983 5573 7796,'-17'-17'119,"1"1"1,-1 5-1,1 2 1,-1-1 103,1 1 1,-3 5-1,-1-1 1,-4 3-82,-1 2 1,2 0-1,-4 0 1,-2 2-143,-3 3 1,-3 5 0,-1 8 0,-3 2-6,2 2 1,4 2 0,4-2 0,1 6 2,-1 3 0,5-3 0,0-1 0,2 4 29,0 6 0,-2 0 1,2 5-1,-4 0 37,1 1 1,-5 6 0,6 6 0,0 0 23,1 2 0,1-12 0,7 0 0,4-6-29,5-6 1,4 4 0,4-10 0,6 3 26,8-3 1,8 5 0,11-5 0,4 6-46,5 6 0,5-4 0,5 2 0,2-6-85,3-4 0,13-12 0,12 0 0,-37-11 0,0-1-75,1-3 1,0-2 0,-1-1 0,1-3 0,3-4 0,-1-2 0,2-2 0,1-1-10,2-3 0,0-1 0,-2-4 1,-1-2-1,-2-3 0,-3-1 0,-3 0 1,-1-1 64,-3-1 0,-1 0 1,-1-1-1,1 0 1,1-1-1,-1-1 0,-2 1 1,-2-2-56,-4 0 0,-2-1 1,21-38-1,-12-3 1,-12 5 47,-11 4 0,-8 17 0,-10 7 0,-7 7 100,-6 4 0,-19-2 0,-4-2 1,-8-1 36,-9 1 1,-8 2 0,-8 4-1,1 2 70,-3 1 0,14 13 0,-3 1 0,3 4 76,-7 7 0,-6 3 0,-8 7 0,6 10-200,9 8 0,1 8 0,10 6 0,2 5-300,1 4 0,10-6 0,4-3 0,5-6-1240,5-6 1527,-3-3 0,20-29 0,-4-6 0</inkml:trace>
  <inkml:trace contextRef="#ctx0" brushRef="#br0">15445 8401 7803,'-2'-10'-118,"-1"3"-127,-3 0 1,1 3 601,5-7 1,-2 5 223,-4-5 1,4 6-76,-3-6 0,3 5 398,2-5-348,0 8 1,2-5-272,3 8 1,-3 2-1,4 4 1,-4 5-57,-2 3 1,0 10-1,0 4 1,0 5-101,0 5 1,0 7-1,-2 10 1,-2 7-138,-2 8 0,1 7 0,5 10 0,-2-1-261,-3-5 1,3-8-1,-4-10 1,6-5-96,6-1 0,-3-11 0,7-11 1,-1-7-81,0-4 0,-3-8 0,5-7 1,1-1-283,3-5 0,-4-1 0,0-5 726,2-8 0,-4-44 0,-3-19 0,2-11 0,0-1 0</inkml:trace>
  <inkml:trace contextRef="#ctx0" brushRef="#br0">15825 8483 7803,'0'-16'-79,"0"5"1,0 0 468,0-2 61,0 5 0,8 1-326,3 7 1,-4 7-1,0 4 29,1 4 0,-6 2 0,3-1 0,-3 3 62,-2 3 1,2 3 0,2 10 0,1 4-59,-1 5 1,-2 11 0,-4 6 0,-2 5-141,-1 6 0,-3-3 0,4 7 0,-1-3-192,1-3 0,2-9 0,2-8 0,0-9-190,0-11 1,0-7-404,0-10 1,0-8 766,0-8 0,-36-52 0,-10-19 0</inkml:trace>
  <inkml:trace contextRef="#ctx0" brushRef="#br0">15296 9095 7635,'-16'0'1435,"5"0"-1185,0 0 1,7 7 0,-2 4 0,6 6-56,6 5 0,-2 6 0,7 10 0,2 6-83,1 4 1,3 2-1,-1-1 1,1 3-159,-1 3 0,3-11 0,1 0 0,2-9 22,-2-8 1,-1-3 0,-3-7 0,1-2-38,-1-4 1,1-2 0,-1-6 36,1 3 1,-6 0 154,0-6 0,-6 0 0,6 0-46,2 0 1,-4-8-1,2-3 1,4-4-51,5-1 1,1-8-1,4-4 1,1-3-19,0-2 0,1-5 1,6-1-1,0 0-154,1-1 1,-1 5 0,2-4 0,3 5-33,6 0 1,4 1 0,3 0 0,3 2-59,1 4 0,-6-5 1,-6 7-1,-5-1-44,-6 4 0,-7 3 0,-8 3 0,1-2-165,4-5 1,-11 11 435,0-5 0,-22 19 0,-7 0 0</inkml:trace>
  <inkml:trace contextRef="#ctx0" brushRef="#br0">15065 9062 7803,'-15'-11'1,"2"2"1042,2 1 205,0-4-912,-5 10 1,8-6-1,8 8-98,9 0 0,6 10 0,3 6 0,5 12-86,4 8 1,6 8 0,4 12-1,3 4-253,3 5 0,-7-1 1,3-2-1,-4-3-79,-2-2 1,0-4-1,-2-9 1,-3-7 48,-6-7 0,-4-1 0,-1-7 1,-1-2 83,1-1 1,-1-10-1,1-2 1,-1-1 36,1-1 1,-6 1 0,0-6 48,2 0 1,-4 0-23,2 0-28,-7 0 0,3-2 1,-7-4-1,0-5-4,0-3 0,6-5 0,-1-1 0,1-4-35,1-2 0,0 6 0,6-4 0,-2 2-64,2 0 1,2-7 0,1 3 0,1-1-25,-1-1 1,1 0-1,1-6 1,4-5 56,6-5 0,3-4 0,2-2 0,2 1 36,4-1 0,-3 6 0,9 0 0,-1 2-109,-2 5 1,4 0 0,-8 15-1,-3 0-498,-5-2 1,-6 11 651,-8-3 0,8 3 0,2-3 0</inkml:trace>
  <inkml:trace contextRef="#ctx0" brushRef="#br0">14122 10980 7607,'-16'0'-404,"-1"0"1293,1 0 0,5-5-478,-1-1 0,11 1 0,1 5-153,9 0 0,6-6 0,3 1 0,4 1-132,6 2 0,8 2 0,5 0 0,3 0-209,7 0 1,3-5-1,12-3 1,7-1-289,6-4 0,4-1 0,0-3 0,-3 0 93,-2 1 0,1-1 0,-10 3 1,-4 3-63,-8 5 0,-13 6 0,-6 7 0,-6 8 61,-10 5 1,-8 4-1,-14-3 1,0 1 14,0-2 0,-2-4 264,-3-5 0,-4-3 0,-37-23 0,-7-3 0</inkml:trace>
  <inkml:trace contextRef="#ctx0" brushRef="#br0">14221 11013 7758,'-22'0'200,"0"0"-338,2 0 1,7 2 220,2 4 1,9 1 0,2 4 0,11-5 120,10-5 0,4 5 0,8-1 1,2-1-43,4-2 1,3-4 0,10-2 0,3-3-108,5-2 1,5-2 0,3-6 0,1 1-24,3-1 0,-2 3 1,-8 1-1,-3 3-279,-2 3 0,-2 2 0,-5 5 1,-4 1-154,-8 5 0,-3-2 0,-16 7-49,-5 2 1,-3 1 111,0 3 1,-5-8 336,-12-4 0,5-3 0,-36-16 0,0-5 0</inkml:trace>
  <inkml:trace contextRef="#ctx0" brushRef="#br0">20555 3390 7739,'0'-17'-26,"0"6"1,0 0 95,0-1 1,0 2 0,0-1 383,0-2 1,0-1 0,0-3 0,0 1 9,0-1 1,0 6 0,0 0-1,0-2-174,0-1 1,-2-3 0,-2 0 0,-1 1-48,1-1 1,0 6-1,1 0 1,-5 0-57,-1 2 0,-2-4 0,-7 8 0,-4 1-69,-6 2 1,-3 4-1,-2 4 1,-2 6 14,-4 9 1,3 4 0,-7 10 0,3 4-15,3 5 1,4 6 0,4 3-1,3 6-23,2 5 0,-3 4 1,5 11-1,3-4-118,6-1 1,0 5 0,8 0 0,1 2-98,2-4 0,10-7 0,5-23 0,7-4-244,7-10 0,10-9 0,2-13 0,-3-8-43,-1-6 1,6-8 0,5-13 0,7-9-94,8-10 1,3-6-1,2-8 1,-3-9 75,-8-10 0,-28 37 1,-1-1-1,11-37 0,-6 6 177,-7 3 0,-8 1 0,-3 1 1,-4 0 303,-1 0 1,-3 13 0,-3 5 0,2 6 312,1 5 1,1 4 0,-4 3 0,3 5 209,6 1 0,-2 2 0,2 5 1,0 1-69,-1-1 0,3 6 1,-6 2-254,2 2 1,0 3 0,2 11 0,-5 8 37,-4 5 1,-2 15 0,-2 2 0,-2 7-51,-1 7 1,-8 12 0,2 1 0,-4 8-212,-2 3 1,6 2 0,0 6 0,-1-2-480,-3-4 1,6-3 0,3-10 0,4-7-406,2-13 0,2-13 1,2-22-1,3-11-112,2-12 0,1-17 0,1-14 0,-4-4 564,0-6 0,-5 1 1,4-6-1,-5-3 383,-1-1 0,0 3 0,0 1 0,0-1 218,0 2 0,0-9 0,0 10 0,0 4 399,0 6 0,0 17 1,2 0-1,2 5 107,1 6 1,8 9 0,-2 6 0,4 3-493,2 2 0,-1 7 1,3 6-1,1 7-52,2 8 1,0 5 0,-4 5-1,2 6-14,2 4 1,1 7 0,-9 2 0,-1 2-238,-2 4 1,0 5 0,4 0 0,-4-6-540,-6-3 0,3-11 0,-3-10 1,-1-5-718,-2-5 1,-2-14 0,-2-14 1338,-4-9 0,-54-57 0,19 26 0,1-1 0</inkml:trace>
  <inkml:trace contextRef="#ctx0" brushRef="#br0">20935 3704 7772,'-33'-5'0,"2"-3"1879,3-1-1364,-3 5 0,22-3 0,3 7 0,16 0-395,10 0 0,5-5 0,10-3 0,4-1-60,5-4 0,9-7 0,2-4 0,-1-2-1023,-3-3 0,-1-4 0,1-6 0,1-5 395,-3-4 0,-5 1 0,-16 1 0,-6 3 568,-4 3 0,-8 3 0,-5 10 0,-3 5 166,-2 3 0,-7 8 0,-4 2 1161,-4 2 1,-2 1-472,1 6 0,1 8 0,4 3 0,6 5-347,3 6 1,2 11-1,0 13 1,0 7-246,0 8 0,5 9 1,3 3-1,-1 1-410,0-1 0,6 3 1,-2-10-1,2-11-712,-2-13 0,4-12 1,-4-19-1,2-9-194,-2-12 1,2-10 0,-8-18 0,-1-7 635,-2-2 1,-10-8-1,-1-2 1,-2-2 390,0-4 1,0-1 0,-6-4 0,1 0 341,-1 2 1,6 5 0,2 17-1,2 6 4039,3 3-3703,2 9 0,10 17 1,4 14-1,7 10-308,3 7 0,5 6 0,-3 10 0,0 6-257,0 4 1,4 7-1,-6 0 1,-2-1-159,-2-3 0,-1-1 1,-2-3-1,-3-4-298,-1-10 0,-5-9 0,5-15-457,2-9 0,0-8 0,0-10 0,-2-6 478,1-9 0,3-2 0,2-11 0,-1-3 204,1-5 1,-1-1 0,1 4-1,1-2 420,4-3 1,-3 3 0,3 7 0,-4 6 204,-1 5 1,-1 0 0,1 13 0,-1 4-34,1 5 1,-3 7-1,-1 12 1,-4 7-95,-1 7 1,5 13 0,-4 11-1,2 4-159,0 1 1,-2 8-1,4 4 1,-2 3-452,2 2 0,-4-5 0,2-2 0,0-4-425,-2-7 1,6-4 0,-6-15 0,2-10-582,0-8 0,-5-13 1261,5-9 0,-8-41 0,5-10 0</inkml:trace>
  <inkml:trace contextRef="#ctx0" brushRef="#br0">22374 2861 7804,'0'-11'1546,"-2"0"835,-4-2-1826,5-2 0,1 13 0,11 10 0,3 12-300,3 13 1,1 9-1,2 13 1,4 6-333,2 3 0,0 17 0,3 7 1,-15-40-1,0 2 0,0 2 0,1 0 0,0 2 1,0-1-1,-1 2 0,1 0 1,-2-4-1,0-1-332,11 40 0,-2-5 0,-8-19 0,-1-7 0,-2-6 0,-2-7 0,2-7-284,-5-12 1,-4-18 0,-2-14-375,0-15 0,-8-12 1067,-3-6 0,1-9 0,-2-7 0,-1-8 0,1 1 0</inkml:trace>
  <inkml:trace contextRef="#ctx0" brushRef="#br0">22473 2977 7998,'0'-34'210,"0"1"1,2 0-1,3 0-118,6 0 1,11 6-1,8 1 1,5 0 431,3 0 1,8 8 0,-3 2-1,-1 8-200,-4 6 1,-3 10 0,-3 5 0,-5 7 71,-5 7 0,-3 5 0,-5 1 0,-3 0 43,-5 0 1,-4 5-1,-2 1 1,-2 0-103,-4 1 1,-8-5-1,-10 5 1,-2 1-272,-3 3 0,-5-2 0,-4 2 1,-6 2-1002,-4 2 0,-7 0 0,0-4 0,3-7-3599,6-8 4534,6-5 0,-8-52 0,-3-10 0</inkml:trace>
  <inkml:trace contextRef="#ctx0" brushRef="#br0">20158 4977 7772,'7'-11'1700,"6"-1"0,13-7-1625,18-7 1,31-7-1,-21 14 1,3-2-1,5-3 1,2-2-83,6-2 1,2-2-1,7-3 1,3-1-1,-23 10 1,1 0-1,0-1 1,0-1-1,0 0 1,0-1-122,2 0 1,0 0-1,-1 0 1,-2-1 0,0-1-1,0 2 1,2 1-1,0 2 1,0 0 0,0 0-1,0-1 1,-1 1 166,0-1 0,0 1 1,0-1-1,4-2 1,-1-2-1,0 1 0,-4 1 1,-1 0-1,-1 0 1,27-14-1,-1 1-274,-3 0 1,-2 1-1,1 4 1,-1 2 0,-2-1-1,-2 0 1,-4 3-1,-2 1 134,-8 2 1,-2-1 0,-4 0-1,-2 0 1,-8 3 0,-3 2-1,32-15-347,-16 14 0,-22 6 0,-22 19 448,-17 8 0,-7 1 0,-16 7 0,-1 5 0</inkml:trace>
  <inkml:trace contextRef="#ctx0" brushRef="#br0">20687 5027 8560,'42'-7'0,"12"-4"248,15-4 1,22-11 0,-37 10 0,2-3 0,2-3 0,1-2-2,4-1 1,1-3 0,3-4 0,0 0 0,6 0 0,-1 0 0,0-4 0,-2 0-226,-1-1 0,0-1 0,-1-3 0,1-1 0,5-1 0,-1 0 0,2 1 1,-1 1 79,4 1 0,-1 1 1,-7 4-1,-1 0 0,6-2 1,-1 1-1,-3 0 0,0 0-108,1 0 0,-1 0 1,-4 1-1,0 0 0,1 4 1,-2 2-1,-6 1 0,-2 1-3,-4 0 1,-2 2 0,-4 3 0,0 2 0,1 0 0,-1 1-1,35-16-274,-15 2 1,-22 8 0,-13 3-1,-4 5-1405,-3 6 1,-2-2 1687,-8 8 0,-6-8 0,-3 4 0</inkml:trace>
  <inkml:trace contextRef="#ctx0" brushRef="#br0">25499 8119 7999,'-11'-7'-481,"0"-4"822,7 4 0,4-3 0,12 7-54,2-3 1,10 1 0,6 3 0,6-2 29,8-1 1,6-6-1,5 3 1,8 1-210,6 0 1,1-1 0,9 5 0,8-5-96,-39 4 0,1-1 1,0 0-1,-1-1 1,3-1-1,-1-1 1,-2 2-1,-2 0-33,44-5 1,-39 5 0,1-1 0,-1-3 0,-1-1 0,1 0 0,-1 0-17,-2 1 0,-2 0 0,33-10 0,-8 0 0,-3-2-51,-1 2 0,-10 8 0,-8 5 0,-10 2-297,-10-1 1,-5 1 42,-7 5 1,-8 1 0,-6 5-659,-6 5 0,-6 4 999,-8 1 0,-51 23 0,-13 5 0</inkml:trace>
  <inkml:trace contextRef="#ctx0" brushRef="#br0">25598 8334 7936,'-33'0'0,"2"0"-330,4 0 516,10 0 1,17 0-1,13 0 1,7 0-5,8 0 0,7 0 1,7 0-1,9 0 47,6 0 1,4 0 0,5-1 0,2-5-91,4-5 0,12-4 1,-36 6-1,2 0 1,2-2-1,0 0-124,3-2 1,-1-2-1,-2-1 1,0-1-1,4-1 1,1-1-1,0 0 1,1 0-92,2 0 0,0 1 1,-4 3-1,-2 1 1,-6 1-1,-2 0 1,34-9-179,-4 7 1,-8 1 0,3 8-1,-6 2-251,-10 3 0,-2 2 0,-14 3 505,-2 2 0,-8 5 0,-2-6 0,1 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09086" units="cm"/>
      <inkml:brushProperty name="height" value="0.09086" units="cm"/>
      <inkml:brushProperty name="color" value="#FF0000"/>
    </inkml:brush>
    <inkml:brush xml:id="br1">
      <inkml:brushProperty name="width" value="0.12114" units="cm"/>
      <inkml:brushProperty name="height" value="0.12114" units="cm"/>
      <inkml:brushProperty name="color" value="#FF0000"/>
    </inkml:brush>
  </inkml:definitions>
  <inkml:trace contextRef="#ctx0" brushRef="#br0">6548 9161 9813,'17'0'12,"1"-2"0,3-1 4,1-3 1,7 1 0,-1 3 0,5-2-29,5-1 1,-3-6 0,6 3 0,-3 1 5,1 0 0,7-4 0,-4 3 0,2 1-2,0-1 1,-2 3-1,4 5 1,-2 0-52,2 0 1,-5 0 0,-4 0-1,-6 0-12,-4 0 0,1 0 0,3 0 0,-1 0 61,-3 0 0,-5 0 0,6 0 0,-1 0-2,-1 0 0,5 0 0,-5 0 0,1 0-6,1 0 1,-2 5-1,3 1 1,-1-2 2,1-2 1,-3-2 0,0 0 0,-1 0-5,1 0 0,0 0 0,3 0 1,-1 0 42,1 0 0,2 0 0,2 0 0,0 0-5,1 0 1,-1 0 0,2 0 0,1 0-9,3 0 0,-2 0 0,-8 0 0,-1 0 1,1 0 1,2 0 0,0 0-1,-1 0 70,-3 0 0,1-6 0,7 0 0,2 3-84,1 1 0,1 2 0,-4 0 0,1 0-81,3 0 1,5 0 0,-7 2 0,-4 1 14,-4 3 1,-1 0 0,5-6 0,0 0 81,0 0 0,6 0 0,1 0 0,1 0 58,-1 0 1,4 0 0,-5 0 0,-3 0-59,-1 0 1,-7 0-1,-1 0 1,1 0-24,-2 0 1,3 0 0,-5 0-1,2 0 4,3 0 1,2 0 0,2 0 0,1 0 31,-1 0 0,5 0 0,1 0 1,-2 0 0,-3 0 0,-1 0 0,1 0 0,-1 1-61,0 5 1,5-4-1,1 5 1,-1-1-106,3-1 1,1 2 0,8-3 0,-2 2 87,-4-3 0,2-1 0,-8-2 1,-3 0 79,-6 0 1,1 0 0,-6 0 0,0 0 69,0 0 0,3 0 0,-1 0 0,1 0-18,3 0 0,5 0 1,-6 0-1,6 0-60,4 0 1,-1 0-1,-5 0 1,0 0-48,0 0 1,-5 0 0,-1 0 0,3 0 18,1 0 1,2 0 0,-2-2 0,1-1 2,1-3 1,-4 1 0,10 5 0,-4 0 41,-2 0 0,-2-2 0,-2-2 0,-1-1-23,1 1 0,-5 2 0,-2 2 0,-2 0 5,2 0 1,-3 0-1,5 0 1,-2 0-9,0 0 1,5 0 0,-1 0-1,2 0-17,1 0 0,12 0 0,-8 0 0,1 0 15,1 0 1,4 0 0,-2 0 0,-4 0 56,-4 0 0,-3-5 1,3-1-1,-1 2-65,1 3 1,3 1-1,1 0 1,0 0-2,0 0 0,7 0 1,2 0-1,3 0-9,-1 0 0,-8 0 1,5 0-1,-4 0-31,-4 0 1,3 0 0,-10 0 0,2 0 76,-1 0 1,1 0 0,5 0-1,2 0 6,3 0 1,-3 0-1,6 0 1,-3 0-38,1 0 0,-1-2 1,-5-2-1,-1-2 15,-5 3 1,3 1 0,-6 2-1,-1 0-36,1 0 1,-2 0 0,-5 0 0,-1 0 48,1 0 1,0 0 0,-1-2 169,1-3 1,-6 3-149,0-4 0,-6 4-248,6 2 1,-5 0-597,5 0 1,-6 2 785,6 4 0,-22-19 0,0 2 0</inkml:trace>
  <inkml:trace contextRef="#ctx0" brushRef="#br0">17562 10534 7859,'-11'-26'90,"0"4"0,7 4 0,-3 3 636,-1 4 1,5 7 0,-7 13-341,3 8 0,-4 12 1,4 4-1,-1 10-249,1 4 0,-6 12 1,2 6-1,-4 6-59,-1 5 0,-1 3 0,1 7 0,-1 6 5,9-43 1,0-1 0,-9 40-1,9-41 1,0 0 0,-9 38-384,1-8 1,6-13-1,7-16 1,6-15 299,8-15 0,34-75 0,-19 16 0,1 0 0</inkml:trace>
  <inkml:trace contextRef="#ctx0" brushRef="#br0">17446 10864 7859,'-6'-33'485,"1"2"0,1 4 2212,2 5-1960,2 11 1,8 3-1,3 8-589,3 0 0,-2 9 0,-1 6 0,1 7-87,3 4 0,-4 9 0,0 9 0,2 5-280,2 7 0,-1-3 0,-1 7 0,-2 3-378,2 1 0,-4-1 1,2-3-1,0-1-168,-1-7 1,-3-12 0,-7-3 0,0-8 296,0-7 1,-7-11 0,-4-5 0,-4-4 467,-2-2 0,-7-8 0,-1-3 0,-3-3 0,1-3 0,5 0 0,-6 1 0,0-1 4,3 1 0,-5 1 0,8 2 1,2 4 1137,2 2 1,8-1-776,5 3 1,7 3 0,7-3 0,9 1-276,6-2 1,4 3 0,7-8 0,3-2-292,6-2 0,6-1 1,3-1-1,6 0-230,5 1 1,-1-8 0,7-4 0,-6-3 294,-3-2 1,-12 0-1,-3 0 1,-13 2 309,-7 3 1,-6-1 112,-9 7 1,-11 9 0,-13 15 160,-7 12 0,2 5 1,-4 8-1,2 3 26,-3 1 0,5 4 1,-4 4-1,2 5 20,-2 3 1,3 1-1,-3-2 1,4-2-229,1 2 1,8 0 0,4-4 0,3-9-144,2-9 1,7-7-1,6-6 1,7-7-879,8-8 1,3-15-1,2-14 1,0-11-274,0-9 0,-1-4 0,-5-5 0,-5 1 661,-3-2 1,-10-1 0,-4 0-1,-5 1 592,-5 3 1,-4 6 0,-8-1 0,-1 4 497,-4 1 0,5 10 0,-1 7 0,5 9 3231,0 6-3429,6 8 1,-1 12-1,8 15 1,0 10-353,0 10 1,8 7 0,3 9 0,3 4-288,3 2 1,1 2 0,2 5 0,4-2-790,2-3 0,2 0 0,5-10 0,2-5-209,3-4 0,-3-12 0,2-14 1,-8-9 525,-7-5 0,-3-15 0,-5-5 0,-3-6 306,-5-5 0,-4-4 1,-2-4-1,0-2 241,0 3 1,0 1-1,0 2 1,0 0 452,0-1 0,-2 9 0,-2 3 0,-1 3 3010,1 3-2887,-5 7 1,7 10 0,-3 14 0,3 7-217,2 4 0,7 3 0,4 8 1,4 4-396,1 1 1,1-5 0,-1 1-1,3-1-264,3 1 1,4-10 0,7-2-1,0-12-25,0-8 1,-6-12 0,-1-6 0,-4-9 144,-7-6 1,-1-10-1,-8-3 1,-2-3 276,-3-3 1,-2 4 0,-5 0 0,-5 3 856,-4 8 0,-1-2 0,-1 9 0,1 2 178,-1 6 1,1 10 0,-1 1-1301,1 3 1,6 4 0,5 3-965,3 6 0,4 4 0,3 1 1168,6 1 0,34-1 0,8 1 0</inkml:trace>
  <inkml:trace contextRef="#ctx0" brushRef="#br0">19067 11228 9657,'0'9'5786,"1"-1"-6517,5-8 731,-4 0 0,34 0 0,1 0 0</inkml:trace>
  <inkml:trace contextRef="#ctx0" brushRef="#br0">20307 10435 7845,'-26'-24'0,"6"-2"451,7 0 0,-2 2 1,6 11 235,0 8 0,2 10 1,7 21-1,0 9-323,0 5 0,7 5 1,4 4-1,2 1-431,-2-1 0,9 3 0,-3 1 0,3 2-457,4-1 0,-4-9 1,6-4-1,-3-4 524,-2-6 0,-3-46 0,-1-7 0</inkml:trace>
  <inkml:trace contextRef="#ctx0" brushRef="#br0">20224 10451 7979,'-16'-31'0,"1"1"195,4 3 1,3 5 0,10-6-1,4-1 422,5-2 1,7 3 0,8 0 0,11-1-237,9-2 0,9 5 0,13 4 1,0 6-345,-4 5 0,-9 3 0,-2 10 0,-5 5-335,-4 10 0,-14 7 0,-3 11 0,-8 1-44,-8 3 0,-4 7 0,-7-2 0,-2 4-48,-3 1 1,-5-1 0,-8-4 0,-2-3 155,-2-1 0,-2-5 0,4 2 1,-2-6-173,1-3 0,3-14 1,2 3 405,-1-2 0,8-8 0,16-59 0,12-21 0</inkml:trace>
  <inkml:trace contextRef="#ctx0" brushRef="#br0">21101 10368 7864,'11'-27'854,"-2"1"409,-2 2-1116,-1 2 0,-6 20 0,0 8 1,0 7-72,0 3 1,0 8-1,0 2 1,-2 1-18,-4 1 0,4 0 0,-5 5 0,2-2-38,-1-4 0,-5 5 0,5-7 0,3 1 16,1-4 1,-4 2-1,1-2-243,1-2 1,8-7 0,3-4 0,2-3-353,4-8 1,2-7 0,2-11 0,-1-4 310,1-2 1,-3-7 0,-3-4 0,-3 4 745,-1 4 0,-5 8 0,3-1 1944,-3 4-1779,-2 9 0,0 9 1,0 11-1,2 4-587,4 1 1,-3 6 0,8-2 0,2-3-658,2-4 0,1-8 0,1 4 0,1-3-2894,4-8 3474,-3-5 0,4-34 0,0-16 0,-1-1 0,0-1 0</inkml:trace>
  <inkml:trace contextRef="#ctx0" brushRef="#br0">21530 9955 7864,'-16'-6'1478,"-1"1"1,8 1-1040,4 10 0,10 8 0,6 10 0,4 4-46,1 7 1,1 5-1,1 10 1,3-1-582,1 1 1,0 5 0,-6-2 0,1-5-855,-1-7 0,-5-14 0,-1-5 1042,-3-3 0,-31-62 0,-13-14 0</inkml:trace>
  <inkml:trace contextRef="#ctx0" brushRef="#br0">21514 10203 7839,'-18'0'1075,"-4"0"1,9 0-699,-4 0 0,13 0 1,4 0-1,11 0-274,10 0 0,6-6 0,12-1 0,5 0-81,4-1 0,1-4 1,-1 1-1,-2-4-508,-2-2 0,0 1 1,4-1-1,-2 1-280,-2-1 1,-9 1 0,0-1 468,-6 1 1,-14 5 450,1 0 0,-17 14 0,-7 3 0,-8 8 403,-6 8 1,-2-1 0,4 6 0,-2 3 339,1 1 0,-3 2 0,2-2 0,4-1-564,5-3 1,0-1 0,8 1 0,1-5-591,2-3 1,10-8 0,4-2 0,7-3-449,3-8 0,9-13 0,0-13 0,4-3-61,-3-2 0,-1 0 1,-9 0-1,-2 0 867,-2 0 1,-8 7-1,-5 4 2730,-3 4-1952,-2 9 0,0 9 1,-2 11-1,-2 5-485,-1 6 0,-1-4 1,8 6-1,2-2-1015,1 0 0,8 1 0,-4-7 0,2 1-138,1-1 0,-1-7 1,7-5-1,2-8-264,2-7 1,0-9 0,-3-4 0,1-2 978,2-3 0,0-4 0,-4-4 1,2-1-114,3 1 1,-1 2 0,-6 0-1,2-2 207,5-1 0,-5-1 0,4 6 0,-4 0 579,-1 0 0,5 0 1,0 2-1,-2 3 184,-1 6 1,3-2 0,0 2 0,-2 2-300,-2 2 0,-1 3 0,-1 4-536,1 5 0,-8 6 1,-3 6-1,-6 7 69,-6 7 0,-1 6 0,-6 5 0,2-2-40,-2-1 1,4-2 0,0 3 0,1-3-159,5-2 1,-5-2 0,3-6-455,1 1 1,2-6 0,4-2 4,4-2 1,-3-1-1,8-6 471,2 0 0,-4 0 0,2 0 1,2 0 133,2 0 0,9-2 0,3-2 1,5-1 119,1 1 1,2 0 0,3 1 0,4-5 32,1-1 0,3 5 0,-8-1 1,-3 3-121,-6 2 1,-10 0 0,-10 2 45,-2 3 1,-1 5 0,-6 6-1,-2 3 504,-3 3 0,-3-4 0,-5 4 0,2-2-352,-2 2 1,-7-3 0,-4 5-1,-3-2-292,-8 0 0,0 5 0,-7-5 1,1 0-91,5 2 1,-3-5 0,4 1 0,6-6-352,3-2 1,9-9-1,8 1 1,2-10 496,3-10 0,8-30 0,5-13 0,0-8 0,0 0 0</inkml:trace>
  <inkml:trace contextRef="#ctx0" brushRef="#br0">23085 9343 7839,'-17'-16'262,"1"-1"0,-6 8 0,0 3 0,0 6-183,-2 6 0,4 5 1,-8 11-1,-1 5 437,-3 5 1,1 8-1,4 4 1,3 4-256,0 2 0,5-1 0,-4 1 0,2-1-247,5 1 0,3-10 1,13-6-1,2-11-173,3-4 1,6-10 0,11-3 0,6-5-112,3-1 0,2 0 1,2 0-1,4 0 143,5 0 0,4-1 1,3-3-1,4-2 131,6 3 0,1 1 1,-1 2-1,-6 0 278,-4 0 0,-8 2 0,-7 3 0,-8 8 34,-11 7 1,-8 0-1,-11 8 1,-5 1-71,-10 3 1,-7 6 0,-9 1 0,0-1-341,0 3 1,0-6-1,-2 3 1,-2-5-467,-1-5 0,-1-6 1,6-11 559,0-5 0,2-38 0,-1-15 0,-2-4 0,-1 0 0</inkml:trace>
  <inkml:trace contextRef="#ctx0" brushRef="#br0">23531 10054 7836,'-16'0'675,"-1"0"1,8-2 198,4-3 0,10-6 0,6-11 0,4-8-627,1-6 0,8-7 0,2-8 0,0-4-703,-4-6 1,-6-1 0,-5-1 0,-5 4 101,-4 2 1,-2 2 0,-2 9 0,-6 8 263,-8 10 1,-1 10 0,-5 9 0,2 9 199,-2 9 1,4 9 0,-4 8 0,3 9 255,3 5 1,5 4 0,2 8 0,1 3-79,5 6 1,3 3-1,5 2 1,6-2-437,4-3 1,10-6 0,9-11 0,8-7-125,6-8 1,1-12 0,-1-13-1,-4-10-1,-5-10 1,-1-8-1,-5-9 1,-7-2-133,-6-4 0,-3-3 1,-3-6-1,-1 2 655,-2 2 0,-7 13 0,2 0 951,-5 5 0,-2 15-689,-5 16 1,4 6-1,-3 19 1,3 3-242,2 4 1,0 1 0,2-7 0,1-1-483,3-3 1,5-1-1,-4 2 1,2-8-486,4-7 1,-4 0-1,3-8 1,-1-3-114,-2-6 0,0-10 1,-5-10-1,1-4 481,-1-7 0,-2-3 1,-4-7-1,-2 5 538,-1 0 1,-6 10 0,3-3 0,1 4 1026,0 3 1,-5 8 38,7 7 0,1 7-1133,10-2 0,3 5 1,9 2-1,4 3-370,6 2 1,3-1 0,2-5-1,0 0-342,0 0 1,-1 0-1,-5 0 1,-5-2-76,-3-3 1,-8 3 526,0-4 412,-8 5 0,5 10 1,-10 5-1,-2 9 169,-1 2 0,-3 5 0,5 6 0,-5 3-212,-1-2 1,5-2-1,-1-4 1,3-4-253,2-4 1,2-7-1,3-5-417,7-5 1,2-14 0,3-10 0,-1-12-200,1-6 0,-1-8 0,1 3 0,-1 1 577,1-1 0,-1 3 1,-1 7-1,-4 3 2179,-5 6-1619,-4 4 0,-4 12 0,-2 10 0,-1 12 40,1 8 1,-3-2 0,1 6 0,2 1-435,2 2 0,2-3 1,0-1-1,2 1-642,4-2 1,3-4 0,8-9 0,-1-4-468,1-2 0,5-3 1,2-10-1,1-5-288,5-3 1,-6-8 1269,-2 0 0,-11-52 0,-4-7 0</inkml:trace>
  <inkml:trace contextRef="#ctx0" brushRef="#br0">24887 9575 7834,'0'-11'599,"0"0"183,0-2 0,-1-2-105,-5-2 1,2 8 0,-7 4-125,-2 3 0,1 4 0,-1 5 1,2 10-169,-2 8 1,0 7-1,0 1 1,4 2-364,2 3 0,1-5 1,8 2-1,3-7-121,6-4 0,10-4 0,4-11 0,5-11-536,5-13 1,9-16-1,0-15 1,4-7-261,1-8 1,-6-3 0,-5-4 0,-5-4 619,-5-5 0,-12 2 1,-10-2-1,-4 0 333,-2 1 1,-6-1-1,-1 13 1,-2 10 240,-4 12 1,-2 17-1,-2 8 1,-1 10 285,-4 5 1,4 11 0,-4 8-1,3 8-7,3 6 0,-1 10 1,3 3-1,2 6-363,7 5 0,-2 5 0,1 12 0,4 3-290,6 1 1,7-3 0,11-9 0,7-5-370,8-9 1,5-10 0,8-14 0,0-11-60,-1-13 1,-1-12-1,-4-12 1,-5-7-81,-4-8 0,-15 2 0,-5-3 0,-4 3 444,-2 2 1,-6-6 0,3 1 0,-4 1 494,-2 2 1,0 2-1,0 2 282,0 3 0,-2 11 0,-2 16 178,-1 10 0,-8 9 0,4 17 0,-2 4-353,0 5 1,5-2 0,-3 2-1,2 0-360,3-1 1,2-9 0,4-8 0,3-4-306,6-7 1,6 0-1,5-12 1,6-6-147,3-12 0,4-9 1,1-11-1,3-2-741,-2-1 0,-4-3 1,-6 5-1,-4-3 651,-5 2 1,-9 8 0,-3 3 754,-5 2 0,-2 4 0,-5 9 316,-5 5 0,-2 6 1,0 6-1,2 7 90,-2 7 1,6-2-1,2 6 1,3-2-601,2 0 1,0 0 0,2-5-1,3-2-476,6-4 1,4 2-1,3-8 1,2-3-375,2-6 0,0 1 0,-5-10 0,0-4 220,-1-3 0,-1-9 0,-2 1 0,-4-1 649,-2 1 0,1-1 0,-5 7 0,3 1 63,-3 3 0,1 2 1,0-1 123,1 0 0,8 8 0,-2 4-154,4 3 1,1 2 0,1 0 0,-1 0-219,1 0 1,-6 2 0,-2 3 0,-1 6 228,-5 4 0,-1 2 0,-2 1 0,0 4 170,0 5 0,-5-1 0,-1 2 0,1 1-134,-3 2 0,6 1 0,-3-3 0,5-3-368,5-2 0,1-4 0,9-9 0,5-6-418,4-3 0,9-9 0,5-6 0,-1-9 108,-2-11 1,2-6 0,-4-7 0,-7 4 218,-6 2 0,-6-4 0,-3 5 0,-5 2 308,-4 2 1,-4 4-1,-4 5 1,-5 8 1167,-3 5 1,3 10 0,0-3-474,-2 4 1,0 10 0,2 3-1,5 3-521,5 3 0,1 5 0,1 0 0,5 0-374,5 2 1,4-6 0,3 4 0,2-5-566,2-6 1,10 2 0,1-8 0,11-1-1178,9-2 1871,13-10 0,-9-14 0,6-9 0,5-5 0,1 0 0</inkml:trace>
  <inkml:trace contextRef="#ctx0" brushRef="#br0">24871 9194 8229,'16'-16'720,"1"-1"0,-1 1 0,5-1 0,6 1-830,12-1 0,16-7 1,11-2-1,9-1-711,6-1 0,-5-3 821,-5-2 0,-10-11 0,-4 9 0</inkml:trace>
  <inkml:trace contextRef="#ctx0" brushRef="#br0">22754 9889 7803,'-24'0'186,"6"-8"0,-4-1 1,5-2 650,6 0 1,4 6-529,7-6 1,15 5 0,9-5 0,12-4-296,14-5 0,18-5 0,-25 8 0,2 0 0,6 0 0,1 0-14,0-1 0,8-3 0,4-2 0,12-4 0,4-2 0,0 0 0,6-5 0,0 1 0,1 0 0,-1 0 0</inkml:trace>
  <inkml:trace contextRef="#ctx0" brushRef="#br0">21646 12485 7755,'-18'0'38,"-4"0"1,2 0 0,-6 0 0,0 0 218,0 0 1,-1-5-1,-8-3 1,-4-1 78,-5-4 1,-4-2 0,1-1 0,1-1-113,2 1 1,-8-1 0,-8 1 0,-7-1-127,-4 1 0,5 6 0,-2 5 0,7 3-4,4 2 1,11 2-1,11 2 0,8 3 82,3 2 1,11-5-292,13 1 0,7-10 0,12-6 0,3-6-214,5-5 1,6-2-1,4-5 1,4 1-7,1-1 0,9-2 1,10-2-1,1 1 88,-1 5 1,1-3 0,-6 8 0,-7 4 14,-8 5 0,-7 10 1,-17 12 270,-8 7 1,-12 19 0,-10 4 0,-6 7 416,-3 3 0,-7 8 0,1 6 0,-3 5-182,-2 3 1,2 7 0,3-7 0,4-1-31,0-2 0,8-9 0,-1-6 0,10-9 59,5-11 1,4-9 0,4-11 0,6-4-205,9-1 0,6-10 0,10-11 0,1-7-314,-1-8 0,4-9 0,-3-5 0,1-4-219,1-5 0,2-10 0,8 0 0,0-1 434,-1 1 0,-10 0 0,1-8 0,4-2 0,-1 0 0</inkml:trace>
  <inkml:trace contextRef="#ctx0" brushRef="#br0">22721 11460 7729,'-26'-19'215,"4"-3"0,-2 9 0,2-3 1,2 3 227,2 4 0,1 2 0,3 8 0,1 5 10,2 5 1,1 11-1,-2 7 1,2 8-164,3 7 0,2 11 1,5 8-1,-2 7-215,-4 7 1,4 11 0,-3 4 0,5 2-235,2-48 1,1 1 0,1 45 0,5-2-1,0-14-655,1-20 0,1-21 0,5-20 0,1-15-1554,-1-15 2368,-7-16 0,-6-40 0,-6-18 0,0 24 0,0-1 0,0 1 0</inkml:trace>
  <inkml:trace contextRef="#ctx0" brushRef="#br0">22539 11790 7768,'-11'-55'260,"0"0"1,7 2 0,-1 7 0,3 4 288,2 1 0,0 3 0,0 7 0,2 3-221,3 6 1,5 11 0,8 4 0,4 1-162,6 1 1,3 5-1,4 9 1,2 5-2,1 10 1,6 8-1,-3 6 1,-1 6-271,0 4 0,6 9 0,-3 4 1,-1 3-431,-3 2 1,-6 0-1,-6 0 1,-7-1-35,-7-5 1,0 1 0,-9-13-1,-8-12 96,-11-10 1,-8-13 0,-12-4 0,-4-1 220,-5-5 0,-4-8 0,0-6 0,4-4 412,6-2 0,-3 3 0,3 1 0,3 2 662,5-2 0,6 6 0,8-1 200,-1 1 1,10 3-1,7-5-727,9 2 1,13-4 0,6 3 0,5-1-342,6-4 0,10-9 0,14-5 1,6-6-258,9-6 1,-38 15 0,0-2 0,1-3 0,-1-2 0,-1-1-1,-2-1-527,29-33 0,-9-5 0,-15-1 0,-11 2 400,-12 2 1,-10 2 0,-9 0 0,0 2 458,0 3 0,-2 6 1,-4 11-1,-5 5 495,-3 4 0,-1 4 0,2 3 0,2 8 295,-2 7 1,4 6 0,-2 9-191,-2 3 0,6 6 0,1 13 1,4 9-306,2 10 0,0 12 1,0 5-1,2 7-153,4 4 0,3 10 1,9 9-1,3 0-421,1 0 1,9-2-1,2-9 1,9-7-381,6-11 1,2-17 0,-3-13 0,-3-13-685,-5-10 0,-6-16 1313,-5-8 0,3-60 0,-18 28 0,0-1 0</inkml:trace>
  <inkml:trace contextRef="#ctx0" brushRef="#br0">24193 11526 7768,'0'-17'95,"0"1"1,0-1 676,0 1 1,-8-1-269,-3 1 1,-3 7-1,-3 5 1,-1 8-186,-4 7 1,3 11-1,-4 5 1,1 6-178,-1 6 1,-4 3 0,5 8-1,2-1-164,1 1 0,8-8 0,2-3 1,2-6-240,3-6 0,10-10 1,6-13-1,9-10-105,6-10 1,10-10 0,2-11 0,-3-3 94,-1-3 1,-4 7 0,-1-3 0,-4 6 494,-3 5 0,-1 1 0,-5 8 158,0 5 0,-3 10 0,-3 6 0,-3 11-71,-1 7 1,0 9 0,6 1 0,-2 5-220,2 3 0,4 3 0,3-3 0,4 6-220,1 4 1,3 7 0,5 0 0,0-1-268,0-3 1,-2-3-1,-3-2 1,-6-4 56,-4-1 0,-10-3 0,-8-7 0,-11-3 279,-9-6 1,-6-11 0,-9-5 0,-2-5 263,-1-1 1,-1-7 0,6-4 0,0-6 137,0-5 0,7 2 1,4-7-1,5-3 139,6-1 0,-1-8 0,6-1 0,4-2-627,6-4 1,5-4 0,9-5-1,3-6-139,1-3 1,9 0 0,0 3 0,6 8 154,0 7 0,-4 6 1,-6 10-1,-5 8 82,-3 11 1,-3 7 0,1 6 204,-1 4 0,-6 5 0,-5 9 0,-3 4 174,-2 2 1,0-1 0,2 3 0,1-6-233,3-4 1,1-3 0,-1-4 0,5-5-225,3-5 0,3-2 0,0-7 0,-1-8-67,1-10 1,-1-7 0,-1-4 0,-4-3 24,-6-3 1,-3 7 0,-4-3 0,-3 8 479,-6 9 1,-11 2 0,-6 14 0,-3 4-62,-2 6 1,0 5 0,0 8 0,2-1-501,3 1 0,4 5 1,9 0-1,4-2-711,6-2 958,3-8 0,46-18 0,11-10 0</inkml:trace>
  <inkml:trace contextRef="#ctx0" brushRef="#br0">24904 11245 7756,'-6'-8'834,"1"8"1,-1 15 0,6 13 0,0 5-770,0 5 0,8-1 0,1 7 0,2 0 31,0-1 1,-6 1-1,5-9 1,-1-8-136,0-7 0,-3-1 0,5-16 47,1-4 0,-4-14 0,-3-15 0,-3-4 200,-2-5 1,0-5 0,0 3 0,0 1 141,0 0 0,0 1 1,0 6-1,0 0-88,0 0 1,6 0 0,3 0 0,4 1-586,5 5 1,4-3 0,-2 8 0,2 4-1433,-1 5 1,2 4 1754,0 3 0,13 19 0,-1-2 0</inkml:trace>
  <inkml:trace contextRef="#ctx0" brushRef="#br0">25284 10831 7751,'-16'10'2298,"-1"-3"-2466,1-7 1,8-2 653,8-3 1,8 3 0,8-4 0,1 4-1006,-1 2 0,1 2 0,-1 4 519,1 5 0,-15 70 0,-3-32 0,0 1 0</inkml:trace>
  <inkml:trace contextRef="#ctx0" brushRef="#br0">25367 11212 7751,'-15'16'163,"4"1"99,6-1 0,3 1 0,2-1-338,0 1 0,2-2 0,3-4-11,6-6 1,4-3 0,1-2 0,1-2-143,0-3 0,5-6 1,0-10 228,-2-1 0,0-39 0,0-17 0,2-4 0,0 0 0</inkml:trace>
  <inkml:trace contextRef="#ctx0" brushRef="#br0">25714 10534 7751,'-16'-15'275,"-1"4"283,1 5 0,5 5 0,1 2 0,3 7-53,3 8 1,1 10-1,-1 13 1,-2 7-104,3 7 1,3 13-1,7 9 1,8 1-318,5-5 0,15-12 0,0-9 1,5-12-561,6-8 1,-3-16 0,-1-17 0,-2-17-19,-3-17 0,-2-11 0,-2-7 0,-2-8 125,-3-6 1,-4 1 0,-8-4-1,-1 4 315,-4 2 0,2 2 0,-8 1 0,-1 6 165,-2 6 0,-8 1 0,-1 17 340,-2 7 0,0 15 0,-4 11 0,3 13 437,3 13 1,-4 9 0,4 16-1,-1 4-623,1 6 0,0 9 1,3 1-1,-1-1-331,1-2 0,2 4 0,4-2 0,3-6-202,6-7 1,4-22 0,2-11 0,-1-11-118,1-6 1,-3-11 0,-1-12 0,-2-12-61,2-9 0,2 1 1,1-8-1,1-2 236,-1-2 1,-5 6 0,-1 5 0,-1 6 887,0 3 0,-3 10-391,5 1 1,-8 10 0,5 12 0,-3 6-50,1 4 0,1 3 0,-3 3 0,3 3-6,2 1 0,2-5 0,6 1 0,-1-8-567,1-8 0,-1-3 0,3-2 0,3-4-277,5-7 1,-3-2 0,0-14 0,-2-1 280,0 3 1,-2-5-1,-7 8 1,-4 2 237,-1 1 1,-3 8 423,-5 0 1,0 10 0,0 1 469,0 9 1,0 5-1,0 3-379,0 0 1,0-6 0,2-2-397,4-2 0,3-1 0,7-6 0,1 0-109,-1 0 0,1-6 0,1-1 0,3-4-213,1-8 0,0 3 0,-6-6 0,1 3 42,-1 3 1,1-1 0,-1 1 472,1-1 1,-6 3 376,0 3 1,-6 3-367,6 8 0,0 0 0,4-2 0,-2-1-123,-2-3 1,2-1-1,7 1 0,2-5-156,-2-3 1,6-3 0,2 1 0,3-3 10,2-3 1,-7 4 0,-4-3 0,-4 7 379,-1 3 0,-1 7-210,1-1 1,-8 10 0,-2 4-1,1 0 0,-5 4 1,8-7-202,2-2 1,2-3 0,1-1-1,1-1-137,0-5 0,-1-3 0,-1-10 0,-2-3-131,-2-5 1,0 1 0,3-1 0,-1-3 266,-2-1 0,-5 0 1,3 3-1,0 6 144,0 4 0,-3 3 255,5 4 1,-2 5-1,2 12 1,-4 5 67,1 4 0,-5 3 0,7 2 1,-1 4-227,0 2 1,0-4-1,4 6 1,-2-1-190,2-1 1,0 5 0,0-5 0,-4 1-10,-2 1 0,4-2 0,-5 1 0,-3-5-250,-1-3 0,-9-3 1,-4 1-1,-6-3-836,-5-3 0,-3 2 1111,-9-7 0,-57-8 0,37-3 0,1 1 0</inkml:trace>
  <inkml:trace contextRef="#ctx0" brushRef="#br0">25483 10782 7747,'-15'-8'0,"4"-3"529,5-3 1,8-3-1,11 1 1,17-1-320,15 1 1,22-8 0,15-4-1,-37 12 1,0-1-211,-1 0 0,4-5 0,11-10 0,8-9 0,0-1 0,4-5 0,-1-1 0,0 1 0</inkml:trace>
  <inkml:trace contextRef="#ctx0" brushRef="#br0">16785 5870 8156,'-50'17'-360,"0"0"1,-1-1 0,-2 2 0,-3 3 407,3 1 1,2 2 0,3-4 0,2 2 120,2-2 1,2 0-1,-4 0 1,3 4-90,3 2 0,9 2 0,9 7 0,3 1-60,3 3 1,5 7 0,2-4-1,1 0-33,5-3 0,10 0 0,9-5 0,14-2 6,12-1 1,4-9 0,17-6 0,3-8-4,4-6 0,3-2 1,-1-2-1,7-4 14,7-5 1,4-3 0,-42 6 0,0-1 0,-1 0-1,1 0 4,3-2 0,-1 0 0,1-1 0,-1 0 1,4-3-1,1-1 0,-2 0 0,0 0-20,-1 0 0,-1-3 0,2-2 0,-1-2 0,0 1 0,1 0 0,-1-1 1,0-2 0,-3 1 0,-2-1 0,-6-2 0,-3-1 0,26-29 0,-11-2-58,-7-4 0,-22 6 1,-4 2-1,-8 6-5,-9 5 0,-3-4 0,-7 4 0,-12-4 38,-12-2 1,-4 6 0,-11 2-1,-7 2 196,-11 3 1,-17 11-1,-11 8 1,0 7-32,4 3 1,4 5-1,1 10 1,0 11-261,0 14 0,1 10 0,42-16 0,1 3 0,1 1 1,2 3-388,2 1 0,2 1 518,-23 26 0,2 5 0,7-11 0,0 6 0,2 3 0</inkml:trace>
  <inkml:trace contextRef="#ctx0" brushRef="#br0">16735 7574 8334,'-11'-6'-97,"2"-1"1,1-2 34,5-4 0,1 4 0,4-1 1,3 1 69,6 0 0,9 5 0,4-3 0,2 2-53,3-1 1,3 0 0,3 5 0,1-3 21,3-2 1,7 1-1,0 7 1,7 1-93,8 3 1,5 7 0,4-4-1,1 2 61,-1 0 0,2-5 0,5 3 0,11-2 49,-41-4 1,2-2 0,3-3-1,0-2 1,2-1 0,-1-1-1,3-1 1,0-2-54,6-2 0,-1 0 0,-3 1 0,0 1 0,3-2 0,1 0 0,-4 2 1,0 2 138,0 1 1,1 1 0,2-2 0,0 1 0,1 2 0,1 2 0,-5 0 0,-1 1-22,-3-1 0,-1 2 1,4 0-1,0 0 1,1 0-1,0 2 0,0 0 1,1 1-98,0 2 0,0 1 0,0 1 0,-1-1 1,2 0-1,0-1 0,1-2 0,1 0-65,0-2 0,1-1 1,-2 1-1,1-2 1,2 1-1,1 0 1,-2 0-1,0 0-33,-3 0 1,-2 0 0,-2 1 0,-2-2 0,-4 1 0,-1-1 134,1-2 0,0 0 0,2 0 0,0-1 0,-1-2 0,-1 1 0,42-1 0,-9 4 0</inkml:trace>
  <inkml:trace contextRef="#ctx0" brushRef="#br0">28244 5507 8187,'0'-17'6,"0"1"0,-5 5 1,-1 0-1,1-1 353,-3 3 0,7-5 78,-5 3 1,-3 3 70,-2 3 0,2 3 0,-2 2-173,-2 0 0,4 9 0,-2 8 1,-2 8-87,-2 7 1,4 8-1,0 4 1,-2 6-106,-2 5 1,6-4 0,4 4-1,3-3-353,2-3 0,0-4 0,2-5 0,3-5-172,6-9 0,4-14 0,3-6 0,4-4 50,6-2 1,5-15-1,4-7 1,3-9 115,2-8 1,-5-5-1,2-9 1,-6-2 242,-6 1 0,-5 3 0,-11 3 0,-5 0 106,-4-1 1,-10 10 0,-4-5 0,-9 9 170,-6 8 1,1 3 0,-1 7 0,-3 3-40,-1 3 0,0 3 1,1 8-1,3 0-164,-3 0 0,5 8 1,-1 3-1,2 5-176,4 6 1,0 4-1,-1 7 1,1 0-372,5 0 1,1 6 0,8-1 0,3-1-604,1-2 0,4-4 1048,3-3 0,41-19 0,16-11 0</inkml:trace>
  <inkml:trace contextRef="#ctx0" brushRef="#br0">28525 5606 9592,'0'16'297,"0"1"0,8 9 0,3 7 0,3 9-198,3 6 1,-6 16 0,0 8 0,0 7-253,-2 3 0,4-1 0,-7-5 0,-3-10-38,-1-9 1,-2-15 0,-2-11 0,-1-11-248,-3-7 1,-5-11 229,6-2 0,-1-9 0,6-13 0,0-8-203,0-6 1,-5-8 0,-1-10-1,1-1 315,-3 2 0,5-6 1,-9 0-1,1 1 294,2 2 0,-5 10 0,4 4 0,-1 0 87,0 0 1,8 12-1,-3 3 1,6 8 79,6 8 1,3-3-1,9 4 1,2-1 57,2 0 0,8 2 1,-4-4-1,3 2-141,4-2 0,-9 6 1,7 2-1,-5 3-255,-6 2 0,-3 7 0,-6 4 0,-8 6-31,-6 5 1,-6 3 0,-10 9 0,-1 0-83,-2 5 1,-6-4 0,6 4-1,2-5-323,2 0 1,1-1 0,1-4-1,1-5-1298,4-8 1707,4-10 0,43-87 0,-13 26 0,0 0 0</inkml:trace>
  <inkml:trace contextRef="#ctx0" brushRef="#br0">29071 5275 8187,'-7'-24'144,"3"11"0,-5-3 0,0 3 3177,0 4-2809,5 1 1,-2 16-1,10 3 1,3 4-490,3 1 1,-1 8-1,4 2 1,-2 1-567,1 1 0,-2-1 0,-1 5 1,0-3 542,0-1 0,-5 43 0,3 17 0</inkml:trace>
  <inkml:trace contextRef="#ctx0" brushRef="#br0">29088 5308 7921,'-17'0'455,"1"0"1,1 2-19,4 4 1,9 3-1,9 9 1,1 6-141,-1 9 0,4 9 0,-4 12 0,1 3-214,-1 1 1,4 3-1,-5 3 1,-3-1-228,-1-3 0,4-8 0,-1-3 0,-1-10-710,-2-10 1,0-5-1491,3-7 2344,-3-8 0,5-75 0,-7-26 0</inkml:trace>
  <inkml:trace contextRef="#ctx0" brushRef="#br0">28889 5689 8169,'-26'-17'-366,"3"6"815,6 0 0,10 7 0,7-1-180,9 3 0,7 2 0,6 2 0,6 1-422,3 3 1,4 1 0,2-3-1,3 1-330,3-1 0,1-4 0,3-4 483,-2-1 0,2-26 0,5-10 0,1 0 0,0 0 0</inkml:trace>
  <inkml:trace contextRef="#ctx0" brushRef="#br0">29501 5259 8382,'-16'-6'374,"-1"1"0,10-6-847,7 5 1,9 2 0,11 8 472,2 2 0,7 14 0,-3-2 0</inkml:trace>
  <inkml:trace contextRef="#ctx0" brushRef="#br0">29551 5474 8169,'-17'25'340,"1"1"0,1-6 1,4 4-44,5 2 0,5 1 1,1 5-1,1-3-402,5-1 1,3-3 104,8 3 0,21-4 0,6-8 0</inkml:trace>
  <inkml:trace contextRef="#ctx0" brushRef="#br0">29699 5540 8113,'-16'0'788,"1"2"-33,4 3 0,-2 4 0,8 8 1,1 1-790,2 4 1,10 4 0,1 7-1,2-2-966,0-3 1,-2 3 0,4-5 73,-2-1 0,0-10 725,6-15 1,-8-7 0,-4-12 0,-3-3 565,-2-5 0,0 1 1,0-1-1,0-3 164,0-1 0,2 3 1,2 3-1,1-1-11,-1 0 0,3 6 0,0-2 0,3 5-118,3 6 1,-4-1 0,2 6 0,2 4-134,1 6 1,-3 11-1,-1 8 1,-1 3-201,0 4 1,-5 4-1,1 1 1,-3-3-333,-2-1 1,0-5 0,0-1-437,0-1 0,0-7 1,0-10 300,0-5 0,5-2 0,3-15 0,-1-5 262,0-4 0,6 2 0,-2-6 1,2 1 637,-2 1 1,2-3 0,-6 7 576,3 2 0,1 3-694,5 6 1,-5 11-1,-2 11 1,1 4-387,-1 1 1,-6 6 0,5 0-1,-3-1-939,1-3 1,5-2 0,-4 1-2766,2 0 3707,2-8 0,-1-51 0,-3-27 0,1-4 0,0-1 0</inkml:trace>
  <inkml:trace contextRef="#ctx0" brushRef="#br0">30229 5176 8113,'-10'-7'2148,"1"5"-1152,4-4 1,5 4 0,-2 4-1264,6 4 0,7 3 0,-6 7 0,1 3 267,1 3 0,-5 40 0,5 17 0</inkml:trace>
  <inkml:trace contextRef="#ctx0" brushRef="#br0">30278 5424 8113,'-7'16'237,"0"1"0,-4 0 0,5-1 346,4 1 0,2 1 0,0 4 1,0 6-864,0 3 1,2-4-1,4-1 280,5-2 0,40-17 0,11-8 0</inkml:trace>
  <inkml:trace contextRef="#ctx0" brushRef="#br0">30758 5457 8113,'-17'-7'124,"8"-3"1,4-6 0,3-2 308,2-4 1,0 3 0,0-3 0,2 2-116,3-2 0,2 3 0,4-3-81,-5 4 1,-4 11-198,-2 7 1,-8 7 0,-3 10-1,-5 1-202,-6 4 1,2 4 0,-8 7 0,1 0 137,1 0 1,2-7 0,9-2 0,2-2 7,2 0 0,8-6 0,-1-5 1,8 0-50,7-2 0,5-1 0,4-8 0,4 2 151,2 3 1,2-3 0,3 3 0,-2-3 171,-1-2 1,-8 2 0,2 2 0,-4 3-139,-1 2 0,-8 2 0,-3 8-50,-5 3 1,-2-4 0,-5 6 0,-7-2-144,-7 0 1,0 2 0,-6-4-1,2 2-171,4-1 1,2-9 0,1-2-18,1-3 0,6-3 1,9-12 10,10-8 1,9-10 0,17-13 0,4-5-23,5-3 1,3-3 0,5-2 0,3-1 104,6-2 0,1-4 0,-3 8 0,-11 5 474,-13 4 1,-10 12 0,-12 14 414,-7 8 1,-10 8-1,-16 6-147,-2 5 1,-2 5-1,4 6 1,-4 6-146,-2 3 0,-1 8 0,-5 1 1,3 1-342,1-1 0,8 1 0,-2-7 0,4 1-365,1-3 0,10-5 0,7-1-443,9-10 0,11-8 0,4-14 0,2-7 105,3-7 1,2-6-1,3-7 1,-3 0 489,-4 0 0,-3 6 0,-7 1 0,-3 2 793,-3 4 1,2 1-274,-7 3 0,1 7 0,-3 5-671,1 8 1,3 5-1,-5 7 1,5 1-831,1 0 1105,2-1 0,35-21 0,7-6 0</inkml:trace>
  <inkml:trace contextRef="#ctx0" brushRef="#br0">31485 5556 8113,'-31'20'0,"5"-1"763,10-4 1,1-3-1,12 3-177,4-4 1,9-4 0,12-10 0,7-6-404,8-8 0,0-18 1,7-2-1,0-5-237,-2-2 0,-3 2 0,-10-4 0,-3 2-369,-2-2 1,-10-2-1,-8-2 1,-4-1 116,-2-4 1,-8 2-1,-3-6 1,-3 2 370,-3 4 1,0 3 0,1 8 0,-1 9 283,1 9 0,-1 13 0,1 5 1,-1 6 108,1 6 1,5 10 0,0 14 0,0 8-93,1 12 0,-2 7 0,6 11 0,2 3-388,3 7 1,2-5 0,5-3 0,5-8-447,4-6 0,7-7 0,2-5 0,-1-7-89,1-8 1,4-10 0,-6-10 0,-2-2 88,-1-3 0,-5-10 0,-1-5 0,-4-5 167,-1-6 0,3-4 0,-4-5 1,0 1 258,1 3 1,-3 5 0,-5-4-1,2 2 529,4 4 1,-5 2 0,5 1 622,-4 1 0,-2 8-719,0 8 0,0 13 0,0 11 1,0 0-382,0 0 0,0 3 0,2-3 1,3 0-449,6 0 0,6-4 0,5-7 0,3-4-83,1-1 1,5-5-1,-3-8 1,3-6 248,2-4 1,-7-2 0,-4 1 0,-4-2 332,-1-4 1,-1 3 0,-1-3 561,-4 4-124,-3 9 0,-8 3 0,0 12-185,0 5 1,1 3-1,3 3 1,3-1-393,3 1 1,-5-6 0,6-2 0,2-2-73,2-3 0,1-4 1,1-5 40,-1-6 0,-5-4 1,-1-2-1,-3 1 22,-3-1 1,-3-1 0,-2-2 0,-5-2 120,-5 1 1,-4 3 0,-3 2-1,-2 1 236,-2 4 0,-6 3 0,4 8 0,0 0-133,0 0 0,2 2 1,6 2-1,1 3-114,4 2 1,4 3-123,7 4 0,13-7 0,5-3 0,4-4-90,2-2 0,5-2 0,-1-4 0,3-5 168,2-3 1,-5-3-1,-2 0 1,-1-1 259,1-4 0,-4 4 0,4-4 0,-2 5 62,-4 6 0,-2 4 0,-1 7 0,-1 0 17,1 0 1,-8 7 0,-2 6-1,-1 5-75,-1 4 0,6 6 0,-3-6 0,-1-2-441,0-1 0,6-3 0,-2-1 0,4-2-246,2-2 1,-1-8 0,1 3 0,-1-4 55,1-2 1,5-8-1,0-5 1,-2-5 196,-2-4 1,-1 0 0,-1 5 0,1 3 495,0 3 1,-6-2 420,0 7 1,-6 1-413,6 5 1,-5 2-1,5 1-896,2 3 1,1 5 0,3-4-2371,-1 2 2952,1-5 0,-45 11 0,-10-6 0</inkml:trace>
  <inkml:trace contextRef="#ctx0" brushRef="#br0">31469 5093 8729,'-26'-2'0,"4"-1"650,4-3 0,10 1 1,8 3-226,10-4 1,19 5 0,11-7 0,12 3-674,8-1 0,-3-5 0,0 6 248,0 1 0,9 2 0,10 2 0</inkml:trace>
  <inkml:trace contextRef="#ctx0" brushRef="#br0">32230 4911 8113,'-17'-7'-143,"0"-4"0,3 2 143,3-2 0,33 7 0,15-3 0</inkml:trace>
  <inkml:trace contextRef="#ctx0" brushRef="#br0">28410 7359 8130,'-17'-15'-52,"2"2"1,3 4 506,1 2 1,7-6-50,-2 2 1,6-2 0,6 0-1,5 2-259,4-2 0,1 6 1,1 1-1,1 4-111,4 2 0,-4 0 1,6 0-1,-2 2-49,0 4 0,0-3 1,-5 8-1,0 2-39,-1 2 0,1 2 0,-1-1 0,1 1-63,-1-1 1,-1 1-1,-2-3 1,-4-1-7,-2-2 1,-1 0 0,-6 6 0,0-1 104,0 1 1,0-1-1,-2 1 1,-4 1-11,-5 4 0,-3 4 0,-5 7 1,-1 0-41,-2 0 1,-5 2 0,3 2 0,0 2 50,0-3 1,-4-6 0,4-3 0,-1 1 47,-5-2 0,5-2 0,-1-8 1,2 1 138,4-1 0,1-5 0,5 0-85,3 2 1,5-6-1,12-1 35,5-4 0,3-2 0,5 0 0,1 0 58,2 0 0,7 0 0,1 0 0,5-2-136,3-4 0,1 3 0,-4-6 0,2-1-487,1 1 1,6 5 0,-5-3-1,-1 2-584,3-1 0,-4-1 1027,7 1 0,7-10 0,8-10 0</inkml:trace>
  <inkml:trace contextRef="#ctx0" brushRef="#br0">28724 6896 8080,'-2'-17'389,"-4"1"1,3-1 1011,-8 1-1263,7 6 0,-1 10 0,8 11-29,3 4 0,-1 2 0,-3 1 0,2 2 41,1 2 0,1 8 1,-6-5-1,0 3-193,0 0 0,0-1 0,0 6 0,0-2-53,0-3 0,0 1 0,0-7 0,0-1-478,0-3 468,0-1 1,0-10 0,0-7-44,0-9 0,0-12 0,0-2 1,0-3 39,0-4 1,0-6-1,2-1 1,1 4 135,3 3 0,5 3 0,-4-6 0,1 2 66,-1 3 1,6-1 0,-2 7-1,2 1-67,-2 3 0,3-2 1,-3 1-1,4 7 264,2 2 0,-6-1-51,0 6 1,-2 1-55,2 10 0,-4 3 0,-7 7-63,0 1 1,0 1 0,0 3 0,0 1-39,0-2 0,0 0 1,0 0-1,0 2 13,0-2 1,0 4 0,0-2-1,0-1-242,0-3 1,2-1-1,4-1 1,5 1-293,3-1 0,3-5 0,1-2 1,2-1-546,3-5 0,11-3 982,-1-5 0,3-24 0,2-10 0,1-6 0,1 0 0</inkml:trace>
  <inkml:trace contextRef="#ctx0" brushRef="#br0">29699 7623 8070,'-22'-14'272,"-1"1"0,0 2 3338,5-2-3159,-2 6-858,18-1 1,2 8-1,11 2 407,4 4 0,31-12 0,7 4 0</inkml:trace>
  <inkml:trace contextRef="#ctx0" brushRef="#br0">30113 7326 8076,'-6'-11'0,"-1"1"20,-2 3 1,5-6 1020,-1 2-829,3 4 1,2 1 0,2 12-95,3 5 0,-1 4 0,5 3 0,0 4-85,0 6 1,-3 8-1,3 3 1,0-1-5,0 3 1,-3-4 0,3 7 0,0 0-114,1-2 0,-7 2 0,3-9 0,-3-4-466,3 1 439,-4-16 1,5-3-1,-7-20 1,0-10 27,0-9 0,0-7 0,-2-3 0,-1-5 13,-3-1 0,-1 0 1,3-2-1,-1 5 131,1 4 0,2-4 0,2 1 0,0 1 100,0 2 0,0 8 0,0 1 0,0 2-66,0 4 1,7 1 0,3 3-1,1-1-26,0 1 1,0 1-1,5 2-29,1 2 1,-1 9 0,1 2 0,-1 10 27,1 4 1,-1 8 0,-1 2 0,-2 4-28,-2 7 0,0-2 1,6 5-1,-3-3-35,-3-2 0,2 0 0,-6 0 0,3 1-100,3-1 1,-4-8-1,2-3 1,2-5-296,1-6 1,5-4 0,1-7 0,2-2 388,-2-3 0,6-41 0,0-16 0</inkml:trace>
  <inkml:trace contextRef="#ctx0" brushRef="#br0">30394 6582 8096,'-15'-2'464,"4"-4"1,4 2-181,7-7 0,2 8 0,3-3 1,6 4-179,4 2 0,2 0 1,1 0-1,2 2-112,2 4 1,-5-3 0,-6 8-105,2 2 1,-6 2-1,-2 3 1,-3 3-85,-2 1 1,-7 0 0,-4-6-1,-4 3 31,-1 3 1,-1-4 0,1 4 0,-1-5 135,1-6 0,-1 3 0,2-3 54,4 4 1,0-6 50,11-3 0,-2-4 1,15-2-1,4 0 100,3 0 1,8 0 0,-5 0 0,1 0 101,0 0 0,0 0 0,-4 0 0,1 1 138,-7 5 1,1-2-349,-10 7 0,-6 0 0,-10 5 0,-6 1-516,-5-1 1,-2 6 0,-3 0 0,3 0-1395,0 2 1840,5-5 0,3-10 0,9-11 0</inkml:trace>
  <inkml:trace contextRef="#ctx0" brushRef="#br0">30824 6548 8096,'-17'-16'-680,"6"5"931,0 0 1,8 0 641,-3-6 1,6 3-554,6 3 0,3 5-368,7 12 1,-6 8 0,-5 10 0,-3 4-128,-2 7 1,-2 0 0,-2 9 0,-3 2-154,-2 1 0,-2 10 1,-6 2-1,-1 4 308,-4 3 0,0-12 0,-4 6 0,-4 9 0,0-1 0</inkml:trace>
  <inkml:trace contextRef="#ctx0" brushRef="#br0">31171 6482 8511,'-26'0'384,"4"0"0,-1 0 1,1 2-1,1 2-681,3 1 1,7 8 0,2-2 0,1 4 437,5 1 0,1 6 1,4 1-1,3-1-102,6 1 1,4-4 0,3 3 0,4-4-149,6-1 1,-2-8-1,1-3 1,3-5-18,1-1 1,-4-5 0,-1-3 0,0-1-122,0-4 0,-4-3 0,3-4 0,-1-2-273,-4 1 1,-7 3 519,-2 2 0,-51-45 0,-8-11 0</inkml:trace>
  <inkml:trace contextRef="#ctx0" brushRef="#br0">31304 6433 8096,'-17'0'238,"0"0"1,1 2 0,-1 3 127,1 6 0,1 4 0,2 3 1,4 4-153,2 6 1,-4 5 0,5 4 0,3 3-227,1 2 1,2 1 0,0 2 0,0 0-2078,0 0 2089,7-4 0,10 36 0,8 2 0</inkml:trace>
  <inkml:trace contextRef="#ctx0" brushRef="#br0">31485 6978 8096,'-23'0'0,"10"-5"0,-4-1 0,2 3 0,8 1 0,22 9 0,12 2 0</inkml:trace>
  <inkml:trace contextRef="#ctx0" brushRef="#br0">29683 8103 9970,'0'-7'374,"0"7"0,0 7 0,0 9 0,2 3-374,3 3 0,-1 11 0,5 11 0,0 6-58,1 5 0,1 5 1,5 12-1,1 5-55,-1 4 0,1 0 0,-1-2 0,1-6-7,-1-5 1,1-7-1,-1-19 1,-1-9-174,-4-9 0,4-2 0,-4-5 3,4-8 0,-4-5 0,-2-6 0,-2-4-30,-3-5 1,-2-5 0,-2-4 0,0-4 70,0-2 0,0-2 1,-2-5-1,-4 0 249,-5 0 0,-6-16 0,-3-8 0,-2-6 0,0 1 0</inkml:trace>
  <inkml:trace contextRef="#ctx0" brushRef="#br0">29948 8136 7904,'-10'-7'6,"-3"3"0,6-5 1070,-2 1-737,5 3 0,-3 12 0,7 4 0,0 4-120,0 1 1,5 8 0,3 4 0,1 5-175,4 6 0,-4-5 1,2 7-1,2-3-84,2 1-1,-1 5 1,-1-3 0,-2 1 4,2 4 0,2 2 1,-1 1-1,-1 1-103,-2-1 0,-1-5 0,2-1 0,-2-3-39,-3-3 1,0-10 0,-3-4-800,1-5 446,1-9 0,-6-3 0,0-12-145,0-5 1,-7-4 674,-4-1 0,-41-15 0,-10-4 0</inkml:trace>
  <inkml:trace contextRef="#ctx0" brushRef="#br0">29699 8880 7891,'-11'-9'-73,"0"3"392,0 5 1,2 2-166,4 5 0,3 3 0,4 8 1,1-1 9,3 1 0,5 1 0,-4 4 1,2 4-52,4 0 1,2 5-1,2-4 1,-1 5-12,1 1 0,-1 0 0,1-2 0,-1-2-44,1-1 1,5-10 0,0 1 0,0-8-15,2-4 0,0-1 0,5-6 1,-3 0-6,-2 0 0,3-8 0,-5-5 0,-1-7 7,-3-7 1,-2-5-1,1-1 1,-2-2-81,-4-3 0,2 1 1,-6-7-1,0 0 116,1 2 0,-1-8 1,-2 2-1,5-5-35,-1 0 0,6 9 0,-4 5 0,3 4-181,3 2 1,5 2 0,0 5-1,-2 8-216,-2 5 1,-1 4 0,0-2-535,-1 5 1,-5 4-1017,0 2 1900,0 0 0,-2 8 0,-1 1 0</inkml:trace>
  <inkml:trace contextRef="#ctx0" brushRef="#br0">29716 10286 8006,'-5'-17'257,"-1"1"1,-1 5 0,3 0-211,-2-2 0,1-2 0,7 0 238,3 4 0,-1 4-151,7 7 0,-2 2 1,4 3-1,-4 10 7,-1 11 1,4 3 0,-2 15 0,1 4-99,0 5 1,-2 1 0,4 6 0,-2 1-52,2-2 0,-4 5 1,0-5-1,-2 1-61,-3 1 1,-2-2 0,-2 0 0,0-10-52,0-8 0,-6-12 1,-1-5 72,-2-6 1,-2-7 35,-6-16 1,8-4 0,2-8 0,1-1-91,1-4 0,-1-4 0,6-9 1,-2-2 34,-3-1 1,3-10-1,-4 0 1,5-5 43,1 0 0,5 1 0,2 2 1,1 1 26,-1-1 1,6 6 0,-2 0-1,4 0 64,1 2 0,1 1 0,-1 10 1,1 3 203,-1 6 0,7-1 0,-1 2-104,-2 7 0,-2 4 1,-1 10-101,-1 0 1,1 0 0,-3 2 0,-1 4-8,-2 5 0,-1 4 1,1 1-1,-4 2-44,0 4 1,-5 4 0,5 9 0,-1 2-32,-1 1 1,1 8-1,-6-2 1,0 4 19,0 2 1,5-1 0,1 1 0,-2 0-42,-3-1 1,1-6 0,2-5-1,3-3-26,3-2 0,-5-9 1,6-7-1,2-8-173,2-2 0,1-5 0,3 2 0,3-6-335,5-4 1,6-12 0,4 0 567,2-6 0,4-37 0,4-16 0,-15 20 0,1 0 0,-1 0 0</inkml:trace>
  <inkml:trace contextRef="#ctx0" brushRef="#br0">30262 9872 7891,'0'-16'807,"9"7"0,6 5 0,7 6-702,3 3 1,-3 8 0,6-4 0,0 2-266,-3 0 0,5 0 1,-10 6-64,-5-1 1,-6 1 0,-9-1-1,-2 1 123,-4 0 0,-5 1 0,-11 2 0,-5 4 35,-4 2 1,-1-4-1,3 4 1,3-1 416,2 1 0,2-8 0,8 1-106,3-6 1,5-10 0,13 3-1,10-6-577,9-6 1,7-8 0,7-10-1,8-2-163,5-3 1,8 3 0,-4-2 0,-2 1-47,-4 1 1,-5 2 539,-13 8 0,-22 14 0,-5 4 0</inkml:trace>
  <inkml:trace contextRef="#ctx0" brushRef="#br0">28542 10583 7902,'-48'11'48,"4"0"1,-2 6 0,8 9 0,3 3 312,5 6 0,8 11 0,9 2 0,4 7-140,2 4 0,3 1 0,10 5 0,5-5-168,3-5 1,12-3-1,7-3 1,9-3-134,6-7 1,7-10 0,0-18-1,1-9-76,0-11 0,3-17 0,6-20 0,-5-9-107,-5-11 1,-5-7-1,-8-10 1,-11 0 3,-12 0 0,-12 6 1,-14 4-1,-10 3 310,-8 6 0,-20 5 0,-6 4 1,-4 11-46,-2 7 0,4 13 0,7 6 0,3 7 314,3 3 0,9 5 0,9 6 1,5 5-440,6 1 0,6 2 119,10 5 0,78-29 0,-29 3 0,0 0 0</inkml:trace>
  <inkml:trace contextRef="#ctx0" brushRef="#br0">29485 9905 7888,'-26'0'70,"-5"0"1,5 0 0,-2 0 377,1 0 0,5 2 1,-4 4-1,2 5-95,4 3 1,1 3-1,3 1 1,-1 6-24,1 9 0,5 2 0,0 11 1,0 7-227,2 12 0,-1 14 0,7 11 0,0-44 0,0 1-132,1 4 0,1 0 0,0 2 0,2 2 0,1 5 0,1 1 0,2 1 0,1-1-100,1-1 1,1 0 0,0-3-1,2 0 1,0-7 0,2-1-1,2-1 1,2-1-345,1-2 0,2-1 0,4-1 0,4-4 0,35 20 1,6-17-454,4-14 1,5-12 0,-1-5 924,4-5 0,-4-4 0,8-2 0,-3 0 0,-4 0 0</inkml:trace>
  <inkml:trace contextRef="#ctx0" brushRef="#br0">31237 9674 7892,'0'-17'131,"2"8"1,4 5 0,5 10 194,3 10 0,10 5 0,6 12 0,5 5 70,3 3 1,8 14 0,-2 0 0,4 9-250,2 8 1,-3 3 0,-24-33 0,-3 1 0,11 43-349,-13 2 1,-9 1 0,-10-7 0,-7-3-41,-8-7 1,-10 1 0,-14-8 0,-10 5-199,-9-1 0,-5-2 0,0-7 0,3-5 207,6-3 0,3-1 0,1 2 1,-2 1-202,-2-6 0,-1-8 433,7-13 0,7-10 0,1-10 0</inkml:trace>
  <inkml:trace contextRef="#ctx0" brushRef="#br0">29236 12220 7892,'-16'0'-260,"5"-1"272,0-5 963,7 4-348,-3-5-355,7 7 1,7 0-89,4 0 0,-3 7 0,-1 4 0,-2 6-56,1 5 0,1 5 1,-3 12-1,3 7-26,3 7 0,-5 1 1,6 8-1,2 4-106,2 4 0,1 2 1,-1-6-1,-2-2-144,-2-3 0,0 3 0,5-7 0,1-2-110,-1-5 1,-1-12 0,-2-1 0,-4-6-845,-2-3 282,-1-8 1,-6-5 819,0-15 0,-15-22 0,-3-13 0</inkml:trace>
  <inkml:trace contextRef="#ctx0" brushRef="#br0">29203 13146 7924,'-16'0'616,"7"8"-432,3 3 0,4 4 0,2 1 0,2 2-183,4 5 0,5-3 0,9 5 1,4 1-109,2 0 1,-4 1 0,5 7 0,1-3-62,-3-4 1,7 5-1,-7-7 1,1 1 14,-4-4 0,-3-5 168,-3-6 1,-7-6 0,-3-12 0,-4-12 147,-2-12 0,1-11 0,3-11 0,2-4 60,-3-2 0,6 0 0,1-2 0,1 4-231,0 1 1,5 4 0,6-1-1,0 7-304,2 7 1,-4 4 0,6 2 0,0 2 311,0 3 0,23 5 0,12 6 0</inkml:trace>
  <inkml:trace contextRef="#ctx0" brushRef="#br0">29170 14370 7838,'-25'-9'-184,"1"-4"0,9 6 451,4-2 0,2 5 95,3-2 0,3 5 0,-7 2-119,3 5 0,-4 10 0,4 12 0,-1 5 4,1 6 1,1 10 0,6 12 0,0 3-125,0 2 0,2 8 1,6 1-1,6 1-205,7-5 0,8-10 1,-1-8-1,3-9-49,2-11 0,7-16 1,4-19-1,4-16 51,2-19 0,5-13 0,-2-18 0,-5-2-98,-8-1 0,-7-8 0,-7 3 1,-9-3-15,-10-3 1,-7 16 0,-7-4 0,-10 11 248,-9 11 0,-12 0 0,-8 10 0,-6 3 228,-3 6 1,0-1 0,7 10 0,3 3-17,0 5 0,9 8 1,-1-2-1,6 6 9,3 6 0,2 5 1,-3 11-1,3 6-321,2 3 1,2 4 0,8 3 0,1 8-1579,2 7 1,7-7 1620,-1 4 0,47 11 0,13 7 0</inkml:trace>
  <inkml:trace contextRef="#ctx0" brushRef="#br0">30113 13841 8229,'-22'6'375,"0"-1"0,-6 8 1,4-2-1,0 4-277,1 1 1,1 10 0,5 7 0,2 11 162,4 9 1,-2 6-1,8 7 1,1-1 25,2-5 0,4 5 0,4-5 1,7 6-303,7 6 0,6-6 1,7 0-1,2-9-343,3-5 1,4-10 0,6-5-1,-2-8-358,-2-7 0,0-4 1,8-3 715,3-4 0,-12-28 0,2-10 0,6-5 0,1 0 0</inkml:trace>
  <inkml:trace contextRef="#ctx0" brushRef="#br0">30444 14354 7870,'-24'-8'388,"5"6"0,-3-3 0,4 3 258,1 2 1,6 0 0,2 2-349,2 3 1,3-1 0,10 9-1,5 5-185,3 8 1,-1 2 0,2 3-1,3 4-225,1 0 0,-1 5 0,-1-1 0,-3-4-32,-3-6 1,2-5 0,-7-8-1,-1-1-322,3-4 1,-7-5 0,5-12-1,-4-7 212,-2-7 0,-2-11 1,-2-10-1,-1-1 463,1-4 1,2 0 0,2 2 0,0 6 50,0 3 1,0 3-1,2 5 1,2 5 97,1 3 1,8 5 0,-2 3-58,4 5 1,1 14 0,1 8 0,-1 10-208,1 5 0,-2 4 0,-2 2 0,-2 3-476,1 2 1,-2-3-1,1 1 1,2-3-2369,1-6 2750,3-9 0,14-49 0,4-21 0</inkml:trace>
  <inkml:trace contextRef="#ctx0" brushRef="#br0">30973 13676 7870,'-24'0'156,"4"0"0,-6 0 0,2 1 671,4 5 1,9 3 0,3 10 0,3 3-393,-1 5 1,1 14 0,7 8 0,1 12-274,3 9 1,7 7-1,-2 9 1,4 2-439,1-1 1,2-10 0,5-5 0,4-4-759,4-2 0,1-9 1034,-5-8 0,19-43 0,-2-19 0</inkml:trace>
  <inkml:trace contextRef="#ctx0" brushRef="#br0">31237 14271 8485,'-16'15'0,"-1"-2"452,1-2 0,7 5 0,3 6 1,4-2-124,2-1 0,8-3 0,3 1 0,3-1-169,3 1 1,-1-8 0,3-3 0,1-6-338,2-6 1,2-5 0,-4-11 0,0-7-212,-5-8 1,0 0 0,-10-5 0,-1 1 222,-2 5 0,-4 3 0,-2 5 0,-3 6 439,-2 4 0,-4 3 0,-7 4 1,-2 7-76,1 8 0,-3 7 1,2 9-1,2 4-198,2 2 1,1 1-1,3 6 1,3-1-408,5-5 1,4-1 0,4-8 0,4 1-843,5-5 0,3-8 1248,3-1 0,36-40 0,10-11 0</inkml:trace>
  <inkml:trace contextRef="#ctx0" brushRef="#br0">31618 14039 7771,'14'-18'0,"-1"-2"-107,-2-2 1,0 0 0,4 5-1,-2 1 438,-2-1 0,-7 6 0,1 0 488,-3-2 1,-4 6-411,-3 1 1,1 5-1,-7 1 1,-2 1 181,-2 5 0,-1 5 0,-1 11 1,-1 6-437,-4 3 1,3 2 0,-3 0 0,4 0-97,1 0 1,6 0-1,0 0 1,0-2-535,2-3 0,4 1 0,10-8 80,6-7 0,11-5 0,6-10 0,3-5-41,2-5 0,0-5 1,0-5-1,-1-1 343,-5 2 1,-3 4-1,-7 5 1,-1 5 477,1 4 1,-1 10 0,-1 4 0,-2 9 12,-2 6 1,-2 12 0,4 5-1,-2 4-140,2 1 1,3 6 0,4 2-1,2 4-159,-1 7 0,-5-7 1,-3 3-1,-4-5-417,-1-6 1,-3-3-1,-7-6 1,-3-6-161,-6-3 1,-6-4 0,-3-3 0,-4-6 397,-2-4 0,6-10 0,-2-8 0,4-11 104,1-9 0,1-15 0,1-17 0,4-10 49,5-8 1,5-9 0,1 2 0,0-4-32,0-2 1,7 4-1,4 6 1,6 8-431,5 7 0,3 2 1,10 7-1,2 1-214,2 4 0,-1-2 0,-7 7 1,-1 3 201,-3 1 0,-14 4 0,-2 3 283,-7 6 1,-6 9-1,-3 4 310,-6 2 1,1 7-1,1 7 1,2 2 343,3 4 0,2-4 0,2 2 1,0 2 21,0 2 1,0 3 0,2 2 0,2 2-115,1-1 0,3 2 0,-5 1 0,5 2-139,1 3 1,-5-3-1,1 0 1,-1 0-157,1-1 1,-3-3 0,4 4 0,-5-2-803,-1-4 276,0-1 0,0-12 1,0-9-1,0-13 2,0-10 0,0-14 0,0-5 0,0-6 244,0-5 0,0 4 0,2-2 0,2 5 422,1 4 1,3 9 0,-5 2 0,3 9 967,-2 5 0,5 12-796,2 7 1,-4 7 0,1 12 0,-1 1-319,4 2 1,-2 9 0,0 1 0,0 4-421,1 1 0,-5-2 1,4-4-1,1-3-472,-1-6 0,0-4 0,4-3 0,-2-2-132,2-2 1,1-9-1,5-2 1,1-10 877,2-4 0,15-40 0,-2-8 0</inkml:trace>
  <inkml:trace contextRef="#ctx0" brushRef="#br0">32494 13395 7833,'0'9'1002,"2"0"1,5-4 0,8 6-418,5 4 1,11 9-1,1 4 1,6 5-184,5 5 0,-1 6 1,2 10-1,-7 3-332,-8 1 0,-5-1 1,-9 8-1,-4 4-1243,-6 5 1,-12-2 0,-10 3 1172,-8-2 0,-31-15 0,-15 0 0,20-17 0,0-1 0,0 0 0</inkml:trace>
  <inkml:trace contextRef="#ctx0" brushRef="#br1">16437 7772 13013,'9'-15'-807,"-1"-5"1,-3-5 697,1-3 0,7 8 1,0-4-1,7 4 357,7 3 1,5-3 0,2 11 0,5-2-248,5 0 0,4 1 1,2-2-1,-3 2 14,-3 3 0,2-6 0,-5 4 0,1-2-13,4 0 0,4 5 0,5-5 1,5 0-5,5 2 0,6-5 1,1 4-1,0-1 15,1 0 1,8 8 0,11-3 0,0 4 37,-2 2 0,0 6 0,-15 1 0,6 2-26,9 4 0,-40-8 1,1-1-1,0 1 1,1 0-1,-2-1 0,1-1-81,-1-1 0,1 0 0,1-1 0,1-1 0,7 1 0,1-2 0,1 1 0,-1-1 19,-1-2 1,0 0 0,4-1 0,0-1 0,-4-2-1,0-1 1,1 2 0,1-1-12,-2 1 1,1 1 0,-2 3 0,0 1 0,-2-2 0,-1 0 0,-1 2 0,-1 0-11,-4 1 1,-1 0-1,37 0 1,-7 0-1,2 0 22,0 0 0,4-7 0,-14-4 0,-3-4-5,-5-1 1,1-1 0,-5 1 0,1-1-1,1 1 0,-9-1 0,-3 2 0,-10 4 41,-10 6 0,-7 3 0,-11 2 0,-5 0 0</inkml:trace>
  <inkml:trace contextRef="#ctx0" brushRef="#br0">17347 7772 8218,'-9'-7'-488,"3"-4"1,13-4 0,10-1 0,9-1 542,5 0 1,11 3 0,10 1 0,16 4-30,18 1 0,6-3 1,-39 8-1,0 1 0,0 0 1,-1 0-52,0 1 1,1 0 0,3 1 0,0 0 0,-2 0 0,0 0 0,1 0 0,-1 0-46,-2 1 1,0-2-1,5-1 1,0-1-1,1-1 1,0 0-1,1 0 1,0-1 100,0-1 1,-1-1 0,-2 3 0,0-1 0,3 0 0,0-1-1,3 0 1,1-1 52,1 0 1,1 0 0,-1 1 0,0 1 0,-4 0 0,0 0 0,2 1 0,1-1-30,3 0 0,0 1 0,-2 1 1,0 1-1,-3-3 0,0 0 1,-2 1-1,1 1-28,1 1 0,-1 0 0,-5 1 0,-1 0 0,0 1 0,0 0 1,-3 0-1,-1 0-136,1 0 0,-1 0 0,1 3 0,-1 2 0,42 6 109,-9 4 0,-2-1 0,-10 1 0,-1 1 0,-2 5 0</inkml:trace>
  <inkml:trace contextRef="#ctx0" brushRef="#br0">21167 1075 7859,'-8'-22'179,"-1"0"0,-2 2 2534,0 1-2192,7 10 0,-5 3 1,6 14-1,-3 8-253,2 10 0,3 13 0,1 5 0,0 5-66,0 7 0,0 2 0,0 10 0,0 2-514,0 2 0,0-1 1,1-4-1,3-1-400,2 0 0,6-4 0,-2-7 0,1-10-1947,0-9 2659,0-17 0,13-63 0,1-30 0</inkml:trace>
  <inkml:trace contextRef="#ctx0" brushRef="#br0">21183 1257 7961,'-5'-26'0,"-1"2"358,3 0 1,1 6-1,2-4 168,0 3 0,9 3 0,6 1 0,7 2-147,3 2 0,8 8 1,8-3-1,3 4-231,7 2 0,-1 0 0,5 2 1,-5 4-103,-6 5 1,-11 3-1,-11 5 1,-6 3-166,-5 5 1,-3 6 0,-10 6-1,-5 5 30,-10 4 0,-7 2 0,-9-1 1,-2 1-121,-3-1 0,1-1 1,-5-4-1,3-7-537,8-8 0,0-1 1,9-12 745,1-6 0,25-51 0,7-14 0</inkml:trace>
  <inkml:trace contextRef="#ctx0" brushRef="#br0">22010 1042 7882,'17'-22'191,"-3"0"0,-1 3 750,-2 6 1,-5 6-1,3 9-394,-2 3 0,-1 12 1,-6 12-1,0 8-116,0 7 1,0 11-1,0 10 1,0 8-402,0 10 1,-3-36 0,0 1 0,0 2 0,1 1 0,0 6 0,0 0-225,1 5 0,0 1 1,1 3-1,0 1 0,1-4 1,0-1-1,1-7 0,2-2-547,0-5 0,3-2 1,7 23-1,3-10-109,-1-11 1,-1-24-1,-2-20 850,-2-17 0,-12-53 0,-9-24 0,6 23 0,1 1 0,-1 0 0</inkml:trace>
  <inkml:trace contextRef="#ctx0" brushRef="#br0">22093 1323 7874,'-6'-44'139,"1"0"0,-1 12 1,6-1-1,2 4 372,4 3 0,5 2 0,9 8 0,4-1 10,1 1 1,3 1 0,7 2 0,2 4-364,1 2 0,6 1 1,-3 6-1,1 2-184,4 4 1,-2-3 0,-4 10 0,-8 4 32,-7 3 1,-10 4 0,-9-2 0,-8 7-101,-9 8 0,-8 0 1,-16 7-1,-3 2-47,-6 1 0,-4 3 1,-2-2-1,3-2-432,2-2 0,0-9 0,4 0 1,1-8-1648,-1-3 2219,10-9 0,-8-67 0,5-21 0</inkml:trace>
  <inkml:trace contextRef="#ctx0" brushRef="#br0">21134 761 7890,'-22'-17'-94,"-1"1"0,1 1-255,-1 4 0,2 4 0,-4 7 1,1 0 636,4 0 1,-4 0 0,0 0 0,0 0 58,0 0 1,-5 0 0,3 1 0,-2 5 39,1 5 0,-6 5 0,-6 8 0,2 9 32,2 10 1,1 6-1,-5 8 1,-3 9-295,-1 10 0,20-32 0,0 2 0,3 3 0,2 1 0,0 4 0,1 2-237,1 3 1,3 2 0,0 0-1,4 1 1,2 1 0,4 1-1,3-5 1,2-1-490,3-3 1,5-3-1,7-6 1,6-4-1,38 22 601,12-12 0,-30-31 0,3-4 0,0-4 0,1-4 0,2-1 0,0-1 0</inkml:trace>
  <inkml:trace contextRef="#ctx0" brushRef="#br0">22804 579 7941,'11'-9'200,"2"3"0,5 8 539,8 9 0,12 11 0,8 22 0,6 11-412,3 8 1,4 5-1,-10 3 1,-6 5-194,-7-1 1,-12 6-1,-7-4 1,-14 6-342,-12 5 0,-11-4 1,1-38-1,-2-2 0,-3 2 1,-2-2-562,-3 3 0,-1 0 0,-2 1 1,-2 0 767,2-2 0,-8 1 0,-21 2 0,-14 1 0,-4 0 0,15-11 0,0 0 0,-1 0 0,1 0 0</inkml:trace>
  <inkml:trace contextRef="#ctx0" brushRef="#br0">16553 7772 8342,'0'-16'-772,"2"-1"487,3 1 0,3-1 0,5 2 0,-2 2 408,1 2 0,-2 2 1,-1-4 87,-2 2 1,4 6-17,-5-6 0,-1 0 23,-5-6 1,0 1-120,0-1 1,0 6-1,2 2-99,4 2 0,-3 1 0,8 6-34,2 0 0,2 0 0,1 0 0,1 0 3,-1 0 1,3 0 0,3 0-1,4 2 19,-1 3 0,7-3 0,-5 4 1,6-3 10,6 3 1,3-4 0,9 3-1,5-3 0,4-2 1,12 0 0,3 0 0,1 0-2,-5 0 0,-1 0 1,2 0-1,5 0-1,4 0 1,1-2 0,-1-1 0,-2-5 2,-2-1 1,8 4 0,-39 0 0,2-1 0,-1-1 0,1 1 9,-1-2 1,0 1 0,37-4 0,-6 2 0,2 0 23,7-1 0,-3 7 1,3-3-1,-8 4-6,-8 2 1,6-5-1,4-1 1,6 1-32,-1-2 1,-9 5-1,-7-4 1,-4 4-6,0 2 0,-3 0 1,8 0-1,-3 0-21,-1 0 1,-9 0 0,-4 2 0,-8 2-25,-8 1 1,3 1 0,-1-6-1,2 0-12,4 0 0,-4 0 1,1 0-1,-3 0 23,-3 0 0,-2 0 1,-4 0-1,-3 0-27,-6 0 0,-4 0 1,-1 0-1,-1 0-112,1 0 0,-6 5 0,0 3 181,2 1 0,-6 2 0,0 5 0</inkml:trace>
  <inkml:trace contextRef="#ctx0" brushRef="#br0">22837 3704 8215,'-6'-16'268,"1"-1"0,-1 6 0,4 2 0,-1 0 123,-3 0 1,-1 5 0,3-4-107,-1 1 1,-8 5 0,2-3 0,-4 3-17,-1 2 1,-1 7 0,1 6-1,-3 7-25,-3 8 1,-4 5 0,-9 6 0,-1 7-21,-3 7 0,-1 13 0,3 11 0,-2 4-81,3 2 0,4-8 1,9-3-1,8-6-346,6-6 0,5-17 0,11-18 1,10-12-273,9-13 1,12-14-1,6-16 1,4-7-163,2-7 1,-3-5 0,-2-5-1,-7-3 76,-3-1 0,-9-1 1,-6-4-1,-7 5 580,-8 1 1,-3 7 0,-4 10-1,-1 5 1213,-3 9 1,-7 13-1,2 9-444,-3 8 1,4 11 0,5 9 0,3 3-452,2 8 1,0 0-1,2 7 1,2 1-385,1-1 1,8-5 0,-4 1-1,2-1-600,0 2 1,0-6 0,6 0 0,-1-9-657,1-6 1,-1-3 0,1-4 0,-1-8 322,1-6 1,-6-8 979,0-11 0,0-63 0,-3 32 0,1 0 0</inkml:trace>
  <inkml:trace contextRef="#ctx0" brushRef="#br0">22936 3985 7887,'0'-51'0,"2"-1"0,2 5 577,1 10 0,1 9 0,-5 14 71,5 3 0,-2 3 0,7 10 0,2 4-385,1 5 0,3 5 0,-1 6 0,1 6-242,-1 3 1,1 2-1,-1 2 1,-1 4-267,-4 5 1,2-4 0,-6-1 0,1-4-1023,-1-2 1,0-8-1,-3-3-817,2-3 2084,-1-10 0,-20-90 0,6 26 0,0 0 0</inkml:trace>
  <inkml:trace contextRef="#ctx0" brushRef="#br0">23135 3853 7917,'0'-31'140,"0"3"0,-6 4 1,0 6-1,5-2 401,4-2 1,7 1 0,8 9 0,2 1-374,2-2 0,8 0 0,-3 0 0,4 4-552,2 1 1,-5 3-1,-2 5 384,-2 0 0,12 0 0,-1 0 0</inkml:trace>
  <inkml:trace contextRef="#ctx0" brushRef="#br0">23531 3638 7917,'-16'0'367,"5"0"307,0 0 0,7 9 1,-1 8-1,5 8-71,5 7 1,2 3 0,6 3-1,-2 6-724,2 4 0,2 4 0,1-1 0,-1-1-276,-4-8 1,4-7 0,-4-10-50,4-8 1,-6-10-1,-4-14 1,-3-10-154,-2-8 0,0-14 0,-2-3 0,-1-2 639,-3 0 1,-7 1 0,4-1-1,-2 4 520,0-1 0,6 12 0,-5-2 0,3 5 162,3 6 0,2 2 0,4 3 1,4 2-342,5 2 1,11 7 0,5-1 0,5 1-585,1-1 0,0 3 0,0-4 0,0 4-793,0 2 0,-2 0 0,-1 0 1,-5 0-1382,-1 0 2377,6 0 0,3-22 0,9-5 0</inkml:trace>
  <inkml:trace contextRef="#ctx0" brushRef="#br0">24110 3456 7902,'-16'0'1349,"-1"0"-1180,1 0 0,5 0-83,-1 0 1,9 7 104,-3 4 0,6-3 0,4-1 195,1 1 1,3-7-112,-3 5 0,-1-4 446,7-2-72,-7 0-155,3 0-507,-7 0-265,0 0 277,0-8 0,0 5 147,0-8 1,0 5 52,0-5 1,-2 7 6,-3-1 0,1 3 18,-7 2 0,0 2 0,-6 3 0,1 6 134,-1 4 0,1 9 1,-1 5-1,1 8-127,-1 7 1,1 11 0,-1 6 0,2 2-221,4-3 0,6-5 0,12-11 1,8-7-776,5-7 0,11-14 1,1-14-1,4-9-214,1-10 1,-7-12-1,-5-3 1,-1-6 638,-4-4 0,-7 5 0,-4-4 1,-1 3 345,-5-1 0,-3 2 0,-3 8 0,-5 3 465,-1 2 1,4 4 0,-6 9 450,-2 6 0,6 7 1,1 7-1,4 9-594,2 6 0,0 4 0,0 5 0,2 0-511,4 0 0,3 0 0,7 0 1,1-2-562,-1-3 0,8-4 1,2-10-1,1-3-188,1-5 1,-2-12 0,1-7-1,-6-7 365,-9-7 1,1-10-1,-5-2 1,-1 1 538,0-3 0,-1 5 0,-6-7 0,-2 1 426,-4 0 0,5 11 0,-5-1 1248,4 7 1,-3 12-896,-1 13 0,1 7 1,7 11-1,1 5-594,3 4 0,1 3 0,-1-1 0,3-2-277,0 3 0,6-4 0,-4-1 0,3-3-382,3-7 1,1 0 0,3-10 0,2-3-159,3-6 1,-6-7-1,2-9 1,-3-4 411,-3-1 1,1-5 0,-1-7 0,-1-1 286,-4 1 0,4-3 0,-6 1 0,2 2 509,0 2 1,-5 10 0,3 3 280,-2 3 1,0 12 0,-3 9-361,2 12 0,1 12 0,-1 13 0,3 5-527,0 4 1,6 1-1,-4 3 1,3 1-161,3 2 1,-1 15 0,1 2 0,-1 8-138,1 9 0,5-3 0,-10-40 0,0 0 0,0 0 0,2 0 130,0 0 1,1 0 0,-3 0-1,0 1 1,-1 2 0,0 0 0,6 43 79,-6-10 0,-4-6 1,-9-14-1,-3-7 244,-6-11 1,-12-9-1,-4-7 1,-6-6 114,-6-4 1,10-9 0,-4-5 0,2-8-9,-1-7 1,-6-16 0,-3-8-1,1-6 210,-1-5 1,5-1 0,8-5 0,6-3-29,4-5 0,9 3 1,5 0-1,9 1-537,12 1 0,7-5 0,11 5 0,3 1-1152,6 3 1,10-4 1299,1 0 0,-14 7 0,10-12 0,5-6 0,-2 1 0,4-5 0,1 0 0,-1 0 0,0 0 0</inkml:trace>
  <inkml:trace contextRef="#ctx0" brushRef="#br0">25830 3010 7848,'0'-26'374,"2"2"1,1 7 2171,3 1 1,-1 9-1930,-5 7 0,0 9 0,0 15 0,0 9-271,0 9 1,-7 15 0,-4 13-1,-5 16-422,5-36 1,0 3 0,-3 8 0,0 3 0,-4 6 0,-1 1 0,0 8 0,0 2-298,0 4 1,1 1 0,1-2 0,1-1 0,1 0 0,2-2 0,2-4 0,2-2-1741,2 0 0,1-4 2113,2-18 0,1 0 0,1 8 0,2-2 0,6 23 0,6 1 0</inkml:trace>
  <inkml:trace contextRef="#ctx0" brushRef="#br0">26442 3655 7808,'-17'-34'-90,"1"7"1,-1 1 0,2 2 434,4 4 1,2 2 0,6 1 0,-3 1 765,2-1 1,4 6 0,6 2-547,5 2 1,9 8 0,2 12-1,-2 9-282,-1 11 1,3 2 0,0 9 0,-2 2-344,-2 2 0,5 0 1,0-4-1,1-4-206,0 1 1,4-14 0,-6-1 0,0-11 13,2-10 1,-6-12 0,4-10-1,-5-12-3,-6-13 0,2-4 0,-10-15 0,-3-1 261,-3-3 0,-10 1 0,2 2 0,-2 3-103,2 2 0,-2 4 1,7 8-1,3 9-558,1 6 0,9 12 1,6 9 654,7 1 0,58 18 0,-30-1 0,1 0 0</inkml:trace>
  <inkml:trace contextRef="#ctx0" brushRef="#br0">27136 3522 9248,'17'-7'347,"1"-10"1,4-12 0,4-8-373,0-7 0,3-4 0,-7 1 0,-3 1-20,-7 2 0,-4 14 0,-10 4 0,-4 12 205,-5 8 1,-11 6-1,-5 6 1,-4 7 328,-3 7 0,1 11 0,0 9 0,0 5 59,0 6 1,7-1-1,6 3 1,7-5-283,8-4 1,3-7 0,4-1 0,3-6-287,6-8 1,11-11-1,8-6 1,7-5-456,7-5 1,9-6-1,4-11 1,0-8-422,0-6 1,-2-7-1,-7-6 1,-6 1 435,-9 4 1,-9-2-1,-13 7 1,-5 3 185,-5 1 1,-1 9 0,-1 2-60,-5 0 1,2 6 0,-7-2 332,-2 7 0,6 13 0,0 9 0</inkml:trace>
  <inkml:trace contextRef="#ctx0" brushRef="#br0">27599 3175 7919,'-9'-17'308,"2"1"0,7-1 179,0 1 0,0-1-633,0 1 0,2 1-403,3 4 1,-1 4-145,7 7 0,-6 7 393,6 4 0,-7-2 1414,2 2 723,-5-7-1228,-1 3 1,-1-7 0,-5 0-48,-5 0 1,2 0 0,0 2-1,-1 4-17,1 5 0,-2 5 0,-5 6 1,-1 8-149,1 6 0,5 7 1,1 6-1,3 1-265,3 0 1,3-8 0,4-5 0,6-8-374,8-7 0,16-13 0,4-11 0,7-12-682,7-12 1,10-20-1,0-7 1,-1-6-83,-5-2 0,-7 6 0,-17-4 0,-3 1 829,-6-1 1,-11 0-1,-7-4 1,-6 3 273,-4-3 0,-1 6 1,3 4-1,-1 9 466,1 11 1,0 7 753,-1 10 0,3 8 0,-3 8-841,3 10 1,4 12 0,1 7 0,5 10-378,1 10 1,-4 8-1,6 11 1,0 4-398,-1 5 0,4 2 1,-3-2-1,6-5-391,5-4 0,-4-4 1,4-7-1,-3-11-2473,-3-11 3161,-7-20 0,-1-1 0</inkml:trace>
  <inkml:trace contextRef="#ctx0" brushRef="#br0">27864 3142 7816,'-28'0'985,"3"0"0,3-2-759,7-3 1,8 3 0,12-6-181,6 1 0,13 3 0,9-7 0,11-2 270,9-1 0,1-3 1,5 1-1,-1-1-482,1 1 1,0-6-1,3 1 1,-3 5-28,-2 3 1,-16 9-1,-14-1 276,-7 3 1,-10 15 0,-5 5 0,-5 4 152,-5 2 0,-3 6 0,-5-5 0,4 3 199,2-1 1,1-6 0,6 1-362,0-4 0,8-9 1,3-3-1,5-8-157,6-9 0,-3-2 0,4-15 0,0-1-109,-1-2 1,-2-8 0,-7 1 0,-4-1 145,-2-1 1,-3 5-1,-8-2 1,-3 8 467,-2 6 1,-4 12 0,-9 6 0,-6 5-202,-3 5 0,-2 6 1,2 10-1,1 3-405,3 1 1,5 1 0,-2 3 0,5-3-385,10-2 0,5-2 1,6-5-1,6-3-3128,8-3 3696,8-3 0,21-31 0,9-13 0,4-1 0,0 0 0</inkml:trace>
  <inkml:trace contextRef="#ctx0" brushRef="#br0">28757 2778 7816,'16'-15'0,"1"4"0,0 6 453,-1 3 0,1 2 0,-1 0 0,2 2 401,5 3 0,-5 6 1,4 10-1,-2 3-380,2 1 1,-5 3 0,1 5 0,-7 0-358,-3 0 0,-3 0 1,-7-2-1,-1-3-155,-3-6 1,-7-6-1,4-3 1,-2-3-101,0-3 1,5-2 0,-3-6 0,2-7-264,3-8 0,2-3 1,2-10-1,0-4 157,0-4 0,2-9 0,4 4 0,5-2 476,3 0 1,3 9 0,-1 0 0,1 7 241,0 4 1,5 2 0,1 8-1,3 1-227,4 2 0,8 2 0,6-4 1,6 4-669,5 1 1,-4-3 0,3 6-1,-8 1-537,-8 2 0,-5 2 0,-5 0 0,-6 0-2197,-4 0 3155,-8 0 0,-3 22 0,-7 6 0</inkml:trace>
  <inkml:trace contextRef="#ctx0" brushRef="#br0">29799 2662 7816,'16'0'1194,"1"-1"0,-1-3-564,1-2 1,1 1-631,4 5 0,33-8 0,15-1 0</inkml:trace>
  <inkml:trace contextRef="#ctx0" brushRef="#br1">19695 8401 15543,'0'-17'-1597,"0"6"1,0 0 1274,0-2 0,2 6 0,3 1 0,6 3 585,4-3 0,2 4 1,1-3-1,4 3-152,6 2 0,5 0 0,3 0 0,5 0-44,1 0 0,0 0 0,4 0 0,0-2 15,6-4 0,-3 3 0,8-6 0,0-1-27,4 1 1,3 4 0,0-4 0,-3-1-22,-6 1 1,-5 6 0,-4-5-1,-2 3 168,2-1 1,-6 1-1,-1 5 1,-6 0-111,-6 0 0,-3 0 0,-9 1-428,-4 5 0,-9-2 0,-11 5 0,-6 0-17,-9 0 363,-5 2 0,-23-5 0,-10-3 0,-5 1 1,0 0-1</inkml:trace>
  <inkml:trace contextRef="#ctx0" brushRef="#br1">19662 8500 13557,'16'-6'0,"3"-1"-16,3-2 1,7 5 0,15-1 0,11 1 98,8-2 0,10 4 0,3-5 0,-1 2-1,-3-1 0,1-1 1,1 3-1,-1-1-112,1 1 1,-10 2 0,-11 2 0,-7 0-178,-7 0 1,-4 0 0,-4 0 158,-3 0 1,-12 7-1,-9 3 1</inkml:trace>
  <inkml:trace contextRef="#ctx0" brushRef="#br1">21795 8417 9352,'0'-16'-744,"7"1"0,6 4 720,7 5 0,1 4 0,8 2 1,6 2 44,7 4 0,8-4 1,3 3-1,6-1 36,5 1 1,6-3-1,16 4 1,8-6-48,-42-3 0,1 0 0,-1 2 1,1-2-1,1-1 0,0-1 0,1 1 1,0-1-58,3 0 1,0 1-1,2 1 1,-1 0-1,-1-1 1,-2-1 0,-1 1-1,-1 1 91,-4 1 1,-1 0 0,3 1 0,-1 0 0,43 1-1,-6 0-126,-7 0 1,-21 8 0,-12 1 0,-6 2-31,-5 0 1,-2-2 0,-2 4 111,0-2 0,0-2 0,0 2 0,0-3 0</inkml:trace>
  <inkml:trace contextRef="#ctx0" brushRef="#br0">25020 8483 8052,'-17'-7'-577,"6"3"1,2-7 0,0 0 1617,0 2 0,5-6-1023,-2 4 1,14 4 0,8 1 0,10 5-122,5 1 0,11 0 0,8 1 0,9 3 74,5 2 0,2-1 0,2-5 0,6 0-14,8 0 0,9-5 1,-41 1-1,1 0 0,-1 1 1,1-1 51,-2 0 1,1 0 0,1-1-1,1-1 1,-5 3 0,-1-1 0,3 0-1,0 1-4,0-1 0,1 0 1,-2 1-1,0-1 0,38 0 1,-11-1-1,-5 1 0,-7 1 0,10-1 1,-3-2-3,-4 3 0,-11-5 0,-16 3 1,-6 1-50,-6 2 1,-3 2 0,-7 0-129,-1 0 0,1 0-641,-1 0 815,-6 8 0,-18-29 0,-10 1 0</inkml:trace>
  <inkml:trace contextRef="#ctx0" brushRef="#br1">17181 8417 9600,'-25'-31'0,"1"1"-521,0 3 0,6 1 0,-5-1 0,5 5 630,2 3 1,-3 3 0,-1-1 0,-2 1 25,2-1 0,-1 6 0,1 2 1,-4 1 91,-1 5 1,-3 1 0,-7 2 0,-2 0-26,-1 0 0,-10 7 0,0 6 0,-5 7-95,0 8 1,1 9 0,3 3 0,-1 2-62,0 4 0,1 0 1,1 0-1,2-4 69,2-1 1,7 5 0,-3 0-1,3 5-8,4 4 1,4 8 0,12-4 0,2 1-60,4 1 0,6-1 0,12 5 0,10-5-79,9-4 0,14-5 0,11-1 1,14-5 28,10-6 1,0-2-1,1-17 1,-1-3-76,0-5 1,14-8 0,-41-1-1,1-2 1,0-3 0,-1-2 44,1-3 1,0-2-1,1-3 1,1-2 0,-3-4-1,-1-3 1,3-1-1,0-2 50,0-2 1,-1-1 0,-5 1 0,-2-1 0,22-32 0,-12 2-27,-12 4 0,-12 3 1,-8 4-1,-7 2-34,-8-2 0,-3-9 1,-4-5-1,-3-5-2,-6-1 0,-11 7 1,-8 4-1,-8 4 88,-12 1 0,-16 2 0,-17 4 1,38 25-1,-1 2-7,-3 1 1,0 2-1,0 1 1,-1 2 0,-1 3-1,-1 2 1,-2 0-1,0 2-137,-4 3 0,0 2 0,1 6 0,2 3 1,2 5-1,1 3 0,1 3 0,1 2 100,0 3 0,1 1 0,0-1 0,2 2 0,2 1 0,2 2 0,3 0 0,-1-1 0</inkml:trace>
  <inkml:trace contextRef="#ctx0" brushRef="#br0">15941 13758 8133,'-16'-14'174,"-1"-5"0,1-14 0,1 2-73,4 3 1,3-1 0,8 7-1,2 4 218,4 5 0,-3 5 1,9 8 81,0 0 0,5 0 1,3 0-1,4 2-130,2 4 0,3-3 0,8 7 1,5-1-250,6 0 0,-4-4 0,7 6 0,-5 1-67,0-3 0,0 7 0,-2-1 0,-7 5-93,-8 0 1,-5 4 0,-7 0 0,-2 2-182,-4 3 1,-6 2 0,-12 3 0,-10-1 135,-8 0 0,-9 2 0,-4 1 0,-6 5 127,-4 1 0,-9 0 0,-4 2 0,-5-3 57,-5-1 0,4-7 0,1 2 0,9-7 44,6-4 0,7-2 0,0-6 0,0 1-36,1-1 1,3-5 0,9-1-1,3-1 572,6 0 1,6-4-474,5 6 0,5-7 0,13 2 0,10-5-117,9-1 1,12 0-1,6-1 1,6-3-29,5-2 1,4-5-1,9 4 1,3 0-175,7-1 0,10-3 1,4 6-1,0 1-198,-4 2 1,-11 4 0,-5 4 0,-4 7 408,-2 7 0,-20-5 0,3 3 0,3 3 0,-1 0 0</inkml:trace>
  <inkml:trace contextRef="#ctx0" brushRef="#br0">17876 13924 8140,'-26'-17'139,"2"-5"0,8 2 355,-1 5 1,6 13 0,0 15 0,-2 9-541,-1 11 0,-1 8 1,2 10-1,2 3 242,-2 1 0,6 7 0,1-1 0,4 3-48,2 2 0,2-5 0,4-4 0,7-4-111,7-5 0,4-11 0,5-6 0,-1-13-34,1-10 0,2-7 1,1-4-1,-5-8-78,-5-11 1,2-10 0,-2-6-1,-2-8-16,-1-7 1,-3 1-1,1-5 1,-2 2 178,-4 0 1,3-2 0,-5 4 0,2-1 274,0 7 1,-7 4-1,2 10 1,-5 2 533,-1 4-792,0 3 1,2 14-1,2 7-150,2 6 0,6 7 0,-1 6 0,4 3-170,2 3 1,1 3 0,2 10 0,4 2-115,2 2 0,1-1 0,6-5 0,-1 0-184,-5 0 1,3-7 0,-8-4 0,0-3 16,2-3 0,-11-7 0,3-3 308,-1-4 0,-8-4 1,-1-4 192,-5-5 1,-1-9 0,2-4 0,2-2 170,1-3 1,1-2 0,-6-2-1,0 0 191,0 0 1,0-2 0,0-2 0,0-2 35,0 3 0,-2 1 0,-2 0 0,-1-4 38,1-5 0,2 4 1,2 1-1,2 4-181,4 2 1,-4 0 0,3 2 0,-1 5-1019,1 9 314,-3 1 1,7 16 0,-5 0-1029,2 9 1,1 6 1471,-2 1 0,5 45 0,6 11 0</inkml:trace>
  <inkml:trace contextRef="#ctx0" brushRef="#br0">18934 14403 8140,'17'-2'-1,"-1"-3"0,3-6-55,3-4 1,0-7 0,7-2 0,2-1 199,-1-5 0,-1-1 0,4-2 1,0-2-77,0-4 0,-7 3 1,-4-7-1,-3 3-4,-3 3 1,-5 2 0,-2 4 0,-1 3 11,-5 6 0,-8 10 0,-6 2 0,-6 3 48,-5 3 1,-2 4 0,-5 6 0,1 5 46,-1 4 1,-4 10-1,-2 7 1,0 4 136,4 1 0,9 5 1,0 1-1,3 1-98,3 0 0,7-2 1,3 2-1,6-5-220,6-4 1,12-4 0,17-4-1,13-5-268,11-3 1,18-10 0,7-4 0,6-5-51,-42-2 0,0-1 1,34-6-1,-6-10 1,-12-3 46,-9-5 0,-5-4 0,-6-3 0,-7 1 190,-8 0 1,-5 0 0,-9 0 0,-4 0 197,-6 0 1,-3 2-1,-4 1 1,-3 5 211,-6 1 1,-4 0-1,-2 6 1,-1-1 121,-4 4 0,4 10 1,-6-1-1,0 5-217,-4 1 0,3 1 0,-1 7 0,0 7-153,0 5 1,4 11 0,-3 0 0,1 8 30,4 3 0,7-3 0,3 3 0,3 0-120,3 0 0,10-5 0,9 0 0,10-8-21,14-7 1,11-5 0,8-6-1,10-6-19,6-3 0,1-11 0,2-7 0,-3-12-177,-1-9 1,-12-3-1,0-6 1,-10 2-45,-7-2 0,2-4 0,-9-3 1,-8-2 219,-10 2 0,-10 1 0,-9 2 0,0 1 6,0-1 1,-6 1-1,-1-1 1,0 0 490,-1 1 0,-3 5 1,4 3-1,0 6 626,-1 10 0,1 12-748,1 7 0,3 12 1,-7 7-1,3 7-287,3 7 1,-3 18 0,2 6-1,1 6-27,2 5 0,2 5 1,0 2-1,2 5-122,3 1 1,-1 2 0,7 4 0,2-4-220,2-5 0,1-9 0,3-8 1,1-8-408,2-10 0,-2-18 0,-7-5 0,-2-5-39,2-5 0,-4-2 1,0-6-1,0-5 785,1-7 0,2-29 0,1-12 0,5-1 0,-1-1 0</inkml:trace>
  <inkml:trace contextRef="#ctx0" brushRef="#br0">20935 13907 8140,'0'-16'37,"2"1"1,2 2 415,1 2 1,-1 7-106,-10-1 0,3 3 0,-8 4 1,-4 2 11,-5 1 1,1 8 0,-5-2-1,2 4-201,0 1 0,-5 3 0,3 1 1,0 4-242,0 1 0,2-4 0,6 1 0,-1-4-159,1-1 1,4-1 0,3 1 111,2-1 1,1-5 302,6 0 1,2-5 0,4 3-54,5-2 0,4 4 0,1-3 1,2-1-23,4 0 0,-1 4 0,4-3 0,1-1-18,0 0 0,3 1 0,8-5 1,2 5-52,-3 1 0,1-5 0,0 1 0,3-3-234,2-2 1,-5 0 0,2 0-1,-6 0-111,-6 0 1,5 0 0,-7 0-1,1 0-393,-4 0 0,-3 0 0,-3 2 708,1 3 0,-38 12 0,-8 9 0</inkml:trace>
  <inkml:trace contextRef="#ctx0" brushRef="#br0">16983 14370 8209,'-9'-16'59,"9"6"1,13 5-138,7 3 0,6 2 0,8 0 0,7 0-307,8 0 0,10 0 385,13 0 0,-8-12 0,6-5 0,8-2 0,0 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12114" units="cm"/>
      <inkml:brushProperty name="height" value="0.12114" units="cm"/>
      <inkml:brushProperty name="color" value="#FF0000"/>
    </inkml:brush>
    <inkml:brush xml:id="br1">
      <inkml:brushProperty name="width" value="0.09086" units="cm"/>
      <inkml:brushProperty name="height" value="0.09086" units="cm"/>
      <inkml:brushProperty name="color" value="#FF0000"/>
    </inkml:brush>
  </inkml:definitions>
  <inkml:trace contextRef="#ctx0" brushRef="#br0">9178 7408 10049,'-26'-33'-824,"4"0"0,2 0 667,-2 0 1,-2 7 0,-6 4 0,5 4 276,1 1 1,-11 3 0,-2 3 0,-7 5-141,-7 4 0,-12 2 0,-3 0 0,-8 2 25,-1 4 1,-4 3-1,6 7 1,-5 1-3,-6-1 1,-6 3 0,41-9 0,-1 0-1,0 2 1,1 0-21,-1 1 1,0 0-1,0-1 1,-1 1-1,0 2 1,-1 0-1,1-2 1,-1-1 33,3 1 1,1-2-1,-42 11 1,11-5-1,0-1 142,-6 1 0,8 7 0,-4 3 0,8 5-1,9 1 0,5 5 1,9 3-1,1 1-88,-1 4 0,2-6 1,6 1-1,11-4-73,12-4 1,10 3 0,11-8 0,7 3-57,13 2 0,13-2 1,20-1-1,8-3 21,7 3 0,5-1 1,9-1-1,-38-16 1,0-2 28,6-1 0,1 0 1,1 0-1,0-1 0,8 0 1,0 0-1,-1 1 0,1-1-72,1 0 0,0 0 0,5-2 0,0-1 0,2 1 0,0-1 0,1 1 0,1-1 110,3 0 1,1 0 0,4-1 0,2-1-1,4-3 1,0-2 0,2 0 0,-1-1-100,2-2 1,0-1 0,-1-1 0,1-1-1,1-1 1,2 0 0,0-1 0,1-1 81,-1 1 0,0-2 1,-30 3-1,0 0 1,-1 0-1,25-3 1,-1 0-1,0-1 0,-1 0-25,0-1 0,0-1 0,-4-1 0,-1 0 0,-3 0 0,-3-1 0,-5 1 0,-2-1-4,-2 1 0,-1-1 0,-5 3 0,-2 1 0,0-1 1,-2 0-1,-6 0 0,-2-1 12,35-16 0,-15-3 0,-11 1 0,-5-2 101,-6-3 1,-7-3 0,-15-4 0,-13 0-85,-11-1 0,-18-1 1,-21-3-1,-19 2-27,-19 4 1,36 21 0,-1 0 0,-5 3 0,-3 2-1,-5-2 1,-1 1-59,-8-1 1,-3 0 0,-4 1 0,-2 1 0,-8-3 0,-2 0 0,0 1 0,-1 1-16,-1 3 1,-2 1-1,25 4 1,-1 0-1,-1 2 1,-2 0-1,0 2 1,-1 1-1,-3-1 1,1 1-1,-1 0 48,-2 1 1,0 1-1,1 0 1,1 1 0,0 1-1,1 2 1,1 1 0,0 2-1,1 0 1,-1 2 0,0 0-1,0 2-7,1 0 0,0 1 0,0 2 0,-3 4 0,0 1 0,1 1 0,2-1 0,2 2 0,0 0 0,3 0 0,0 1 0,1 0-54,2 1 1,0 0 0,1 0 100,-21 10 0,1 1 0,-4 3 0,1 0 0,7 0 0,3 0 0</inkml:trace>
  <inkml:trace contextRef="#ctx0" brushRef="#br1">11113 7425 8581,'-12'-6'117,"1"1"1,6-1 228,-6 6 1,7 2-1,-3 6 1,1 8 55,1 10 0,-6 12 1,3 8-1,1 8-174,0 6 0,-4 5 0,3 3 0,1-1-261,0 0 0,3-1 1,10-15-1,5-5-40,3-4 1,1 3 0,-2-9-1,-2-3-561,2-3 1,1-12 0,3 0-586,-1-5 1,1-11 1218,0-2 0,-1-66 0,1-24 0</inkml:trace>
  <inkml:trace contextRef="#ctx0" brushRef="#br1">11195 7276 8506,'-7'-16'74,"5"-1"1,-4 0 171,5 1 1,10 7-1,7 1 1,10 3-316,5-1 1,17 1 0,7 5 0,10-2 28,6-4 1,5 3-1,10-8 1,6-4 71,-43 5 1,1 0 0,4 0 0,0 0 0,-2-3 0,-1 0 0,-2 1 0,0 0 10,41-8 0,0 1 1,-4 3-1,-7 1-75,-11 4 1,-11 4 0,-15 7 0,-9 0-64,-9 0 1,-11 0 0,-2 0 201,2 0 1,-6 7 0,1 4 81,-1 4 1,-5 7 0,3 2 0,-3 2 45,-2 3 0,0 4 0,0 4 0,-2 3 132,-3 2 0,3 8 1,-3 7-1,1 2-154,-2 3 0,3 4 1,-7 6-1,3 3-315,3 1 1,3-5-1,1-10 1,0-6-417,0-3 1,1-5 0,5-2-1,3-7-327,0-3 1,4-2 0,-7 2 844,-3 4 0,-67-34 0,-19-1 0</inkml:trace>
  <inkml:trace contextRef="#ctx0" brushRef="#br1">11179 8516 8436,'16'-7'157,"3"3"1,4-5-1,12 2 112,13 3 0,18-5 1,17-2-1,9-4-160,-44 7 1,1 0 0,4-1 0,1-1 0,1 0 0,0-2-1,1 0 1,0-2-36,0 2 1,-2-1-1,-1-3 1,-1 0 0,-4 3-1,0 1 1,-2-1 0,1 0 25,1 2 1,0 0 0,40-13-1,-3 2 1,-10 2-500,-7 1 1,-4 8-1,-11 2 1,3 2-1134,-3 3 1532,-2-5 0,-16-22 0,-4-13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context>
    <inkml:brush xml:id="br0">
      <inkml:brushProperty name="width" value="0.09086" units="cm"/>
      <inkml:brushProperty name="height" value="0.09086" units="cm"/>
      <inkml:brushProperty name="color" value="#FF0000"/>
    </inkml:brush>
  </inkml:definitions>
  <inkml:trace contextRef="#ctx0" brushRef="#br0">7987 12105 7764,'-26'0'378,"3"0"0,6 0 1447,0 0 0,5 0-1345,6 0 0,15 5 1,19 3-1,7-1-362,9 0 1,7 1 0,17-5 0,2 3-248,2-3 1,1-1 0,-3-2-1,0-2-420,-6-3 1,0 1 0,-8-5-1,-5 2-911,-5 3 1,-13 2 0,-11 4 1459,-4 4 0,-52 17 0,-14 12 0</inkml:trace>
  <inkml:trace contextRef="#ctx0" brushRef="#br0">8665 12171 7764,'-16'0'90,"-3"0"0,-1 0 385,-2 0 0,5 13 0,6 5 1,0 6 75,2 5 1,2 12 0,7 8-1,0 8-347,0 2 1,0 5 0,2-5 0,1 2-242,3 0 0,5-8 0,-4 2 1,1-2-358,-1 2 1,0-1 0,-3 4 0,1-2-544,-1-9 1,-2-4-1,-4-12 937,-3-4 0,-27-10 0,-12-10 0</inkml:trace>
  <inkml:trace contextRef="#ctx0" brushRef="#br0">8053 13262 7764,'-33'9'0,"2"-1"0,3-3 543,6 1 0,11 1 0,6-1-1,3 5 0,11-2 0,10 0 0,12-2-462,11-3 1,15 0 0,11-1 0,11 3-375,7-2 1,-1-10 0,-2-7 0,-38 4 0,1-2 88,5-2 1,-1-2-1,3 0 1,-1-1-1,1-1 1,-1-1 0,-5 0-1,-2-2-320,36-24 0,-41 18 0,-1-2 0,32-29 525,-1-1 0,-31 8 0,-3-5 0,2-6 0,0 1 0</inkml:trace>
  <inkml:trace contextRef="#ctx0" brushRef="#br0">9426 12750 7764,'0'-26'462,"0"4"0,-2 9 0,-4 4 135,-5 1 1,-3 3-1,-3 7 1,1 5-14,-1 10 1,1 12-1,1 11 1,2 5-118,2 6 1,7 0-1,1 8 1,6-2-437,8-3 1,11-12 0,6-9-1,5-9-368,6-6 1,3-9-1,7-7 1,1-9-156,0-10 0,-6-18 0,-2-3 0,-3-8 89,-8-4 1,-13 1-1,-12-1 1,-6 2 209,-6 4 1,-10-4-1,-14 6 1,-5 0 308,-3 3 0,-6 4 1,5 4-1,2 5 162,2 10 0,2 7 0,2 9 0,2 1-43,1 5 1,10 3-2444,1 8 2208,8-8 0,61-68 0,-20 18 0,0-1 0</inkml:trace>
  <inkml:trace contextRef="#ctx0" brushRef="#br0">9922 12237 7763,'16'0'264,"1"0"0,-1 0 1,3-2-1,1-2 292,2-1 1,9-2 0,2 1 0,10-3-100,4 0 0,9-6 1,1 4-1,-1-2-814,1 2 0,-3 4 0,-10 7 0,-6 0-1361,-3 0 1718,-9 0 0,-9 7 0,-10 2 0</inkml:trace>
  <inkml:trace contextRef="#ctx0" brushRef="#br0">10517 12270 7732,'-16'29'0,"-1"3"243,1 3 0,5 11 0,1 1 0,3 7 250,3-1 0,3 4 0,1-4 0,1-3-525,5-4 0,-4-8 1,5 6-1,-1 2-732,-1 2 1,1 2 0,-6-1 0,-2-1-721,-4-4 1484,-3-3 0,-30-16 0,-5-1 0</inkml:trace>
  <inkml:trace contextRef="#ctx0" brushRef="#br0">10186 13229 6671,'-16'0'2371,"9"0"1,7 0-2104,9 0 0,18 6 0,10-1 1,7-1-359,8-2 1,14-2 0,2-2-1,5-4-977,6-5 1,2-5 1066,2-6 0,-32 3 0,3-3 0,1-3 0,0-1 0</inkml:trace>
  <inkml:trace contextRef="#ctx0" brushRef="#br0">9293 11278 6537,'-76'-20'15,"0"-1"1,4 4 0,1 1-1,4 4 1,0 2 81,-2 2 1,0 3 0,1 5 0,0 4 0,-2 5-1,0 4 1,0 5 0,0 5 218,-2 3 1,1 5 0,2 2 0,0 3 0,2 7 0,0 3-1,3-1 1,0 1-274,-1 0 0,1 0 1,2 3-1,1 0 1,4-2-1,2 1 1,6 2-1,2 1 71,1 1 1,2 1 0,3 3 0,1 2 0,-1 1 0,2 1 0,4 5 0,3 3 6,5 1 1,3 3 0,5 5 0,5 0 0,4-1 0,3 1 0,3 4 0,1 2-121,1 0 1,2 1 0,6-2 0,5-1 0,1-3 0,5-1 0,5-6 0,6-3-142,4-4 0,6-3 1,4-3-1,6-4 0,5-4 1,4-4-1,1-1 1,1-2 16,3-2 0,3-3 0,7-4 0,3-6 0,8-6 0,3-5 0,3 0 0,2-1 71,-27-6 1,1 0 0,1-2 0,4-1 0,0-2 0,1-1 0,3-2 0,1-1 0,0-2 0,1-1 0,0-2 0,0-1-94,1-2 1,0-3 0,1-1 0,0 0 0,1-3 0,1-1 0,4-3 0,1-2-1,-1-1 1,2-1 0,0-1 0,0-2 183,0 0 0,-1-2 1,1-1-1,-1-4 1,1-2-1,-2 0 0,-1 1 1,0-1-1,-1-2 1,0 0-1,0-2 1,-1-1-12,-2-3 1,0-1-1,0-1 1,2 0-1,-1-1 1,-1-2 0,-5 0-1,-2-2 1,-1 0-1,-3 1 1,-2 1 0,-1-1-80,-1 0 0,-1 0 1,-3-2-1,-6 2 0,-3-1 1,-2-1-1,-1 1 0,-2-1 1,-2-1-1,-4 1 0,-2-1 1,-2-1-40,16-24 1,-6-2 0,-10 1 0,-6 0 0,-6 2 0,-6 1 0,-7 0 0,-6 1 136,-6 1 0,-7 0 0,-6 3 0,-8 2 0,-11 5 1,-6 3-1,-3 4 0,-2 2 384,-3 3 0,-2 2 0,-5 4 0,-2 2 0,-5 4 0,-3 3 0,-6 1 0,-2 3-111,-2 1 1,-2 1 0,-7 3-1,-2 3 1,6 1 0,-1 2 0,-8-1-1,-1 1-298,26 7 0,0 1 1,-2 0-1,-2 2 1,-1 1-1,-1 1 1,-3 0-1,-1 1 1,0 2-1,0 0 1,0 1-1,0 2-151,-2 0 1,1 2 0,-1 2 0,-2 1-1,0 3 1,-1 1 0,-1 2 0,0 2 0,0 0-1,1 2 1,0-1 0,1 2-24,0 0 0,0 0 0,1 0 0,1 0 0,1 0 0,1 0 0,6 1 0,2 1 0,0-1 0,2 0 1,0-1-1,2 0-762,-25 6 1,1 0 0,2-3-1,2-3 914,14-2 0,2-2 0,-1 2 0,2-2 0,11-1 0,1-1 0,0-2 0,-1 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1185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introduces how Australia picks its four-student IOI team. The goal: every student knows which stage comes next for them, when it happens, and what they need to learn for it. Dates and numbers are for the 2026 cycle and change a little each year.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Only the AIO is open: anyone can enter through their school. Every later stage is invitation only. The EGOI is the European Girls' Olympiad in Informatics; its four-person team is picked from AIIO results. The four colours used here stay fixed for the rest of the deck: teal = AIO, orange = School of Excellence, coral = AIIO and FARIO, navy = Selection School.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full cycle runs from one August to the next. The highlighted row is the hard gate, covered on the next slide. Sources: AMT pages for the AIO and the Selection School; the AIOC contest schedule for the AIIO and FARIO dates.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fact for planning. A student who first does well in the AIO in Year 12 is too late for this cycle. A Year 11 student who reaches the December school can still sit the AIIO and attend the Selection School in Year 12.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AIO is the one stage everyone in this room can do. Its score decides who is invited to the December School of Excellence. AMT does not publish the cut-off score.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official AIO syllabus. The P1–6 topic list comes from past papers, 2019 to 2026. Entry costs AUD 25.90 per student in 2026 and the entry deadline was a week before the contest.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school, not a contest: lectures, labs and practice contests. Only students invited here can later make the IOI team.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aim of the school is to take a student from "can solve AIO Problem 6" to "can attempt invitational problems" in time for the February AIIO, about eight weeks later. C++ becomes the practical choice from here on: the AIIO and the IOI accept only C++.</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AIIO = Australian Invitational Informatics Olympiad. FARIO = French-Australian Regional Informatics Olympiad. Invitation to the AIIO is based on AIO performance; a student's relative AIIO score is a main criterion for the next step.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are sat at school under supervision. Problems come in roughly increasing difficulty. Input and output are standard input and output, with no code templates. Students may not bring in saved code, so they need to be able to write their own brute force for testing.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these problems have solutions in our AIIO folder. The early subtasks of most problems need only AIO-level techniques; the full solutions need the graph, DP and data-structure material from the School of Excellence.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habits matter as much as the topics. Ask students which ones they already do in the AIO. Kth Number (2025 P4) adds one more: an interactive task where full marks need at most ⌈N/2⌉+1 queries, and the grader may adapt its answers.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2026 Informatics Selection School ran from 23 April to 1 May at UNSW, Sydney. Invitations are based on AIIO and FARIO results.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this level few new topics are taught; the school is about applying known material creatively to IOI-difficulty problems. IOI tasks usually ask students to write a function that a grader calls, instead of reading standard input.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country sends up to four secondary-school students. The IOI is held mid-year, usually between July and September.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syllabus marks each topic as included, outside of focus or excluded. The "left out" topics are explicitly excluded: knowing them gives no advantage at the IOI. The full summary is in the selection pathway document.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 card is what Lessons 1 to 4 covered. The right card is the gap between AIO Problem 6 and the AIIO. Ask: which of the right-hand topics has anyone already seen?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student to say which stage they are aiming for this year.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IOI Syllabus 2025, ioinformatics.org/files/ioi-syllabus-2025.pdf. The syllabus is updated each year by the International Scientific Committee; check the latest edition before relying on a detail.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 excluded maths (modular inverses, trigonometry, FFT) is common in other contests such as Codeforces, but will not be needed at the IOI.</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syllabus does not name segment trees or Fenwick trees directly; earlier editions listed them under statically balanced and augmented binary search trees.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705600"/>
            <a:ext cx="952500" cy="152400"/>
          </a:xfrm>
          <a:prstGeom prst="rect">
            <a:avLst/>
          </a:prstGeom>
          <a:solidFill>
            <a:srgbClr val="F9AA19"/>
          </a:solidFill>
          <a:ln w="12700">
            <a:solidFill>
              <a:srgbClr val="F9AA19"/>
            </a:solidFill>
            <a:prstDash val="solid"/>
          </a:ln>
        </p:spPr>
        <p:txBody>
          <a:bodyPr/>
          <a:lstStyle/>
          <a:p>
            <a:endParaRPr lang="en-US"/>
          </a:p>
        </p:txBody>
      </p:sp>
      <p:sp>
        <p:nvSpPr>
          <p:cNvPr id="3" name="Text 1"/>
          <p:cNvSpPr>
            <a:spLocks noGrp="1"/>
          </p:cNvSpPr>
          <p:nvPr>
            <p:ph type="body" idx="101" hasCustomPrompt="1"/>
          </p:nvPr>
        </p:nvSpPr>
        <p:spPr>
          <a:xfrm>
            <a:off x="812800" y="609600"/>
            <a:ext cx="10566400" cy="279400"/>
          </a:xfrm>
          <a:prstGeom prst="rect">
            <a:avLst/>
          </a:prstGeom>
          <a:noFill/>
          <a:ln/>
        </p:spPr>
        <p:txBody>
          <a:bodyPr wrap="square" rtlCol="0"/>
          <a:lstStyle>
            <a:lvl1pPr marL="0" indent="0">
              <a:buNone/>
              <a:defRPr lang="en-US" sz="1200" b="1" kern="0" spc="200" dirty="0">
                <a:solidFill>
                  <a:srgbClr val="287673"/>
                </a:solidFill>
                <a:latin typeface="Mulish" pitchFamily="34" charset="0"/>
                <a:ea typeface="Mulish" pitchFamily="34" charset="-122"/>
                <a:cs typeface="Mulish" pitchFamily="34" charset="-120"/>
              </a:defRPr>
            </a:lvl1pPr>
          </a:lstStyle>
          <a:p>
            <a:pPr marL="0" indent="0">
              <a:buNone/>
            </a:pPr>
            <a:endParaRPr lang="en-US" sz="1200" dirty="0"/>
          </a:p>
        </p:txBody>
      </p:sp>
      <p:sp>
        <p:nvSpPr>
          <p:cNvPr id="4" name="Text 1"/>
          <p:cNvSpPr>
            <a:spLocks noGrp="1"/>
          </p:cNvSpPr>
          <p:nvPr>
            <p:ph type="title" idx="102" hasCustomPrompt="1"/>
          </p:nvPr>
        </p:nvSpPr>
        <p:spPr>
          <a:xfrm>
            <a:off x="812800" y="952500"/>
            <a:ext cx="10566400" cy="482600"/>
          </a:xfrm>
          <a:prstGeom prst="rect">
            <a:avLst/>
          </a:prstGeom>
          <a:noFill/>
          <a:ln/>
        </p:spPr>
        <p:txBody>
          <a:bodyPr wrap="square" rtlCol="0"/>
          <a:lstStyle>
            <a:lvl1pPr marL="0" indent="0" algn="l">
              <a:buNone/>
              <a:defRPr lang="en-US" sz="2600" b="1" kern="0" spc="200" dirty="0">
                <a:solidFill>
                  <a:srgbClr val="1F2328"/>
                </a:solidFill>
                <a:latin typeface="Jost" pitchFamily="34" charset="0"/>
                <a:ea typeface="Jost" pitchFamily="34" charset="-122"/>
                <a:cs typeface="Jost" pitchFamily="34" charset="-120"/>
              </a:defRPr>
            </a:lvl1pPr>
          </a:lstStyle>
          <a:p>
            <a:pPr marL="0" indent="0" algn="l">
              <a:buNone/>
            </a:pPr>
            <a:endParaRPr lang="en-US" sz="2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tage title">
    <p:bg>
      <p:bgPr>
        <a:solidFill>
          <a:srgbClr val="FFFFFF"/>
        </a:solidFill>
        <a:effectLst/>
      </p:bgPr>
    </p:bg>
    <p:spTree>
      <p:nvGrpSpPr>
        <p:cNvPr id="1" name=""/>
        <p:cNvGrpSpPr/>
        <p:nvPr/>
      </p:nvGrpSpPr>
      <p:grpSpPr>
        <a:xfrm>
          <a:off x="0" y="0"/>
          <a:ext cx="0" cy="0"/>
          <a:chOff x="0" y="0"/>
          <a:chExt cx="0" cy="0"/>
        </a:xfrm>
      </p:grpSpPr>
      <p:pic>
        <p:nvPicPr>
          <p:cNvPr id="2" name="Image 0" descr="/tmp/claude-0/-home-claude/1222ba5a-071e-5b7a-ad17-7f7252f4bde6/scratchpad/artifact-files/c8bf8ae3-9ea2-4658-ab62-f7e0802c258a/f3e971b733e6020d790935bd71386456.png"/>
          <p:cNvPicPr>
            <a:picLocks noChangeAspect="1"/>
          </p:cNvPicPr>
          <p:nvPr/>
        </p:nvPicPr>
        <p:blipFill>
          <a:blip r:embed="rId2"/>
          <a:stretch>
            <a:fillRect/>
          </a:stretch>
        </p:blipFill>
        <p:spPr>
          <a:xfrm>
            <a:off x="8763000" y="736600"/>
            <a:ext cx="3429000" cy="6121400"/>
          </a:xfrm>
          <a:prstGeom prst="rect">
            <a:avLst/>
          </a:prstGeom>
        </p:spPr>
      </p:pic>
      <p:sp>
        <p:nvSpPr>
          <p:cNvPr id="3" name="Text 0"/>
          <p:cNvSpPr>
            <a:spLocks noGrp="1"/>
          </p:cNvSpPr>
          <p:nvPr>
            <p:ph type="body" idx="101" hasCustomPrompt="1"/>
          </p:nvPr>
        </p:nvSpPr>
        <p:spPr>
          <a:xfrm>
            <a:off x="812800" y="2095500"/>
            <a:ext cx="7302500" cy="279400"/>
          </a:xfrm>
          <a:prstGeom prst="rect">
            <a:avLst/>
          </a:prstGeom>
          <a:noFill/>
          <a:ln/>
        </p:spPr>
        <p:txBody>
          <a:bodyPr wrap="square" rtlCol="0"/>
          <a:lstStyle>
            <a:lvl1pPr marL="0" indent="0">
              <a:buNone/>
              <a:defRPr lang="en-US" sz="1300" b="1" kern="0" spc="300" dirty="0">
                <a:solidFill>
                  <a:srgbClr val="287673"/>
                </a:solidFill>
                <a:latin typeface="Mulish" pitchFamily="34" charset="0"/>
                <a:ea typeface="Mulish" pitchFamily="34" charset="-122"/>
                <a:cs typeface="Mulish" pitchFamily="34" charset="-120"/>
              </a:defRPr>
            </a:lvl1pPr>
          </a:lstStyle>
          <a:p>
            <a:pPr marL="0" indent="0">
              <a:buNone/>
            </a:pPr>
            <a:endParaRPr lang="en-US" sz="1300" dirty="0"/>
          </a:p>
        </p:txBody>
      </p:sp>
      <p:sp>
        <p:nvSpPr>
          <p:cNvPr id="4" name="Text 0"/>
          <p:cNvSpPr>
            <a:spLocks noGrp="1"/>
          </p:cNvSpPr>
          <p:nvPr>
            <p:ph type="title" idx="102" hasCustomPrompt="1"/>
          </p:nvPr>
        </p:nvSpPr>
        <p:spPr>
          <a:xfrm>
            <a:off x="812800" y="2476500"/>
            <a:ext cx="7810500" cy="1333500"/>
          </a:xfrm>
          <a:prstGeom prst="rect">
            <a:avLst/>
          </a:prstGeom>
          <a:noFill/>
          <a:ln/>
        </p:spPr>
        <p:txBody>
          <a:bodyPr wrap="square" rtlCol="0"/>
          <a:lstStyle>
            <a:lvl1pPr marL="0" indent="0" algn="l">
              <a:buNone/>
              <a:defRPr lang="en-US" sz="4400" b="1" kern="0" spc="300" dirty="0">
                <a:solidFill>
                  <a:srgbClr val="1F2328"/>
                </a:solidFill>
                <a:latin typeface="Jost" pitchFamily="34" charset="0"/>
                <a:ea typeface="Jost" pitchFamily="34" charset="-122"/>
                <a:cs typeface="Jost" pitchFamily="34" charset="-120"/>
              </a:defRPr>
            </a:lvl1pPr>
          </a:lstStyle>
          <a:p>
            <a:pPr marL="0" indent="0" algn="l">
              <a:buNone/>
            </a:pPr>
            <a:endParaRPr lang="en-US" sz="4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A2DEF4"/>
        </a:solidFill>
        <a:effectLst/>
      </p:bgPr>
    </p:bg>
    <p:spTree>
      <p:nvGrpSpPr>
        <p:cNvPr id="1" name=""/>
        <p:cNvGrpSpPr/>
        <p:nvPr/>
      </p:nvGrpSpPr>
      <p:grpSpPr>
        <a:xfrm>
          <a:off x="0" y="0"/>
          <a:ext cx="0" cy="0"/>
          <a:chOff x="0" y="0"/>
          <a:chExt cx="0" cy="0"/>
        </a:xfrm>
      </p:grpSpPr>
      <p:pic>
        <p:nvPicPr>
          <p:cNvPr id="2" name="Image 0" descr="/tmp/claude-0/-home-claude/1222ba5a-071e-5b7a-ad17-7f7252f4bde6/scratchpad/artifact-files/c8bf8ae3-9ea2-4658-ab62-f7e0802c258a/6a8cc99ce5ebcca1baaa021b0518f298.png"/>
          <p:cNvPicPr>
            <a:picLocks noChangeAspect="1"/>
          </p:cNvPicPr>
          <p:nvPr/>
        </p:nvPicPr>
        <p:blipFill>
          <a:blip r:embed="rId2"/>
          <a:stretch>
            <a:fillRect/>
          </a:stretch>
        </p:blipFill>
        <p:spPr>
          <a:xfrm>
            <a:off x="0" y="0"/>
            <a:ext cx="6858000" cy="68580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tement">
    <p:bg>
      <p:bgPr>
        <a:solidFill>
          <a:srgbClr val="0A4054"/>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112000" y="1905000"/>
            <a:ext cx="4267200" cy="320040"/>
          </a:xfrm>
          <a:prstGeom prst="rect">
            <a:avLst/>
          </a:prstGeom>
          <a:noFill/>
          <a:ln/>
        </p:spPr>
        <p:txBody>
          <a:bodyPr wrap="square" lIns="0" tIns="0" rIns="0" bIns="0" rtlCol="0" anchor="t"/>
          <a:lstStyle/>
          <a:p>
            <a:pPr marL="0" indent="0" algn="r">
              <a:buNone/>
            </a:pPr>
            <a:r>
              <a:rPr lang="en-US" sz="1300" b="1" kern="0" spc="300" dirty="0">
                <a:solidFill>
                  <a:srgbClr val="14232B"/>
                </a:solidFill>
                <a:latin typeface="Mulish" pitchFamily="34" charset="0"/>
                <a:ea typeface="Mulish" pitchFamily="34" charset="-122"/>
                <a:cs typeface="Mulish" pitchFamily="34" charset="-120"/>
              </a:rPr>
              <a:t>AUSTRALIAN</a:t>
            </a:r>
            <a:r>
              <a:rPr lang="zh-CN" altLang="en-US" sz="1300" b="1" kern="0" spc="300" dirty="0">
                <a:solidFill>
                  <a:srgbClr val="14232B"/>
                </a:solidFill>
                <a:latin typeface="Mulish" pitchFamily="34" charset="0"/>
                <a:ea typeface="Mulish" pitchFamily="34" charset="-122"/>
                <a:cs typeface="Mulish" pitchFamily="34" charset="-120"/>
              </a:rPr>
              <a:t> </a:t>
            </a:r>
            <a:r>
              <a:rPr lang="en-US" altLang="zh-CN" sz="1300" b="1" kern="0" spc="300" dirty="0">
                <a:solidFill>
                  <a:srgbClr val="14232B"/>
                </a:solidFill>
                <a:latin typeface="Mulish" pitchFamily="34" charset="0"/>
                <a:ea typeface="Mulish" pitchFamily="34" charset="-122"/>
                <a:cs typeface="Mulish" pitchFamily="34" charset="-120"/>
              </a:rPr>
              <a:t>INFORMATICS</a:t>
            </a:r>
            <a:endParaRPr lang="en-US" sz="1300" dirty="0"/>
          </a:p>
        </p:txBody>
      </p:sp>
      <p:sp>
        <p:nvSpPr>
          <p:cNvPr id="3" name="Text 1"/>
          <p:cNvSpPr txBox="1"/>
          <p:nvPr/>
        </p:nvSpPr>
        <p:spPr>
          <a:xfrm>
            <a:off x="7112000" y="2286000"/>
            <a:ext cx="4267200" cy="2095500"/>
          </a:xfrm>
          <a:prstGeom prst="rect">
            <a:avLst/>
          </a:prstGeom>
          <a:noFill/>
          <a:ln/>
        </p:spPr>
        <p:txBody>
          <a:bodyPr wrap="square" lIns="0" tIns="0" rIns="0" bIns="0" rtlCol="0" anchor="t"/>
          <a:lstStyle/>
          <a:p>
            <a:pPr marL="0" indent="0" algn="r">
              <a:lnSpc>
                <a:spcPct val="95000"/>
              </a:lnSpc>
              <a:buNone/>
            </a:pPr>
            <a:r>
              <a:rPr lang="en-US" sz="4800" b="1" kern="0" spc="200" dirty="0">
                <a:solidFill>
                  <a:srgbClr val="14232B"/>
                </a:solidFill>
                <a:latin typeface="Jost" pitchFamily="34" charset="0"/>
                <a:ea typeface="Jost" pitchFamily="34" charset="-122"/>
                <a:cs typeface="Jost" pitchFamily="34" charset="-120"/>
              </a:rPr>
              <a:t>THE SELECTION JOURNEY</a:t>
            </a:r>
            <a:endParaRPr lang="en-US" sz="4800" dirty="0"/>
          </a:p>
        </p:txBody>
      </p:sp>
      <p:sp>
        <p:nvSpPr>
          <p:cNvPr id="4" name="Text 2"/>
          <p:cNvSpPr txBox="1"/>
          <p:nvPr/>
        </p:nvSpPr>
        <p:spPr>
          <a:xfrm>
            <a:off x="7112000" y="4508500"/>
            <a:ext cx="4267200" cy="1016000"/>
          </a:xfrm>
          <a:prstGeom prst="rect">
            <a:avLst/>
          </a:prstGeom>
          <a:noFill/>
          <a:ln/>
        </p:spPr>
        <p:txBody>
          <a:bodyPr wrap="square" lIns="0" tIns="0" rIns="0" bIns="0" rtlCol="0" anchor="t"/>
          <a:lstStyle/>
          <a:p>
            <a:pPr marL="0" indent="0" algn="r">
              <a:lnSpc>
                <a:spcPct val="140000"/>
              </a:lnSpc>
              <a:buNone/>
            </a:pPr>
            <a:r>
              <a:rPr lang="en-US" sz="1500" dirty="0">
                <a:solidFill>
                  <a:srgbClr val="14232B"/>
                </a:solidFill>
                <a:latin typeface="Mulish" pitchFamily="34" charset="0"/>
                <a:ea typeface="Mulish" pitchFamily="34" charset="-122"/>
                <a:cs typeface="Mulish" pitchFamily="34" charset="-120"/>
              </a:rPr>
              <a:t>AIO → School of Excellence</a:t>
            </a:r>
            <a:endParaRPr lang="en-US" sz="1500" dirty="0"/>
          </a:p>
          <a:p>
            <a:pPr marL="0" indent="0" algn="r">
              <a:lnSpc>
                <a:spcPct val="140000"/>
              </a:lnSpc>
              <a:buNone/>
            </a:pPr>
            <a:r>
              <a:rPr lang="en-US" sz="1500" dirty="0">
                <a:solidFill>
                  <a:srgbClr val="14232B"/>
                </a:solidFill>
                <a:latin typeface="Mulish" pitchFamily="34" charset="0"/>
                <a:ea typeface="Mulish" pitchFamily="34" charset="-122"/>
                <a:cs typeface="Mulish" pitchFamily="34" charset="-120"/>
              </a:rPr>
              <a:t>→ AIIO and FARIO</a:t>
            </a:r>
            <a:endParaRPr lang="en-US" sz="1500" dirty="0"/>
          </a:p>
          <a:p>
            <a:pPr marL="0" indent="0" algn="r">
              <a:lnSpc>
                <a:spcPct val="140000"/>
              </a:lnSpc>
              <a:buNone/>
            </a:pPr>
            <a:r>
              <a:rPr lang="en-US" sz="1500" dirty="0">
                <a:solidFill>
                  <a:srgbClr val="14232B"/>
                </a:solidFill>
                <a:latin typeface="Mulish" pitchFamily="34" charset="0"/>
                <a:ea typeface="Mulish" pitchFamily="34" charset="-122"/>
                <a:cs typeface="Mulish" pitchFamily="34" charset="-120"/>
              </a:rPr>
              <a:t>→ Selection School → IOI</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12800" y="609600"/>
            <a:ext cx="10566400" cy="279400"/>
          </a:xfrm>
          <a:prstGeom prst="rect">
            <a:avLst/>
          </a:prstGeom>
          <a:noFill/>
          <a:ln/>
        </p:spPr>
        <p:txBody>
          <a:bodyPr wrap="square" lIns="0" tIns="0" rIns="0" bIns="0" rtlCol="0" anchor="t"/>
          <a:lstStyle/>
          <a:p>
            <a:pPr marL="0" indent="0">
              <a:buNone/>
            </a:pPr>
            <a:r>
              <a:rPr lang="en-US" sz="1200" b="1" kern="0" spc="200" dirty="0">
                <a:solidFill>
                  <a:srgbClr val="287673"/>
                </a:solidFill>
                <a:latin typeface="Mulish" pitchFamily="34" charset="0"/>
                <a:ea typeface="Mulish" pitchFamily="34" charset="-122"/>
                <a:cs typeface="Mulish" pitchFamily="34" charset="-120"/>
              </a:rPr>
              <a:t>THE ROUTE</a:t>
            </a:r>
            <a:endParaRPr lang="en-US" sz="1200" dirty="0"/>
          </a:p>
        </p:txBody>
      </p:sp>
      <p:sp>
        <p:nvSpPr>
          <p:cNvPr id="3" name="Text 1"/>
          <p:cNvSpPr>
            <a:spLocks noGrp="1"/>
          </p:cNvSpPr>
          <p:nvPr>
            <p:ph type="title" idx="102" hasCustomPrompt="1"/>
          </p:nvPr>
        </p:nvSpPr>
        <p:spPr>
          <a:xfrm>
            <a:off x="812800" y="952500"/>
            <a:ext cx="10566400" cy="482600"/>
          </a:xfrm>
          <a:prstGeom prst="rect">
            <a:avLst/>
          </a:prstGeom>
          <a:noFill/>
          <a:ln/>
        </p:spPr>
        <p:txBody>
          <a:bodyPr wrap="square" lIns="0" tIns="0" rIns="0" bIns="0" rtlCol="0" anchor="t"/>
          <a:lstStyle/>
          <a:p>
            <a:pPr marL="0" indent="0" algn="l">
              <a:buNone/>
            </a:pPr>
            <a:r>
              <a:rPr lang="en-US" sz="2600" b="1" kern="0" spc="200" dirty="0">
                <a:solidFill>
                  <a:srgbClr val="1F2328"/>
                </a:solidFill>
                <a:latin typeface="Jost" pitchFamily="34" charset="0"/>
                <a:ea typeface="Jost" pitchFamily="34" charset="-122"/>
                <a:cs typeface="Jost" pitchFamily="34" charset="-120"/>
              </a:rPr>
              <a:t>FOUR STAGES TO THE IOI TEAM</a:t>
            </a:r>
            <a:endParaRPr lang="en-US" sz="2600" dirty="0"/>
          </a:p>
        </p:txBody>
      </p:sp>
      <p:sp>
        <p:nvSpPr>
          <p:cNvPr id="4" name="Shape 2"/>
          <p:cNvSpPr/>
          <p:nvPr/>
        </p:nvSpPr>
        <p:spPr>
          <a:xfrm>
            <a:off x="812800" y="1638300"/>
            <a:ext cx="1676400" cy="1460500"/>
          </a:xfrm>
          <a:prstGeom prst="rect">
            <a:avLst/>
          </a:prstGeom>
          <a:solidFill>
            <a:srgbClr val="FFFFFF"/>
          </a:solidFill>
          <a:ln w="9525">
            <a:solidFill>
              <a:srgbClr val="DADDE0"/>
            </a:solidFill>
            <a:prstDash val="solid"/>
          </a:ln>
        </p:spPr>
        <p:txBody>
          <a:bodyPr/>
          <a:lstStyle/>
          <a:p>
            <a:endParaRPr lang="en-AU"/>
          </a:p>
        </p:txBody>
      </p:sp>
      <p:sp>
        <p:nvSpPr>
          <p:cNvPr id="5" name="Shape 3"/>
          <p:cNvSpPr/>
          <p:nvPr/>
        </p:nvSpPr>
        <p:spPr>
          <a:xfrm>
            <a:off x="812800" y="1638300"/>
            <a:ext cx="1676400" cy="63500"/>
          </a:xfrm>
          <a:prstGeom prst="rect">
            <a:avLst/>
          </a:prstGeom>
          <a:solidFill>
            <a:srgbClr val="3E9A97"/>
          </a:solidFill>
          <a:ln w="12700">
            <a:solidFill>
              <a:srgbClr val="3E9A97"/>
            </a:solidFill>
            <a:prstDash val="solid"/>
          </a:ln>
        </p:spPr>
        <p:txBody>
          <a:bodyPr/>
          <a:lstStyle/>
          <a:p>
            <a:endParaRPr lang="en-AU"/>
          </a:p>
        </p:txBody>
      </p:sp>
      <p:sp>
        <p:nvSpPr>
          <p:cNvPr id="6" name="Text 4"/>
          <p:cNvSpPr txBox="1"/>
          <p:nvPr/>
        </p:nvSpPr>
        <p:spPr>
          <a:xfrm>
            <a:off x="965200" y="1828800"/>
            <a:ext cx="1371600" cy="274320"/>
          </a:xfrm>
          <a:prstGeom prst="rect">
            <a:avLst/>
          </a:prstGeom>
          <a:noFill/>
          <a:ln/>
        </p:spPr>
        <p:txBody>
          <a:bodyPr wrap="square" lIns="0" tIns="0" rIns="0" bIns="0" rtlCol="0" anchor="t"/>
          <a:lstStyle/>
          <a:p>
            <a:pPr marL="0" indent="0">
              <a:buNone/>
            </a:pPr>
            <a:r>
              <a:rPr lang="en-US" sz="1200" b="1" kern="0" spc="200" dirty="0">
                <a:solidFill>
                  <a:srgbClr val="5D6670"/>
                </a:solidFill>
                <a:latin typeface="Mulish" pitchFamily="34" charset="0"/>
                <a:ea typeface="Mulish" pitchFamily="34" charset="-122"/>
                <a:cs typeface="Mulish" pitchFamily="34" charset="-120"/>
              </a:rPr>
              <a:t>AUGUST</a:t>
            </a:r>
            <a:endParaRPr lang="en-US" sz="1200" dirty="0"/>
          </a:p>
        </p:txBody>
      </p:sp>
      <p:sp>
        <p:nvSpPr>
          <p:cNvPr id="7" name="Text 5"/>
          <p:cNvSpPr txBox="1"/>
          <p:nvPr/>
        </p:nvSpPr>
        <p:spPr>
          <a:xfrm>
            <a:off x="965200" y="2057400"/>
            <a:ext cx="1371600" cy="508000"/>
          </a:xfrm>
          <a:prstGeom prst="rect">
            <a:avLst/>
          </a:prstGeom>
          <a:noFill/>
          <a:ln/>
        </p:spPr>
        <p:txBody>
          <a:bodyPr wrap="square" lIns="0" tIns="0" rIns="0" bIns="0" rtlCol="0" anchor="t"/>
          <a:lstStyle/>
          <a:p>
            <a:pPr marL="0" indent="0">
              <a:buNone/>
            </a:pPr>
            <a:r>
              <a:rPr lang="en-US" sz="1600" b="1" dirty="0">
                <a:solidFill>
                  <a:srgbClr val="1F2328"/>
                </a:solidFill>
                <a:latin typeface="Jost" pitchFamily="34" charset="0"/>
                <a:ea typeface="Jost" pitchFamily="34" charset="-122"/>
                <a:cs typeface="Jost" pitchFamily="34" charset="-120"/>
              </a:rPr>
              <a:t>AIO</a:t>
            </a:r>
            <a:endParaRPr lang="en-US" sz="1600" dirty="0"/>
          </a:p>
        </p:txBody>
      </p:sp>
      <p:sp>
        <p:nvSpPr>
          <p:cNvPr id="8" name="Text 6"/>
          <p:cNvSpPr txBox="1"/>
          <p:nvPr/>
        </p:nvSpPr>
        <p:spPr>
          <a:xfrm>
            <a:off x="965200" y="2590800"/>
            <a:ext cx="1371600" cy="444500"/>
          </a:xfrm>
          <a:prstGeom prst="rect">
            <a:avLst/>
          </a:prstGeom>
          <a:noFill/>
          <a:ln/>
        </p:spPr>
        <p:txBody>
          <a:bodyPr wrap="square" lIns="0" tIns="0" rIns="0" bIns="0" rtlCol="0" anchor="t"/>
          <a:lstStyle/>
          <a:p>
            <a:pPr marL="0" indent="0">
              <a:buNone/>
            </a:pPr>
            <a:r>
              <a:rPr lang="en-US" sz="1200" dirty="0">
                <a:solidFill>
                  <a:srgbClr val="4D5560"/>
                </a:solidFill>
                <a:latin typeface="Mulish" pitchFamily="34" charset="0"/>
                <a:ea typeface="Mulish" pitchFamily="34" charset="-122"/>
                <a:cs typeface="Mulish" pitchFamily="34" charset="-120"/>
              </a:rPr>
              <a:t>Open to any school student</a:t>
            </a:r>
            <a:endParaRPr lang="en-US" sz="1200" dirty="0"/>
          </a:p>
        </p:txBody>
      </p:sp>
      <p:sp>
        <p:nvSpPr>
          <p:cNvPr id="9" name="Text 7"/>
          <p:cNvSpPr txBox="1"/>
          <p:nvPr/>
        </p:nvSpPr>
        <p:spPr>
          <a:xfrm>
            <a:off x="2540000" y="2082800"/>
            <a:ext cx="266700" cy="365760"/>
          </a:xfrm>
          <a:prstGeom prst="rect">
            <a:avLst/>
          </a:prstGeom>
          <a:noFill/>
          <a:ln/>
        </p:spPr>
        <p:txBody>
          <a:bodyPr wrap="square" lIns="0" tIns="0" rIns="0" bIns="0" rtlCol="0" anchor="t"/>
          <a:lstStyle/>
          <a:p>
            <a:pPr marL="0" indent="0" algn="ctr">
              <a:buNone/>
            </a:pPr>
            <a:r>
              <a:rPr lang="en-US" sz="2200" dirty="0">
                <a:solidFill>
                  <a:srgbClr val="8A9199"/>
                </a:solidFill>
                <a:latin typeface="Mulish" pitchFamily="34" charset="0"/>
                <a:ea typeface="Mulish" pitchFamily="34" charset="-122"/>
                <a:cs typeface="Mulish" pitchFamily="34" charset="-120"/>
              </a:rPr>
              <a:t>→</a:t>
            </a:r>
            <a:endParaRPr lang="en-US" sz="2200" dirty="0"/>
          </a:p>
        </p:txBody>
      </p:sp>
      <p:sp>
        <p:nvSpPr>
          <p:cNvPr id="10" name="Shape 8"/>
          <p:cNvSpPr/>
          <p:nvPr/>
        </p:nvSpPr>
        <p:spPr>
          <a:xfrm>
            <a:off x="2857500" y="1638300"/>
            <a:ext cx="1676400" cy="1460500"/>
          </a:xfrm>
          <a:prstGeom prst="rect">
            <a:avLst/>
          </a:prstGeom>
          <a:solidFill>
            <a:srgbClr val="FFFFFF"/>
          </a:solidFill>
          <a:ln w="9525">
            <a:solidFill>
              <a:srgbClr val="DADDE0"/>
            </a:solidFill>
            <a:prstDash val="solid"/>
          </a:ln>
        </p:spPr>
        <p:txBody>
          <a:bodyPr/>
          <a:lstStyle/>
          <a:p>
            <a:endParaRPr lang="en-AU"/>
          </a:p>
        </p:txBody>
      </p:sp>
      <p:sp>
        <p:nvSpPr>
          <p:cNvPr id="11" name="Shape 9"/>
          <p:cNvSpPr/>
          <p:nvPr/>
        </p:nvSpPr>
        <p:spPr>
          <a:xfrm>
            <a:off x="2857500" y="1638300"/>
            <a:ext cx="1676400" cy="63500"/>
          </a:xfrm>
          <a:prstGeom prst="rect">
            <a:avLst/>
          </a:prstGeom>
          <a:solidFill>
            <a:srgbClr val="E0960F"/>
          </a:solidFill>
          <a:ln w="12700">
            <a:solidFill>
              <a:srgbClr val="E0960F"/>
            </a:solidFill>
            <a:prstDash val="solid"/>
          </a:ln>
        </p:spPr>
        <p:txBody>
          <a:bodyPr/>
          <a:lstStyle/>
          <a:p>
            <a:endParaRPr lang="en-AU"/>
          </a:p>
        </p:txBody>
      </p:sp>
      <p:sp>
        <p:nvSpPr>
          <p:cNvPr id="12" name="Text 10"/>
          <p:cNvSpPr txBox="1"/>
          <p:nvPr/>
        </p:nvSpPr>
        <p:spPr>
          <a:xfrm>
            <a:off x="3009900" y="1828800"/>
            <a:ext cx="1371600" cy="274320"/>
          </a:xfrm>
          <a:prstGeom prst="rect">
            <a:avLst/>
          </a:prstGeom>
          <a:noFill/>
          <a:ln/>
        </p:spPr>
        <p:txBody>
          <a:bodyPr wrap="square" lIns="0" tIns="0" rIns="0" bIns="0" rtlCol="0" anchor="t"/>
          <a:lstStyle/>
          <a:p>
            <a:pPr marL="0" indent="0">
              <a:buNone/>
            </a:pPr>
            <a:r>
              <a:rPr lang="en-US" sz="1200" b="1" kern="0" spc="200" dirty="0">
                <a:solidFill>
                  <a:srgbClr val="5D6670"/>
                </a:solidFill>
                <a:latin typeface="Mulish" pitchFamily="34" charset="0"/>
                <a:ea typeface="Mulish" pitchFamily="34" charset="-122"/>
                <a:cs typeface="Mulish" pitchFamily="34" charset="-120"/>
              </a:rPr>
              <a:t>DECEMBER</a:t>
            </a:r>
            <a:endParaRPr lang="en-US" sz="1200" dirty="0"/>
          </a:p>
        </p:txBody>
      </p:sp>
      <p:sp>
        <p:nvSpPr>
          <p:cNvPr id="13" name="Text 11"/>
          <p:cNvSpPr txBox="1"/>
          <p:nvPr/>
        </p:nvSpPr>
        <p:spPr>
          <a:xfrm>
            <a:off x="3009900" y="2057400"/>
            <a:ext cx="1371600" cy="508000"/>
          </a:xfrm>
          <a:prstGeom prst="rect">
            <a:avLst/>
          </a:prstGeom>
          <a:noFill/>
          <a:ln/>
        </p:spPr>
        <p:txBody>
          <a:bodyPr wrap="square" lIns="0" tIns="0" rIns="0" bIns="0" rtlCol="0" anchor="t"/>
          <a:lstStyle/>
          <a:p>
            <a:pPr marL="0" indent="0">
              <a:buNone/>
            </a:pPr>
            <a:r>
              <a:rPr lang="en-US" sz="1600" b="1" dirty="0">
                <a:solidFill>
                  <a:srgbClr val="1F2328"/>
                </a:solidFill>
                <a:latin typeface="Jost" pitchFamily="34" charset="0"/>
                <a:ea typeface="Jost" pitchFamily="34" charset="-122"/>
                <a:cs typeface="Jost" pitchFamily="34" charset="-120"/>
              </a:rPr>
              <a:t>School of Excellence</a:t>
            </a:r>
            <a:endParaRPr lang="en-US" sz="1600" dirty="0"/>
          </a:p>
        </p:txBody>
      </p:sp>
      <p:sp>
        <p:nvSpPr>
          <p:cNvPr id="14" name="Text 12"/>
          <p:cNvSpPr txBox="1"/>
          <p:nvPr/>
        </p:nvSpPr>
        <p:spPr>
          <a:xfrm>
            <a:off x="3009900" y="2590800"/>
            <a:ext cx="1371600" cy="444500"/>
          </a:xfrm>
          <a:prstGeom prst="rect">
            <a:avLst/>
          </a:prstGeom>
          <a:noFill/>
          <a:ln/>
        </p:spPr>
        <p:txBody>
          <a:bodyPr wrap="square" lIns="0" tIns="0" rIns="0" bIns="0" rtlCol="0" anchor="t"/>
          <a:lstStyle/>
          <a:p>
            <a:pPr marL="0" indent="0">
              <a:buNone/>
            </a:pPr>
            <a:r>
              <a:rPr lang="en-US" sz="1200" dirty="0">
                <a:solidFill>
                  <a:srgbClr val="4D5560"/>
                </a:solidFill>
                <a:latin typeface="Mulish" pitchFamily="34" charset="0"/>
                <a:ea typeface="Mulish" pitchFamily="34" charset="-122"/>
                <a:cs typeface="Mulish" pitchFamily="34" charset="-120"/>
              </a:rPr>
              <a:t>Top AIO results, Year 11 or below</a:t>
            </a:r>
            <a:endParaRPr lang="en-US" sz="1200" dirty="0"/>
          </a:p>
        </p:txBody>
      </p:sp>
      <p:sp>
        <p:nvSpPr>
          <p:cNvPr id="15" name="Text 13"/>
          <p:cNvSpPr txBox="1"/>
          <p:nvPr/>
        </p:nvSpPr>
        <p:spPr>
          <a:xfrm>
            <a:off x="4584700" y="2082800"/>
            <a:ext cx="266700" cy="365760"/>
          </a:xfrm>
          <a:prstGeom prst="rect">
            <a:avLst/>
          </a:prstGeom>
          <a:noFill/>
          <a:ln/>
        </p:spPr>
        <p:txBody>
          <a:bodyPr wrap="square" lIns="0" tIns="0" rIns="0" bIns="0" rtlCol="0" anchor="t"/>
          <a:lstStyle/>
          <a:p>
            <a:pPr marL="0" indent="0" algn="ctr">
              <a:buNone/>
            </a:pPr>
            <a:r>
              <a:rPr lang="en-US" sz="2200" dirty="0">
                <a:solidFill>
                  <a:srgbClr val="8A9199"/>
                </a:solidFill>
                <a:latin typeface="Mulish" pitchFamily="34" charset="0"/>
                <a:ea typeface="Mulish" pitchFamily="34" charset="-122"/>
                <a:cs typeface="Mulish" pitchFamily="34" charset="-120"/>
              </a:rPr>
              <a:t>→</a:t>
            </a:r>
            <a:endParaRPr lang="en-US" sz="2200" dirty="0"/>
          </a:p>
        </p:txBody>
      </p:sp>
      <p:sp>
        <p:nvSpPr>
          <p:cNvPr id="16" name="Shape 14"/>
          <p:cNvSpPr/>
          <p:nvPr/>
        </p:nvSpPr>
        <p:spPr>
          <a:xfrm>
            <a:off x="4902200" y="1638300"/>
            <a:ext cx="1676400" cy="1460500"/>
          </a:xfrm>
          <a:prstGeom prst="rect">
            <a:avLst/>
          </a:prstGeom>
          <a:solidFill>
            <a:srgbClr val="FFFFFF"/>
          </a:solidFill>
          <a:ln w="9525">
            <a:solidFill>
              <a:srgbClr val="DADDE0"/>
            </a:solidFill>
            <a:prstDash val="solid"/>
          </a:ln>
        </p:spPr>
        <p:txBody>
          <a:bodyPr/>
          <a:lstStyle/>
          <a:p>
            <a:endParaRPr lang="en-AU"/>
          </a:p>
        </p:txBody>
      </p:sp>
      <p:sp>
        <p:nvSpPr>
          <p:cNvPr id="17" name="Shape 15"/>
          <p:cNvSpPr/>
          <p:nvPr/>
        </p:nvSpPr>
        <p:spPr>
          <a:xfrm>
            <a:off x="4902200" y="1638300"/>
            <a:ext cx="1676400" cy="63500"/>
          </a:xfrm>
          <a:prstGeom prst="rect">
            <a:avLst/>
          </a:prstGeom>
          <a:solidFill>
            <a:srgbClr val="E46F69"/>
          </a:solidFill>
          <a:ln w="12700">
            <a:solidFill>
              <a:srgbClr val="E46F69"/>
            </a:solidFill>
            <a:prstDash val="solid"/>
          </a:ln>
        </p:spPr>
        <p:txBody>
          <a:bodyPr/>
          <a:lstStyle/>
          <a:p>
            <a:endParaRPr lang="en-AU"/>
          </a:p>
        </p:txBody>
      </p:sp>
      <p:sp>
        <p:nvSpPr>
          <p:cNvPr id="18" name="Text 16"/>
          <p:cNvSpPr txBox="1"/>
          <p:nvPr/>
        </p:nvSpPr>
        <p:spPr>
          <a:xfrm>
            <a:off x="5054600" y="1828800"/>
            <a:ext cx="1371600" cy="274320"/>
          </a:xfrm>
          <a:prstGeom prst="rect">
            <a:avLst/>
          </a:prstGeom>
          <a:noFill/>
          <a:ln/>
        </p:spPr>
        <p:txBody>
          <a:bodyPr wrap="square" lIns="0" tIns="0" rIns="0" bIns="0" rtlCol="0" anchor="t"/>
          <a:lstStyle/>
          <a:p>
            <a:pPr marL="0" indent="0">
              <a:buNone/>
            </a:pPr>
            <a:r>
              <a:rPr lang="en-US" sz="1200" b="1" kern="0" spc="200" dirty="0">
                <a:solidFill>
                  <a:srgbClr val="5D6670"/>
                </a:solidFill>
                <a:latin typeface="Mulish" pitchFamily="34" charset="0"/>
                <a:ea typeface="Mulish" pitchFamily="34" charset="-122"/>
                <a:cs typeface="Mulish" pitchFamily="34" charset="-120"/>
              </a:rPr>
              <a:t>FEB – MAR</a:t>
            </a:r>
            <a:endParaRPr lang="en-US" sz="1200" dirty="0"/>
          </a:p>
        </p:txBody>
      </p:sp>
      <p:sp>
        <p:nvSpPr>
          <p:cNvPr id="19" name="Text 17"/>
          <p:cNvSpPr txBox="1"/>
          <p:nvPr/>
        </p:nvSpPr>
        <p:spPr>
          <a:xfrm>
            <a:off x="5054600" y="2057400"/>
            <a:ext cx="1371600" cy="508000"/>
          </a:xfrm>
          <a:prstGeom prst="rect">
            <a:avLst/>
          </a:prstGeom>
          <a:noFill/>
          <a:ln/>
        </p:spPr>
        <p:txBody>
          <a:bodyPr wrap="square" lIns="0" tIns="0" rIns="0" bIns="0" rtlCol="0" anchor="t"/>
          <a:lstStyle/>
          <a:p>
            <a:pPr marL="0" indent="0">
              <a:buNone/>
            </a:pPr>
            <a:r>
              <a:rPr lang="en-US" sz="1600" b="1" dirty="0">
                <a:solidFill>
                  <a:srgbClr val="1F2328"/>
                </a:solidFill>
                <a:latin typeface="Jost" pitchFamily="34" charset="0"/>
                <a:ea typeface="Jost" pitchFamily="34" charset="-122"/>
                <a:cs typeface="Jost" pitchFamily="34" charset="-120"/>
              </a:rPr>
              <a:t>AIIO and FARIO</a:t>
            </a:r>
            <a:endParaRPr lang="en-US" sz="1600" dirty="0"/>
          </a:p>
        </p:txBody>
      </p:sp>
      <p:sp>
        <p:nvSpPr>
          <p:cNvPr id="20" name="Text 18"/>
          <p:cNvSpPr txBox="1"/>
          <p:nvPr/>
        </p:nvSpPr>
        <p:spPr>
          <a:xfrm>
            <a:off x="5054600" y="2590800"/>
            <a:ext cx="1371600" cy="444500"/>
          </a:xfrm>
          <a:prstGeom prst="rect">
            <a:avLst/>
          </a:prstGeom>
          <a:noFill/>
          <a:ln/>
        </p:spPr>
        <p:txBody>
          <a:bodyPr wrap="square" lIns="0" tIns="0" rIns="0" bIns="0" rtlCol="0" anchor="t"/>
          <a:lstStyle/>
          <a:p>
            <a:pPr marL="0" indent="0">
              <a:buNone/>
            </a:pPr>
            <a:r>
              <a:rPr lang="en-US" sz="1200" dirty="0">
                <a:solidFill>
                  <a:srgbClr val="4D5560"/>
                </a:solidFill>
                <a:latin typeface="Mulish" pitchFamily="34" charset="0"/>
                <a:ea typeface="Mulish" pitchFamily="34" charset="-122"/>
                <a:cs typeface="Mulish" pitchFamily="34" charset="-120"/>
              </a:rPr>
              <a:t>About 40 invited to the AIIO</a:t>
            </a:r>
            <a:endParaRPr lang="en-US" sz="1200" dirty="0"/>
          </a:p>
        </p:txBody>
      </p:sp>
      <p:sp>
        <p:nvSpPr>
          <p:cNvPr id="21" name="Text 19"/>
          <p:cNvSpPr txBox="1"/>
          <p:nvPr/>
        </p:nvSpPr>
        <p:spPr>
          <a:xfrm>
            <a:off x="6629400" y="2082800"/>
            <a:ext cx="266700" cy="365760"/>
          </a:xfrm>
          <a:prstGeom prst="rect">
            <a:avLst/>
          </a:prstGeom>
          <a:noFill/>
          <a:ln/>
        </p:spPr>
        <p:txBody>
          <a:bodyPr wrap="square" lIns="0" tIns="0" rIns="0" bIns="0" rtlCol="0" anchor="t"/>
          <a:lstStyle/>
          <a:p>
            <a:pPr marL="0" indent="0" algn="ctr">
              <a:buNone/>
            </a:pPr>
            <a:r>
              <a:rPr lang="en-US" sz="2200" dirty="0">
                <a:solidFill>
                  <a:srgbClr val="8A9199"/>
                </a:solidFill>
                <a:latin typeface="Mulish" pitchFamily="34" charset="0"/>
                <a:ea typeface="Mulish" pitchFamily="34" charset="-122"/>
                <a:cs typeface="Mulish" pitchFamily="34" charset="-120"/>
              </a:rPr>
              <a:t>→</a:t>
            </a:r>
            <a:endParaRPr lang="en-US" sz="2200" dirty="0"/>
          </a:p>
        </p:txBody>
      </p:sp>
      <p:sp>
        <p:nvSpPr>
          <p:cNvPr id="22" name="Shape 20"/>
          <p:cNvSpPr/>
          <p:nvPr/>
        </p:nvSpPr>
        <p:spPr>
          <a:xfrm>
            <a:off x="6946900" y="1638300"/>
            <a:ext cx="1676400" cy="1460500"/>
          </a:xfrm>
          <a:prstGeom prst="rect">
            <a:avLst/>
          </a:prstGeom>
          <a:solidFill>
            <a:srgbClr val="FFFFFF"/>
          </a:solidFill>
          <a:ln w="9525">
            <a:solidFill>
              <a:srgbClr val="DADDE0"/>
            </a:solidFill>
            <a:prstDash val="solid"/>
          </a:ln>
        </p:spPr>
        <p:txBody>
          <a:bodyPr/>
          <a:lstStyle/>
          <a:p>
            <a:endParaRPr lang="en-AU"/>
          </a:p>
        </p:txBody>
      </p:sp>
      <p:sp>
        <p:nvSpPr>
          <p:cNvPr id="23" name="Shape 21"/>
          <p:cNvSpPr/>
          <p:nvPr/>
        </p:nvSpPr>
        <p:spPr>
          <a:xfrm>
            <a:off x="6946900" y="1638300"/>
            <a:ext cx="1676400" cy="63500"/>
          </a:xfrm>
          <a:prstGeom prst="rect">
            <a:avLst/>
          </a:prstGeom>
          <a:solidFill>
            <a:srgbClr val="0A4054"/>
          </a:solidFill>
          <a:ln w="12700">
            <a:solidFill>
              <a:srgbClr val="0A4054"/>
            </a:solidFill>
            <a:prstDash val="solid"/>
          </a:ln>
        </p:spPr>
        <p:txBody>
          <a:bodyPr/>
          <a:lstStyle/>
          <a:p>
            <a:endParaRPr lang="en-AU"/>
          </a:p>
        </p:txBody>
      </p:sp>
      <p:sp>
        <p:nvSpPr>
          <p:cNvPr id="24" name="Text 22"/>
          <p:cNvSpPr txBox="1"/>
          <p:nvPr/>
        </p:nvSpPr>
        <p:spPr>
          <a:xfrm>
            <a:off x="7099300" y="1828800"/>
            <a:ext cx="1371600" cy="274320"/>
          </a:xfrm>
          <a:prstGeom prst="rect">
            <a:avLst/>
          </a:prstGeom>
          <a:noFill/>
          <a:ln/>
        </p:spPr>
        <p:txBody>
          <a:bodyPr wrap="square" lIns="0" tIns="0" rIns="0" bIns="0" rtlCol="0" anchor="t"/>
          <a:lstStyle/>
          <a:p>
            <a:pPr marL="0" indent="0">
              <a:buNone/>
            </a:pPr>
            <a:r>
              <a:rPr lang="en-US" sz="1200" b="1" kern="0" spc="200" dirty="0">
                <a:solidFill>
                  <a:srgbClr val="5D6670"/>
                </a:solidFill>
                <a:latin typeface="Mulish" pitchFamily="34" charset="0"/>
                <a:ea typeface="Mulish" pitchFamily="34" charset="-122"/>
                <a:cs typeface="Mulish" pitchFamily="34" charset="-120"/>
              </a:rPr>
              <a:t>LATE APRIL</a:t>
            </a:r>
            <a:endParaRPr lang="en-US" sz="1200" dirty="0"/>
          </a:p>
        </p:txBody>
      </p:sp>
      <p:sp>
        <p:nvSpPr>
          <p:cNvPr id="25" name="Text 23"/>
          <p:cNvSpPr txBox="1"/>
          <p:nvPr/>
        </p:nvSpPr>
        <p:spPr>
          <a:xfrm>
            <a:off x="7099300" y="2057400"/>
            <a:ext cx="1371600" cy="508000"/>
          </a:xfrm>
          <a:prstGeom prst="rect">
            <a:avLst/>
          </a:prstGeom>
          <a:noFill/>
          <a:ln/>
        </p:spPr>
        <p:txBody>
          <a:bodyPr wrap="square" lIns="0" tIns="0" rIns="0" bIns="0" rtlCol="0" anchor="t"/>
          <a:lstStyle/>
          <a:p>
            <a:pPr marL="0" indent="0">
              <a:buNone/>
            </a:pPr>
            <a:r>
              <a:rPr lang="en-US" sz="1600" b="1" dirty="0">
                <a:solidFill>
                  <a:srgbClr val="1F2328"/>
                </a:solidFill>
                <a:latin typeface="Jost" pitchFamily="34" charset="0"/>
                <a:ea typeface="Jost" pitchFamily="34" charset="-122"/>
                <a:cs typeface="Jost" pitchFamily="34" charset="-120"/>
              </a:rPr>
              <a:t>Selection School</a:t>
            </a:r>
            <a:endParaRPr lang="en-US" sz="1600" dirty="0"/>
          </a:p>
        </p:txBody>
      </p:sp>
      <p:sp>
        <p:nvSpPr>
          <p:cNvPr id="26" name="Text 24"/>
          <p:cNvSpPr txBox="1"/>
          <p:nvPr/>
        </p:nvSpPr>
        <p:spPr>
          <a:xfrm>
            <a:off x="7099300" y="2590800"/>
            <a:ext cx="1371600" cy="444500"/>
          </a:xfrm>
          <a:prstGeom prst="rect">
            <a:avLst/>
          </a:prstGeom>
          <a:noFill/>
          <a:ln/>
        </p:spPr>
        <p:txBody>
          <a:bodyPr wrap="square" lIns="0" tIns="0" rIns="0" bIns="0" rtlCol="0" anchor="t"/>
          <a:lstStyle/>
          <a:p>
            <a:pPr marL="0" indent="0">
              <a:buNone/>
            </a:pPr>
            <a:r>
              <a:rPr lang="en-US" sz="1200" dirty="0">
                <a:solidFill>
                  <a:srgbClr val="4D5560"/>
                </a:solidFill>
                <a:latin typeface="Mulish" pitchFamily="34" charset="0"/>
                <a:ea typeface="Mulish" pitchFamily="34" charset="-122"/>
                <a:cs typeface="Mulish" pitchFamily="34" charset="-120"/>
              </a:rPr>
              <a:t>19 invited in 2026</a:t>
            </a:r>
            <a:endParaRPr lang="en-US" sz="1200" dirty="0"/>
          </a:p>
        </p:txBody>
      </p:sp>
      <p:sp>
        <p:nvSpPr>
          <p:cNvPr id="27" name="Text 25"/>
          <p:cNvSpPr txBox="1"/>
          <p:nvPr/>
        </p:nvSpPr>
        <p:spPr>
          <a:xfrm>
            <a:off x="8674100" y="2082800"/>
            <a:ext cx="266700" cy="365760"/>
          </a:xfrm>
          <a:prstGeom prst="rect">
            <a:avLst/>
          </a:prstGeom>
          <a:noFill/>
          <a:ln/>
        </p:spPr>
        <p:txBody>
          <a:bodyPr wrap="square" lIns="0" tIns="0" rIns="0" bIns="0" rtlCol="0" anchor="t"/>
          <a:lstStyle/>
          <a:p>
            <a:pPr marL="0" indent="0" algn="ctr">
              <a:buNone/>
            </a:pPr>
            <a:r>
              <a:rPr lang="en-US" sz="2200" dirty="0">
                <a:solidFill>
                  <a:srgbClr val="8A9199"/>
                </a:solidFill>
                <a:latin typeface="Mulish" pitchFamily="34" charset="0"/>
                <a:ea typeface="Mulish" pitchFamily="34" charset="-122"/>
                <a:cs typeface="Mulish" pitchFamily="34" charset="-120"/>
              </a:rPr>
              <a:t>→</a:t>
            </a:r>
            <a:endParaRPr lang="en-US" sz="2200" dirty="0"/>
          </a:p>
        </p:txBody>
      </p:sp>
      <p:sp>
        <p:nvSpPr>
          <p:cNvPr id="28" name="Shape 26"/>
          <p:cNvSpPr/>
          <p:nvPr/>
        </p:nvSpPr>
        <p:spPr>
          <a:xfrm>
            <a:off x="8991600" y="1638300"/>
            <a:ext cx="1676400" cy="1460500"/>
          </a:xfrm>
          <a:prstGeom prst="rect">
            <a:avLst/>
          </a:prstGeom>
          <a:solidFill>
            <a:srgbClr val="FEF3DC"/>
          </a:solidFill>
          <a:ln w="9525">
            <a:solidFill>
              <a:srgbClr val="F3D9A4"/>
            </a:solidFill>
            <a:prstDash val="solid"/>
          </a:ln>
        </p:spPr>
        <p:txBody>
          <a:bodyPr/>
          <a:lstStyle/>
          <a:p>
            <a:endParaRPr lang="en-AU"/>
          </a:p>
        </p:txBody>
      </p:sp>
      <p:sp>
        <p:nvSpPr>
          <p:cNvPr id="29" name="Shape 27"/>
          <p:cNvSpPr/>
          <p:nvPr/>
        </p:nvSpPr>
        <p:spPr>
          <a:xfrm>
            <a:off x="8991600" y="1638300"/>
            <a:ext cx="1676400" cy="63500"/>
          </a:xfrm>
          <a:prstGeom prst="rect">
            <a:avLst/>
          </a:prstGeom>
          <a:solidFill>
            <a:srgbClr val="F9AA19"/>
          </a:solidFill>
          <a:ln w="12700">
            <a:solidFill>
              <a:srgbClr val="F9AA19"/>
            </a:solidFill>
            <a:prstDash val="solid"/>
          </a:ln>
        </p:spPr>
        <p:txBody>
          <a:bodyPr/>
          <a:lstStyle/>
          <a:p>
            <a:endParaRPr lang="en-AU"/>
          </a:p>
        </p:txBody>
      </p:sp>
      <p:sp>
        <p:nvSpPr>
          <p:cNvPr id="30" name="Text 28"/>
          <p:cNvSpPr txBox="1"/>
          <p:nvPr/>
        </p:nvSpPr>
        <p:spPr>
          <a:xfrm>
            <a:off x="9144000" y="1828800"/>
            <a:ext cx="1371600" cy="274320"/>
          </a:xfrm>
          <a:prstGeom prst="rect">
            <a:avLst/>
          </a:prstGeom>
          <a:noFill/>
          <a:ln/>
        </p:spPr>
        <p:txBody>
          <a:bodyPr wrap="square" lIns="0" tIns="0" rIns="0" bIns="0" rtlCol="0" anchor="t"/>
          <a:lstStyle/>
          <a:p>
            <a:pPr marL="0" indent="0">
              <a:buNone/>
            </a:pPr>
            <a:r>
              <a:rPr lang="en-US" sz="1200" b="1" kern="0" spc="200" dirty="0">
                <a:solidFill>
                  <a:srgbClr val="8A5300"/>
                </a:solidFill>
                <a:latin typeface="Mulish" pitchFamily="34" charset="0"/>
                <a:ea typeface="Mulish" pitchFamily="34" charset="-122"/>
                <a:cs typeface="Mulish" pitchFamily="34" charset="-120"/>
              </a:rPr>
              <a:t>MID-YEAR</a:t>
            </a:r>
            <a:endParaRPr lang="en-US" sz="1200" dirty="0"/>
          </a:p>
        </p:txBody>
      </p:sp>
      <p:sp>
        <p:nvSpPr>
          <p:cNvPr id="31" name="Text 29"/>
          <p:cNvSpPr txBox="1"/>
          <p:nvPr/>
        </p:nvSpPr>
        <p:spPr>
          <a:xfrm>
            <a:off x="9144000" y="2057400"/>
            <a:ext cx="1371600" cy="508000"/>
          </a:xfrm>
          <a:prstGeom prst="rect">
            <a:avLst/>
          </a:prstGeom>
          <a:noFill/>
          <a:ln/>
        </p:spPr>
        <p:txBody>
          <a:bodyPr wrap="square" lIns="0" tIns="0" rIns="0" bIns="0" rtlCol="0" anchor="t"/>
          <a:lstStyle/>
          <a:p>
            <a:pPr marL="0" indent="0">
              <a:buNone/>
            </a:pPr>
            <a:r>
              <a:rPr lang="en-US" sz="1600" b="1" dirty="0">
                <a:solidFill>
                  <a:srgbClr val="1F2328"/>
                </a:solidFill>
                <a:latin typeface="Jost" pitchFamily="34" charset="0"/>
                <a:ea typeface="Jost" pitchFamily="34" charset="-122"/>
                <a:cs typeface="Jost" pitchFamily="34" charset="-120"/>
              </a:rPr>
              <a:t>IOI team</a:t>
            </a:r>
            <a:endParaRPr lang="en-US" sz="1600" dirty="0"/>
          </a:p>
        </p:txBody>
      </p:sp>
      <p:sp>
        <p:nvSpPr>
          <p:cNvPr id="32" name="Text 30"/>
          <p:cNvSpPr txBox="1"/>
          <p:nvPr/>
        </p:nvSpPr>
        <p:spPr>
          <a:xfrm>
            <a:off x="9144000" y="2590800"/>
            <a:ext cx="1371600" cy="444500"/>
          </a:xfrm>
          <a:prstGeom prst="rect">
            <a:avLst/>
          </a:prstGeom>
          <a:noFill/>
          <a:ln/>
        </p:spPr>
        <p:txBody>
          <a:bodyPr wrap="square" lIns="0" tIns="0" rIns="0" bIns="0" rtlCol="0" anchor="t"/>
          <a:lstStyle/>
          <a:p>
            <a:pPr marL="0" indent="0">
              <a:buNone/>
            </a:pPr>
            <a:r>
              <a:rPr lang="en-US" sz="1200" dirty="0">
                <a:solidFill>
                  <a:srgbClr val="4D5560"/>
                </a:solidFill>
                <a:latin typeface="Mulish" pitchFamily="34" charset="0"/>
                <a:ea typeface="Mulish" pitchFamily="34" charset="-122"/>
                <a:cs typeface="Mulish" pitchFamily="34" charset="-120"/>
              </a:rPr>
              <a:t>4 students</a:t>
            </a:r>
            <a:endParaRPr lang="en-US" sz="1200" dirty="0"/>
          </a:p>
        </p:txBody>
      </p:sp>
      <p:sp>
        <p:nvSpPr>
          <p:cNvPr id="33" name="Shape 31"/>
          <p:cNvSpPr/>
          <p:nvPr/>
        </p:nvSpPr>
        <p:spPr>
          <a:xfrm>
            <a:off x="4902200" y="3251200"/>
            <a:ext cx="1676400" cy="1460500"/>
          </a:xfrm>
          <a:prstGeom prst="rect">
            <a:avLst/>
          </a:prstGeom>
          <a:solidFill>
            <a:srgbClr val="FFFFFF"/>
          </a:solidFill>
          <a:ln w="19050">
            <a:solidFill>
              <a:srgbClr val="B4BAC0"/>
            </a:solidFill>
            <a:prstDash val="dash"/>
          </a:ln>
        </p:spPr>
        <p:txBody>
          <a:bodyPr/>
          <a:lstStyle/>
          <a:p>
            <a:endParaRPr lang="en-AU"/>
          </a:p>
        </p:txBody>
      </p:sp>
      <p:sp>
        <p:nvSpPr>
          <p:cNvPr id="34" name="Text 32"/>
          <p:cNvSpPr txBox="1"/>
          <p:nvPr/>
        </p:nvSpPr>
        <p:spPr>
          <a:xfrm>
            <a:off x="5054600" y="3441700"/>
            <a:ext cx="1371600" cy="274320"/>
          </a:xfrm>
          <a:prstGeom prst="rect">
            <a:avLst/>
          </a:prstGeom>
          <a:noFill/>
          <a:ln/>
        </p:spPr>
        <p:txBody>
          <a:bodyPr wrap="square" lIns="0" tIns="0" rIns="0" bIns="0" rtlCol="0" anchor="t"/>
          <a:lstStyle/>
          <a:p>
            <a:pPr marL="0" indent="0">
              <a:buNone/>
            </a:pPr>
            <a:r>
              <a:rPr lang="en-US" sz="1200" b="1" kern="0" spc="200" dirty="0">
                <a:solidFill>
                  <a:srgbClr val="5D6670"/>
                </a:solidFill>
                <a:latin typeface="Mulish" pitchFamily="34" charset="0"/>
                <a:ea typeface="Mulish" pitchFamily="34" charset="-122"/>
                <a:cs typeface="Mulish" pitchFamily="34" charset="-120"/>
              </a:rPr>
              <a:t>↓ FROM AIIO</a:t>
            </a:r>
            <a:endParaRPr lang="en-US" sz="1200" dirty="0"/>
          </a:p>
        </p:txBody>
      </p:sp>
      <p:sp>
        <p:nvSpPr>
          <p:cNvPr id="35" name="Text 33"/>
          <p:cNvSpPr txBox="1"/>
          <p:nvPr/>
        </p:nvSpPr>
        <p:spPr>
          <a:xfrm>
            <a:off x="5054600" y="3670300"/>
            <a:ext cx="1371600" cy="508000"/>
          </a:xfrm>
          <a:prstGeom prst="rect">
            <a:avLst/>
          </a:prstGeom>
          <a:noFill/>
          <a:ln/>
        </p:spPr>
        <p:txBody>
          <a:bodyPr wrap="square" lIns="0" tIns="0" rIns="0" bIns="0" rtlCol="0" anchor="t"/>
          <a:lstStyle/>
          <a:p>
            <a:pPr marL="0" indent="0">
              <a:buNone/>
            </a:pPr>
            <a:r>
              <a:rPr lang="en-US" sz="1600" b="1" dirty="0">
                <a:solidFill>
                  <a:srgbClr val="1F2328"/>
                </a:solidFill>
                <a:latin typeface="Jost" pitchFamily="34" charset="0"/>
                <a:ea typeface="Jost" pitchFamily="34" charset="-122"/>
                <a:cs typeface="Jost" pitchFamily="34" charset="-120"/>
              </a:rPr>
              <a:t>EGOI team</a:t>
            </a:r>
            <a:endParaRPr lang="en-US" sz="1600" dirty="0"/>
          </a:p>
        </p:txBody>
      </p:sp>
      <p:sp>
        <p:nvSpPr>
          <p:cNvPr id="36" name="Text 34"/>
          <p:cNvSpPr txBox="1"/>
          <p:nvPr/>
        </p:nvSpPr>
        <p:spPr>
          <a:xfrm>
            <a:off x="5054600" y="4203700"/>
            <a:ext cx="1371600" cy="444500"/>
          </a:xfrm>
          <a:prstGeom prst="rect">
            <a:avLst/>
          </a:prstGeom>
          <a:noFill/>
          <a:ln/>
        </p:spPr>
        <p:txBody>
          <a:bodyPr wrap="square" lIns="0" tIns="0" rIns="0" bIns="0" rtlCol="0" anchor="t"/>
          <a:lstStyle/>
          <a:p>
            <a:pPr marL="0" indent="0">
              <a:buNone/>
            </a:pPr>
            <a:r>
              <a:rPr lang="en-US" sz="1200" dirty="0">
                <a:solidFill>
                  <a:srgbClr val="4D5560"/>
                </a:solidFill>
                <a:latin typeface="Mulish" pitchFamily="34" charset="0"/>
                <a:ea typeface="Mulish" pitchFamily="34" charset="-122"/>
                <a:cs typeface="Mulish" pitchFamily="34" charset="-120"/>
              </a:rPr>
              <a:t>4 girls</a:t>
            </a:r>
            <a:endParaRPr lang="en-US" sz="1200" dirty="0"/>
          </a:p>
        </p:txBody>
      </p:sp>
      <p:sp>
        <p:nvSpPr>
          <p:cNvPr id="37" name="Text 35"/>
          <p:cNvSpPr txBox="1"/>
          <p:nvPr/>
        </p:nvSpPr>
        <p:spPr>
          <a:xfrm>
            <a:off x="812800" y="5067300"/>
            <a:ext cx="10566400" cy="365760"/>
          </a:xfrm>
          <a:prstGeom prst="rect">
            <a:avLst/>
          </a:prstGeom>
          <a:noFill/>
          <a:ln/>
        </p:spPr>
        <p:txBody>
          <a:bodyPr wrap="square" lIns="0" tIns="0" rIns="0" bIns="0" rtlCol="0" anchor="t"/>
          <a:lstStyle/>
          <a:p>
            <a:pPr marL="0" indent="0">
              <a:buNone/>
            </a:pPr>
            <a:r>
              <a:rPr lang="en-US" sz="1500" b="1" dirty="0">
                <a:solidFill>
                  <a:srgbClr val="0A4054"/>
                </a:solidFill>
                <a:latin typeface="Mulish" pitchFamily="34" charset="0"/>
                <a:ea typeface="Mulish" pitchFamily="34" charset="-122"/>
                <a:cs typeface="Mulish" pitchFamily="34" charset="-120"/>
              </a:rPr>
              <a:t>Every arrow is an invitation, earned by your results at the stage before.</a:t>
            </a:r>
            <a:endParaRPr lang="en-US" sz="1500" dirty="0"/>
          </a:p>
        </p:txBody>
      </p:sp>
      <mc:AlternateContent xmlns:mc="http://schemas.openxmlformats.org/markup-compatibility/2006">
        <mc:Choice xmlns:p14="http://schemas.microsoft.com/office/powerpoint/2010/main" Requires="p14">
          <p:contentPart p14:bwMode="auto" r:id="rId3">
            <p14:nvContentPartPr>
              <p14:cNvPr id="38" name="Ink 37">
                <a:extLst>
                  <a:ext uri="{FF2B5EF4-FFF2-40B4-BE49-F238E27FC236}">
                    <a16:creationId xmlns:a16="http://schemas.microsoft.com/office/drawing/2014/main" id="{0BC59E27-8FF2-43F1-8BF5-9C0ED9E2D947}"/>
                  </a:ext>
                </a:extLst>
              </p14:cNvPr>
              <p14:cNvContentPartPr/>
              <p14:nvPr/>
            </p14:nvContentPartPr>
            <p14:xfrm>
              <a:off x="782640" y="432000"/>
              <a:ext cx="9344160" cy="5936760"/>
            </p14:xfrm>
          </p:contentPart>
        </mc:Choice>
        <mc:Fallback>
          <p:pic>
            <p:nvPicPr>
              <p:cNvPr id="38" name="Ink 37">
                <a:extLst>
                  <a:ext uri="{FF2B5EF4-FFF2-40B4-BE49-F238E27FC236}">
                    <a16:creationId xmlns:a16="http://schemas.microsoft.com/office/drawing/2014/main" id="{0BC59E27-8FF2-43F1-8BF5-9C0ED9E2D947}"/>
                  </a:ext>
                </a:extLst>
              </p:cNvPr>
              <p:cNvPicPr/>
              <p:nvPr/>
            </p:nvPicPr>
            <p:blipFill>
              <a:blip r:embed="rId4"/>
              <a:stretch>
                <a:fillRect/>
              </a:stretch>
            </p:blipFill>
            <p:spPr>
              <a:xfrm>
                <a:off x="766440" y="415800"/>
                <a:ext cx="9376560" cy="5969160"/>
              </a:xfrm>
              <a:prstGeom prst="rect">
                <a:avLst/>
              </a:prstGeom>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12800" y="609600"/>
            <a:ext cx="10566400" cy="279400"/>
          </a:xfrm>
          <a:prstGeom prst="rect">
            <a:avLst/>
          </a:prstGeom>
          <a:noFill/>
          <a:ln/>
        </p:spPr>
        <p:txBody>
          <a:bodyPr wrap="square" lIns="0" tIns="0" rIns="0" bIns="0" rtlCol="0" anchor="t"/>
          <a:lstStyle/>
          <a:p>
            <a:pPr marL="0" indent="0">
              <a:buNone/>
            </a:pPr>
            <a:r>
              <a:rPr lang="en-US" sz="1200" b="1" kern="0" spc="200" dirty="0">
                <a:solidFill>
                  <a:srgbClr val="287673"/>
                </a:solidFill>
                <a:latin typeface="Mulish" pitchFamily="34" charset="0"/>
                <a:ea typeface="Mulish" pitchFamily="34" charset="-122"/>
                <a:cs typeface="Mulish" pitchFamily="34" charset="-120"/>
              </a:rPr>
              <a:t>ONE CYCLE · AUGUST TO AUGUST</a:t>
            </a:r>
            <a:endParaRPr lang="en-US" sz="1200" dirty="0"/>
          </a:p>
        </p:txBody>
      </p:sp>
      <p:sp>
        <p:nvSpPr>
          <p:cNvPr id="3" name="Text 1"/>
          <p:cNvSpPr>
            <a:spLocks noGrp="1"/>
          </p:cNvSpPr>
          <p:nvPr>
            <p:ph type="title" idx="102" hasCustomPrompt="1"/>
          </p:nvPr>
        </p:nvSpPr>
        <p:spPr>
          <a:xfrm>
            <a:off x="812800" y="952500"/>
            <a:ext cx="10566400" cy="482600"/>
          </a:xfrm>
          <a:prstGeom prst="rect">
            <a:avLst/>
          </a:prstGeom>
          <a:noFill/>
          <a:ln/>
        </p:spPr>
        <p:txBody>
          <a:bodyPr wrap="square" lIns="0" tIns="0" rIns="0" bIns="0" rtlCol="0" anchor="t"/>
          <a:lstStyle/>
          <a:p>
            <a:pPr marL="0" indent="0" algn="l">
              <a:buNone/>
            </a:pPr>
            <a:r>
              <a:rPr lang="en-US" sz="2600" b="1" kern="0" spc="200" dirty="0">
                <a:solidFill>
                  <a:srgbClr val="1F2328"/>
                </a:solidFill>
                <a:latin typeface="Jost" pitchFamily="34" charset="0"/>
                <a:ea typeface="Jost" pitchFamily="34" charset="-122"/>
                <a:cs typeface="Jost" pitchFamily="34" charset="-120"/>
              </a:rPr>
              <a:t>THE YEAR AT A GLANCE</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638300"/>
          <a:ext cx="10566400" cy="2389632"/>
        </p:xfrm>
        <a:graphic>
          <a:graphicData uri="http://schemas.openxmlformats.org/drawingml/2006/table">
            <a:tbl>
              <a:tblPr/>
              <a:tblGrid>
                <a:gridCol w="2113280">
                  <a:extLst>
                    <a:ext uri="{9D8B030D-6E8A-4147-A177-3AD203B41FA5}">
                      <a16:colId xmlns:a16="http://schemas.microsoft.com/office/drawing/2014/main" val="20000"/>
                    </a:ext>
                  </a:extLst>
                </a:gridCol>
                <a:gridCol w="2324608">
                  <a:extLst>
                    <a:ext uri="{9D8B030D-6E8A-4147-A177-3AD203B41FA5}">
                      <a16:colId xmlns:a16="http://schemas.microsoft.com/office/drawing/2014/main" val="20001"/>
                    </a:ext>
                  </a:extLst>
                </a:gridCol>
                <a:gridCol w="3169920">
                  <a:extLst>
                    <a:ext uri="{9D8B030D-6E8A-4147-A177-3AD203B41FA5}">
                      <a16:colId xmlns:a16="http://schemas.microsoft.com/office/drawing/2014/main" val="20002"/>
                    </a:ext>
                  </a:extLst>
                </a:gridCol>
                <a:gridCol w="2958592">
                  <a:extLst>
                    <a:ext uri="{9D8B030D-6E8A-4147-A177-3AD203B41FA5}">
                      <a16:colId xmlns:a16="http://schemas.microsoft.com/office/drawing/2014/main" val="20003"/>
                    </a:ext>
                  </a:extLst>
                </a:gridCol>
              </a:tblGrid>
              <a:tr h="0">
                <a:tc>
                  <a:txBody>
                    <a:bodyPr/>
                    <a:lstStyle/>
                    <a:p>
                      <a:pPr marL="0" indent="0">
                        <a:buNone/>
                      </a:pPr>
                      <a:r>
                        <a:rPr lang="en-US" sz="1400" b="1" dirty="0">
                          <a:solidFill>
                            <a:srgbClr val="1F2328"/>
                          </a:solidFill>
                          <a:latin typeface="Mulish" pitchFamily="34" charset="0"/>
                          <a:ea typeface="Mulish" pitchFamily="34" charset="-122"/>
                          <a:cs typeface="Mulish" pitchFamily="34" charset="-120"/>
                        </a:rPr>
                        <a:t>When</a:t>
                      </a:r>
                      <a:endParaRPr lang="en-US" sz="1400" dirty="0">
                        <a:latin typeface="Mulish" charset="0"/>
                        <a:ea typeface="Mulish" charset="0"/>
                        <a:cs typeface="Mulish" charset="0"/>
                      </a:endParaRPr>
                    </a:p>
                  </a:txBody>
                  <a:tcPr marT="64008" marB="64008">
                    <a:lnL w="0" cap="flat" cmpd="sng" algn="ctr">
                      <a:noFill/>
                    </a:lnL>
                    <a:lnR w="0" cap="flat" cmpd="sng" algn="ctr">
                      <a:noFill/>
                    </a:lnR>
                    <a:lnT w="0" cap="flat" cmpd="sng" algn="ctr">
                      <a:noFill/>
                    </a:lnT>
                    <a:lnB w="19050" cap="flat" cmpd="sng" algn="ctr">
                      <a:solidFill>
                        <a:srgbClr val="1F2328"/>
                      </a:solidFill>
                      <a:prstDash val="solid"/>
                      <a:round/>
                      <a:headEnd type="none" w="med" len="med"/>
                      <a:tailEnd type="none" w="med" len="med"/>
                    </a:lnB>
                    <a:solidFill>
                      <a:srgbClr val="FFFFFF"/>
                    </a:solidFill>
                  </a:tcPr>
                </a:tc>
                <a:tc>
                  <a:txBody>
                    <a:bodyPr/>
                    <a:lstStyle/>
                    <a:p>
                      <a:pPr marL="0" indent="0">
                        <a:buNone/>
                      </a:pPr>
                      <a:r>
                        <a:rPr lang="en-US" sz="1400" b="1" dirty="0">
                          <a:solidFill>
                            <a:srgbClr val="1F2328"/>
                          </a:solidFill>
                          <a:latin typeface="Mulish" pitchFamily="34" charset="0"/>
                          <a:ea typeface="Mulish" pitchFamily="34" charset="-122"/>
                          <a:cs typeface="Mulish" pitchFamily="34" charset="-120"/>
                        </a:rPr>
                        <a:t>Stage</a:t>
                      </a:r>
                      <a:endParaRPr lang="en-US" sz="1400" dirty="0">
                        <a:latin typeface="Mulish" charset="0"/>
                        <a:ea typeface="Mulish" charset="0"/>
                        <a:cs typeface="Mulish" charset="0"/>
                      </a:endParaRPr>
                    </a:p>
                  </a:txBody>
                  <a:tcPr marT="64008" marB="64008">
                    <a:lnL w="0" cap="flat" cmpd="sng" algn="ctr">
                      <a:noFill/>
                    </a:lnL>
                    <a:lnR w="0" cap="flat" cmpd="sng" algn="ctr">
                      <a:noFill/>
                    </a:lnR>
                    <a:lnT w="0" cap="flat" cmpd="sng" algn="ctr">
                      <a:noFill/>
                    </a:lnT>
                    <a:lnB w="19050" cap="flat" cmpd="sng" algn="ctr">
                      <a:solidFill>
                        <a:srgbClr val="1F2328"/>
                      </a:solidFill>
                      <a:prstDash val="solid"/>
                      <a:round/>
                      <a:headEnd type="none" w="med" len="med"/>
                      <a:tailEnd type="none" w="med" len="med"/>
                    </a:lnB>
                    <a:solidFill>
                      <a:srgbClr val="FFFFFF"/>
                    </a:solidFill>
                  </a:tcPr>
                </a:tc>
                <a:tc>
                  <a:txBody>
                    <a:bodyPr/>
                    <a:lstStyle/>
                    <a:p>
                      <a:pPr marL="0" indent="0">
                        <a:buNone/>
                      </a:pPr>
                      <a:r>
                        <a:rPr lang="en-US" sz="1400" b="1" dirty="0">
                          <a:solidFill>
                            <a:srgbClr val="1F2328"/>
                          </a:solidFill>
                          <a:latin typeface="Mulish" pitchFamily="34" charset="0"/>
                          <a:ea typeface="Mulish" pitchFamily="34" charset="-122"/>
                          <a:cs typeface="Mulish" pitchFamily="34" charset="-120"/>
                        </a:rPr>
                        <a:t>Format</a:t>
                      </a:r>
                      <a:endParaRPr lang="en-US" sz="1400" dirty="0">
                        <a:latin typeface="Mulish" charset="0"/>
                        <a:ea typeface="Mulish" charset="0"/>
                        <a:cs typeface="Mulish" charset="0"/>
                      </a:endParaRPr>
                    </a:p>
                  </a:txBody>
                  <a:tcPr marT="64008" marB="64008">
                    <a:lnL w="0" cap="flat" cmpd="sng" algn="ctr">
                      <a:noFill/>
                    </a:lnL>
                    <a:lnR w="0" cap="flat" cmpd="sng" algn="ctr">
                      <a:noFill/>
                    </a:lnR>
                    <a:lnT w="0" cap="flat" cmpd="sng" algn="ctr">
                      <a:noFill/>
                    </a:lnT>
                    <a:lnB w="19050" cap="flat" cmpd="sng" algn="ctr">
                      <a:solidFill>
                        <a:srgbClr val="1F2328"/>
                      </a:solidFill>
                      <a:prstDash val="solid"/>
                      <a:round/>
                      <a:headEnd type="none" w="med" len="med"/>
                      <a:tailEnd type="none" w="med" len="med"/>
                    </a:lnB>
                    <a:solidFill>
                      <a:srgbClr val="FFFFFF"/>
                    </a:solidFill>
                  </a:tcPr>
                </a:tc>
                <a:tc>
                  <a:txBody>
                    <a:bodyPr/>
                    <a:lstStyle/>
                    <a:p>
                      <a:pPr marL="0" indent="0">
                        <a:buNone/>
                      </a:pPr>
                      <a:r>
                        <a:rPr lang="en-US" sz="1400" b="1" dirty="0">
                          <a:solidFill>
                            <a:srgbClr val="1F2328"/>
                          </a:solidFill>
                          <a:latin typeface="Mulish" pitchFamily="34" charset="0"/>
                          <a:ea typeface="Mulish" pitchFamily="34" charset="-122"/>
                          <a:cs typeface="Mulish" pitchFamily="34" charset="-120"/>
                        </a:rPr>
                        <a:t>Who takes part</a:t>
                      </a:r>
                      <a:endParaRPr lang="en-US" sz="1400" dirty="0">
                        <a:latin typeface="Mulish" charset="0"/>
                        <a:ea typeface="Mulish" charset="0"/>
                        <a:cs typeface="Mulish" charset="0"/>
                      </a:endParaRPr>
                    </a:p>
                  </a:txBody>
                  <a:tcPr marT="64008" marB="64008">
                    <a:lnL w="0" cap="flat" cmpd="sng" algn="ctr">
                      <a:noFill/>
                    </a:lnL>
                    <a:lnR w="0" cap="flat" cmpd="sng" algn="ctr">
                      <a:noFill/>
                    </a:lnR>
                    <a:lnT w="0" cap="flat" cmpd="sng" algn="ctr">
                      <a:noFill/>
                    </a:lnT>
                    <a:lnB w="19050" cap="flat" cmpd="sng" algn="ctr">
                      <a:solidFill>
                        <a:srgbClr val="1F232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F2328"/>
                          </a:solidFill>
                          <a:latin typeface="Mulish" pitchFamily="34" charset="0"/>
                          <a:ea typeface="Mulish" pitchFamily="34" charset="-122"/>
                          <a:cs typeface="Mulish" pitchFamily="34" charset="-120"/>
                        </a:rPr>
                        <a:t>Aug (27 Aug 2026)</a:t>
                      </a:r>
                      <a:endParaRPr lang="en-US" sz="1400" dirty="0">
                        <a:latin typeface="Mulish" charset="0"/>
                        <a:ea typeface="Mulish" charset="0"/>
                        <a:cs typeface="Mulish" charset="0"/>
                      </a:endParaRPr>
                    </a:p>
                  </a:txBody>
                  <a:tcPr marT="64008" marB="64008">
                    <a:lnL w="0" cap="flat" cmpd="sng" algn="ctr">
                      <a:noFill/>
                    </a:lnL>
                    <a:lnR w="0" cap="flat" cmpd="sng" algn="ctr">
                      <a:noFill/>
                    </a:lnR>
                    <a:lnT w="19050" cap="flat" cmpd="sng" algn="ctr">
                      <a:solidFill>
                        <a:srgbClr val="1F2328"/>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400" dirty="0">
                          <a:solidFill>
                            <a:srgbClr val="1F2328"/>
                          </a:solidFill>
                          <a:latin typeface="Mulish" pitchFamily="34" charset="0"/>
                          <a:ea typeface="Mulish" pitchFamily="34" charset="-122"/>
                          <a:cs typeface="Mulish" pitchFamily="34" charset="-120"/>
                        </a:rPr>
                        <a:t>AIO</a:t>
                      </a:r>
                      <a:endParaRPr lang="en-US" sz="1400" dirty="0">
                        <a:latin typeface="Mulish" charset="0"/>
                        <a:ea typeface="Mulish" charset="0"/>
                        <a:cs typeface="Mulish" charset="0"/>
                      </a:endParaRPr>
                    </a:p>
                  </a:txBody>
                  <a:tcPr marT="64008" marB="64008">
                    <a:lnL w="0" cap="flat" cmpd="sng" algn="ctr">
                      <a:noFill/>
                    </a:lnL>
                    <a:lnR w="0" cap="flat" cmpd="sng" algn="ctr">
                      <a:noFill/>
                    </a:lnR>
                    <a:lnT w="19050" cap="flat" cmpd="sng" algn="ctr">
                      <a:solidFill>
                        <a:srgbClr val="1F2328"/>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400" dirty="0">
                          <a:solidFill>
                            <a:srgbClr val="1F2328"/>
                          </a:solidFill>
                          <a:latin typeface="Mulish" pitchFamily="34" charset="0"/>
                          <a:ea typeface="Mulish" pitchFamily="34" charset="-122"/>
                          <a:cs typeface="Mulish" pitchFamily="34" charset="-120"/>
                        </a:rPr>
                        <a:t>Online contest · 6 problems · 3 h</a:t>
                      </a:r>
                      <a:endParaRPr lang="en-US" sz="1400" dirty="0">
                        <a:latin typeface="Mulish" charset="0"/>
                        <a:ea typeface="Mulish" charset="0"/>
                        <a:cs typeface="Mulish" charset="0"/>
                      </a:endParaRPr>
                    </a:p>
                  </a:txBody>
                  <a:tcPr marT="64008" marB="64008">
                    <a:lnL w="0" cap="flat" cmpd="sng" algn="ctr">
                      <a:noFill/>
                    </a:lnL>
                    <a:lnR w="0" cap="flat" cmpd="sng" algn="ctr">
                      <a:noFill/>
                    </a:lnR>
                    <a:lnT w="19050" cap="flat" cmpd="sng" algn="ctr">
                      <a:solidFill>
                        <a:srgbClr val="1F2328"/>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400" dirty="0">
                          <a:solidFill>
                            <a:srgbClr val="1F2328"/>
                          </a:solidFill>
                          <a:latin typeface="Mulish" pitchFamily="34" charset="0"/>
                          <a:ea typeface="Mulish" pitchFamily="34" charset="-122"/>
                          <a:cs typeface="Mulish" pitchFamily="34" charset="-120"/>
                        </a:rPr>
                        <a:t>Any school student</a:t>
                      </a:r>
                      <a:endParaRPr lang="en-US" sz="1400" dirty="0">
                        <a:latin typeface="Mulish" charset="0"/>
                        <a:ea typeface="Mulish" charset="0"/>
                        <a:cs typeface="Mulish" charset="0"/>
                      </a:endParaRPr>
                    </a:p>
                  </a:txBody>
                  <a:tcPr marT="64008" marB="64008">
                    <a:lnL w="0" cap="flat" cmpd="sng" algn="ctr">
                      <a:noFill/>
                    </a:lnL>
                    <a:lnR w="0" cap="flat" cmpd="sng" algn="ctr">
                      <a:noFill/>
                    </a:lnR>
                    <a:lnT w="19050" cap="flat" cmpd="sng" algn="ctr">
                      <a:solidFill>
                        <a:srgbClr val="1F2328"/>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1F2328"/>
                          </a:solidFill>
                          <a:latin typeface="Mulish" pitchFamily="34" charset="0"/>
                          <a:ea typeface="Mulish" pitchFamily="34" charset="-122"/>
                          <a:cs typeface="Mulish" pitchFamily="34" charset="-120"/>
                        </a:rPr>
                        <a:t>December</a:t>
                      </a:r>
                      <a:endParaRPr lang="en-US" sz="14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EF3DC"/>
                    </a:solidFill>
                  </a:tcPr>
                </a:tc>
                <a:tc>
                  <a:txBody>
                    <a:bodyPr/>
                    <a:lstStyle/>
                    <a:p>
                      <a:pPr marL="0" indent="0">
                        <a:buNone/>
                      </a:pPr>
                      <a:r>
                        <a:rPr lang="en-US" sz="1400" dirty="0">
                          <a:solidFill>
                            <a:srgbClr val="1F2328"/>
                          </a:solidFill>
                          <a:latin typeface="Mulish" pitchFamily="34" charset="0"/>
                          <a:ea typeface="Mulish" pitchFamily="34" charset="-122"/>
                          <a:cs typeface="Mulish" pitchFamily="34" charset="-120"/>
                        </a:rPr>
                        <a:t>School of Excellence</a:t>
                      </a:r>
                      <a:endParaRPr lang="en-US" sz="14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EF3DC"/>
                    </a:solidFill>
                  </a:tcPr>
                </a:tc>
                <a:tc>
                  <a:txBody>
                    <a:bodyPr/>
                    <a:lstStyle/>
                    <a:p>
                      <a:pPr marL="0" indent="0">
                        <a:buNone/>
                      </a:pPr>
                      <a:r>
                        <a:rPr lang="en-US" sz="1400" dirty="0">
                          <a:solidFill>
                            <a:srgbClr val="1F2328"/>
                          </a:solidFill>
                          <a:latin typeface="Mulish" pitchFamily="34" charset="0"/>
                          <a:ea typeface="Mulish" pitchFamily="34" charset="-122"/>
                          <a:cs typeface="Mulish" pitchFamily="34" charset="-120"/>
                        </a:rPr>
                        <a:t>About 10 days, live-in training</a:t>
                      </a:r>
                      <a:endParaRPr lang="en-US" sz="14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EF3DC"/>
                    </a:solidFill>
                  </a:tcPr>
                </a:tc>
                <a:tc>
                  <a:txBody>
                    <a:bodyPr/>
                    <a:lstStyle/>
                    <a:p>
                      <a:pPr marL="0" indent="0">
                        <a:buNone/>
                      </a:pPr>
                      <a:r>
                        <a:rPr lang="en-US" sz="1400" dirty="0">
                          <a:solidFill>
                            <a:srgbClr val="1F2328"/>
                          </a:solidFill>
                          <a:latin typeface="Mulish" pitchFamily="34" charset="0"/>
                          <a:ea typeface="Mulish" pitchFamily="34" charset="-122"/>
                          <a:cs typeface="Mulish" pitchFamily="34" charset="-120"/>
                        </a:rPr>
                        <a:t>Top AIO results, Year 11 or below</a:t>
                      </a:r>
                      <a:endParaRPr lang="en-US" sz="14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EF3DC"/>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1F2328"/>
                          </a:solidFill>
                          <a:latin typeface="Mulish" pitchFamily="34" charset="0"/>
                          <a:ea typeface="Mulish" pitchFamily="34" charset="-122"/>
                          <a:cs typeface="Mulish" pitchFamily="34" charset="-120"/>
                        </a:rPr>
                        <a:t>Feb (12 Feb 2026)</a:t>
                      </a:r>
                      <a:endParaRPr lang="en-US" sz="14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400" dirty="0">
                          <a:solidFill>
                            <a:srgbClr val="1F2328"/>
                          </a:solidFill>
                          <a:latin typeface="Mulish" pitchFamily="34" charset="0"/>
                          <a:ea typeface="Mulish" pitchFamily="34" charset="-122"/>
                          <a:cs typeface="Mulish" pitchFamily="34" charset="-120"/>
                        </a:rPr>
                        <a:t>AIIO</a:t>
                      </a:r>
                      <a:endParaRPr lang="en-US" sz="14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400" dirty="0">
                          <a:solidFill>
                            <a:srgbClr val="1F2328"/>
                          </a:solidFill>
                          <a:latin typeface="Mulish" pitchFamily="34" charset="0"/>
                          <a:ea typeface="Mulish" pitchFamily="34" charset="-122"/>
                          <a:cs typeface="Mulish" pitchFamily="34" charset="-120"/>
                        </a:rPr>
                        <a:t>4 problems · 4 h · C++</a:t>
                      </a:r>
                      <a:endParaRPr lang="en-US" sz="14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400" dirty="0">
                          <a:solidFill>
                            <a:srgbClr val="1F2328"/>
                          </a:solidFill>
                          <a:latin typeface="Mulish" pitchFamily="34" charset="0"/>
                          <a:ea typeface="Mulish" pitchFamily="34" charset="-122"/>
                          <a:cs typeface="Mulish" pitchFamily="34" charset="-120"/>
                        </a:rPr>
                        <a:t>About 40, Australia and NZ</a:t>
                      </a:r>
                      <a:endParaRPr lang="en-US" sz="14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1F2328"/>
                          </a:solidFill>
                          <a:latin typeface="Mulish" pitchFamily="34" charset="0"/>
                          <a:ea typeface="Mulish" pitchFamily="34" charset="-122"/>
                          <a:cs typeface="Mulish" pitchFamily="34" charset="-120"/>
                        </a:rPr>
                        <a:t>Mar (6 Mar 2026)</a:t>
                      </a:r>
                      <a:endParaRPr lang="en-US" sz="14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400" dirty="0">
                          <a:solidFill>
                            <a:srgbClr val="1F2328"/>
                          </a:solidFill>
                          <a:latin typeface="Mulish" pitchFamily="34" charset="0"/>
                          <a:ea typeface="Mulish" pitchFamily="34" charset="-122"/>
                          <a:cs typeface="Mulish" pitchFamily="34" charset="-120"/>
                        </a:rPr>
                        <a:t>FARIO</a:t>
                      </a:r>
                      <a:endParaRPr lang="en-US" sz="14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400" dirty="0">
                          <a:solidFill>
                            <a:srgbClr val="1F2328"/>
                          </a:solidFill>
                          <a:latin typeface="Mulish" pitchFamily="34" charset="0"/>
                          <a:ea typeface="Mulish" pitchFamily="34" charset="-122"/>
                          <a:cs typeface="Mulish" pitchFamily="34" charset="-120"/>
                        </a:rPr>
                        <a:t>Same format as the AIIO</a:t>
                      </a:r>
                      <a:endParaRPr lang="en-US" sz="14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400" dirty="0">
                          <a:solidFill>
                            <a:srgbClr val="1F2328"/>
                          </a:solidFill>
                          <a:latin typeface="Mulish" pitchFamily="34" charset="0"/>
                          <a:ea typeface="Mulish" pitchFamily="34" charset="-122"/>
                          <a:cs typeface="Mulish" pitchFamily="34" charset="-120"/>
                        </a:rPr>
                        <a:t>IOI candidates</a:t>
                      </a:r>
                      <a:endParaRPr lang="en-US" sz="14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400" dirty="0">
                          <a:solidFill>
                            <a:srgbClr val="1F2328"/>
                          </a:solidFill>
                          <a:latin typeface="Mulish" pitchFamily="34" charset="0"/>
                          <a:ea typeface="Mulish" pitchFamily="34" charset="-122"/>
                          <a:cs typeface="Mulish" pitchFamily="34" charset="-120"/>
                        </a:rPr>
                        <a:t>Apr (23 Apr – 1 May 2026)</a:t>
                      </a:r>
                      <a:endParaRPr lang="en-US" sz="14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400" dirty="0">
                          <a:solidFill>
                            <a:srgbClr val="1F2328"/>
                          </a:solidFill>
                          <a:latin typeface="Mulish" pitchFamily="34" charset="0"/>
                          <a:ea typeface="Mulish" pitchFamily="34" charset="-122"/>
                          <a:cs typeface="Mulish" pitchFamily="34" charset="-120"/>
                        </a:rPr>
                        <a:t>Selection School</a:t>
                      </a:r>
                      <a:endParaRPr lang="en-US" sz="14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400" dirty="0">
                          <a:solidFill>
                            <a:srgbClr val="1F2328"/>
                          </a:solidFill>
                          <a:latin typeface="Mulish" pitchFamily="34" charset="0"/>
                          <a:ea typeface="Mulish" pitchFamily="34" charset="-122"/>
                          <a:cs typeface="Mulish" pitchFamily="34" charset="-120"/>
                        </a:rPr>
                        <a:t>Live-in school + selection exams</a:t>
                      </a:r>
                      <a:endParaRPr lang="en-US" sz="14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400" dirty="0">
                          <a:solidFill>
                            <a:srgbClr val="1F2328"/>
                          </a:solidFill>
                          <a:latin typeface="Mulish" pitchFamily="34" charset="0"/>
                          <a:ea typeface="Mulish" pitchFamily="34" charset="-122"/>
                          <a:cs typeface="Mulish" pitchFamily="34" charset="-120"/>
                        </a:rPr>
                        <a:t>19 students in 2026</a:t>
                      </a:r>
                      <a:endParaRPr lang="en-US" sz="14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400" dirty="0">
                          <a:solidFill>
                            <a:srgbClr val="1F2328"/>
                          </a:solidFill>
                          <a:latin typeface="Mulish" pitchFamily="34" charset="0"/>
                          <a:ea typeface="Mulish" pitchFamily="34" charset="-122"/>
                          <a:cs typeface="Mulish" pitchFamily="34" charset="-120"/>
                        </a:rPr>
                        <a:t>Aug (Tashkent, 2026)</a:t>
                      </a:r>
                      <a:endParaRPr lang="en-US" sz="14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400" dirty="0">
                          <a:solidFill>
                            <a:srgbClr val="1F2328"/>
                          </a:solidFill>
                          <a:latin typeface="Mulish" pitchFamily="34" charset="0"/>
                          <a:ea typeface="Mulish" pitchFamily="34" charset="-122"/>
                          <a:cs typeface="Mulish" pitchFamily="34" charset="-120"/>
                        </a:rPr>
                        <a:t>IOI</a:t>
                      </a:r>
                      <a:endParaRPr lang="en-US" sz="14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400" dirty="0">
                          <a:solidFill>
                            <a:srgbClr val="1F2328"/>
                          </a:solidFill>
                          <a:latin typeface="Mulish" pitchFamily="34" charset="0"/>
                          <a:ea typeface="Mulish" pitchFamily="34" charset="-122"/>
                          <a:cs typeface="Mulish" pitchFamily="34" charset="-120"/>
                        </a:rPr>
                        <a:t>2 days · 3 tasks a day · 5 h a day</a:t>
                      </a:r>
                      <a:endParaRPr lang="en-US" sz="14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400" dirty="0">
                          <a:solidFill>
                            <a:srgbClr val="1F2328"/>
                          </a:solidFill>
                          <a:latin typeface="Mulish" pitchFamily="34" charset="0"/>
                          <a:ea typeface="Mulish" pitchFamily="34" charset="-122"/>
                          <a:cs typeface="Mulish" pitchFamily="34" charset="-120"/>
                        </a:rPr>
                        <a:t>Team of 4</a:t>
                      </a:r>
                      <a:endParaRPr lang="en-US" sz="14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Text 2"/>
          <p:cNvSpPr txBox="1"/>
          <p:nvPr/>
        </p:nvSpPr>
        <p:spPr>
          <a:xfrm>
            <a:off x="812800" y="5461000"/>
            <a:ext cx="10566400" cy="320040"/>
          </a:xfrm>
          <a:prstGeom prst="rect">
            <a:avLst/>
          </a:prstGeom>
          <a:noFill/>
          <a:ln/>
        </p:spPr>
        <p:txBody>
          <a:bodyPr wrap="square" lIns="0" tIns="0" rIns="0" bIns="0" rtlCol="0" anchor="t"/>
          <a:lstStyle/>
          <a:p>
            <a:pPr marL="0" indent="0">
              <a:buNone/>
            </a:pPr>
            <a:r>
              <a:rPr lang="en-US" sz="1300" dirty="0">
                <a:solidFill>
                  <a:srgbClr val="4D5560"/>
                </a:solidFill>
                <a:latin typeface="Mulish" pitchFamily="34" charset="0"/>
                <a:ea typeface="Mulish" pitchFamily="34" charset="-122"/>
                <a:cs typeface="Mulish" pitchFamily="34" charset="-120"/>
              </a:rPr>
              <a:t>Dates are from the 2026 cycle. They move a little each year.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812800" y="1905000"/>
            <a:ext cx="10566400" cy="320040"/>
          </a:xfrm>
          <a:prstGeom prst="rect">
            <a:avLst/>
          </a:prstGeom>
          <a:noFill/>
          <a:ln/>
        </p:spPr>
        <p:txBody>
          <a:bodyPr wrap="square" lIns="0" tIns="0" rIns="0" bIns="0" rtlCol="0" anchor="t"/>
          <a:lstStyle/>
          <a:p>
            <a:pPr marL="0" indent="0">
              <a:buNone/>
            </a:pPr>
            <a:r>
              <a:rPr lang="en-US" sz="1300" b="1" kern="0" spc="300" dirty="0">
                <a:solidFill>
                  <a:srgbClr val="F9AA19"/>
                </a:solidFill>
                <a:latin typeface="Mulish" pitchFamily="34" charset="0"/>
                <a:ea typeface="Mulish" pitchFamily="34" charset="-122"/>
                <a:cs typeface="Mulish" pitchFamily="34" charset="-120"/>
              </a:rPr>
              <a:t>THE ONE RULE TO REMEMBER</a:t>
            </a:r>
            <a:endParaRPr lang="en-US" sz="1300" dirty="0"/>
          </a:p>
        </p:txBody>
      </p:sp>
      <p:sp>
        <p:nvSpPr>
          <p:cNvPr id="3" name="Text 1"/>
          <p:cNvSpPr txBox="1"/>
          <p:nvPr/>
        </p:nvSpPr>
        <p:spPr>
          <a:xfrm>
            <a:off x="812800" y="2349500"/>
            <a:ext cx="10566400" cy="698500"/>
          </a:xfrm>
          <a:prstGeom prst="rect">
            <a:avLst/>
          </a:prstGeom>
          <a:noFill/>
          <a:ln/>
        </p:spPr>
        <p:txBody>
          <a:bodyPr wrap="square" lIns="0" tIns="0" rIns="0" bIns="0" rtlCol="0" anchor="t"/>
          <a:lstStyle/>
          <a:p>
            <a:pPr marL="0" indent="0">
              <a:buNone/>
            </a:pPr>
            <a:r>
              <a:rPr lang="en-US" sz="4400" b="1" kern="0" spc="300" dirty="0">
                <a:solidFill>
                  <a:srgbClr val="F3F5F6"/>
                </a:solidFill>
                <a:latin typeface="Jost" pitchFamily="34" charset="0"/>
                <a:ea typeface="Jost" pitchFamily="34" charset="-122"/>
                <a:cs typeface="Jost" pitchFamily="34" charset="-120"/>
              </a:rPr>
              <a:t>YEAR 11 IS THE CUT-OFF</a:t>
            </a:r>
            <a:endParaRPr lang="en-US" sz="4400" dirty="0"/>
          </a:p>
        </p:txBody>
      </p:sp>
      <p:sp>
        <p:nvSpPr>
          <p:cNvPr id="4" name="Text 2"/>
          <p:cNvSpPr txBox="1"/>
          <p:nvPr/>
        </p:nvSpPr>
        <p:spPr>
          <a:xfrm>
            <a:off x="812800" y="3302000"/>
            <a:ext cx="8255000" cy="762000"/>
          </a:xfrm>
          <a:prstGeom prst="rect">
            <a:avLst/>
          </a:prstGeom>
          <a:noFill/>
          <a:ln/>
        </p:spPr>
        <p:txBody>
          <a:bodyPr wrap="square" lIns="0" tIns="0" rIns="0" bIns="0" rtlCol="0" anchor="t"/>
          <a:lstStyle/>
          <a:p>
            <a:pPr marL="0" indent="0">
              <a:lnSpc>
                <a:spcPct val="125000"/>
              </a:lnSpc>
              <a:buNone/>
            </a:pPr>
            <a:r>
              <a:rPr lang="en-US" sz="1800" dirty="0">
                <a:solidFill>
                  <a:srgbClr val="F3F5F6"/>
                </a:solidFill>
                <a:latin typeface="Mulish" pitchFamily="34" charset="0"/>
                <a:ea typeface="Mulish" pitchFamily="34" charset="-122"/>
                <a:cs typeface="Mulish" pitchFamily="34" charset="-120"/>
              </a:rPr>
              <a:t>The December School of Excellence only invites students in Year 11 or below, and only its invitees can go on to the IOI team.</a:t>
            </a:r>
            <a:endParaRPr lang="en-US" sz="1800" dirty="0"/>
          </a:p>
        </p:txBody>
      </p:sp>
      <p:sp>
        <p:nvSpPr>
          <p:cNvPr id="5" name="Text 3"/>
          <p:cNvSpPr txBox="1"/>
          <p:nvPr/>
        </p:nvSpPr>
        <p:spPr>
          <a:xfrm>
            <a:off x="812800" y="4318000"/>
            <a:ext cx="8255000" cy="635000"/>
          </a:xfrm>
          <a:prstGeom prst="rect">
            <a:avLst/>
          </a:prstGeom>
          <a:noFill/>
          <a:ln/>
        </p:spPr>
        <p:txBody>
          <a:bodyPr wrap="square" lIns="0" tIns="0" rIns="0" bIns="0" rtlCol="0" anchor="t"/>
          <a:lstStyle/>
          <a:p>
            <a:pPr marL="0" indent="0">
              <a:lnSpc>
                <a:spcPct val="125000"/>
              </a:lnSpc>
              <a:buNone/>
            </a:pPr>
            <a:r>
              <a:rPr lang="en-US" sz="1500" dirty="0">
                <a:solidFill>
                  <a:srgbClr val="C9D6DC"/>
                </a:solidFill>
                <a:latin typeface="Mulish" pitchFamily="34" charset="0"/>
                <a:ea typeface="Mulish" pitchFamily="34" charset="-122"/>
                <a:cs typeface="Mulish" pitchFamily="34" charset="-120"/>
              </a:rPr>
              <a:t>The 2026 Selection School had students from Year 8 to Year 12. Start early and you get more than one try.</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812800" y="2095500"/>
            <a:ext cx="7302500" cy="279400"/>
          </a:xfrm>
          <a:prstGeom prst="rect">
            <a:avLst/>
          </a:prstGeom>
          <a:noFill/>
          <a:ln/>
        </p:spPr>
        <p:txBody>
          <a:bodyPr wrap="square" lIns="0" tIns="0" rIns="0" bIns="0" rtlCol="0"/>
          <a:lstStyle/>
          <a:p>
            <a:pPr marL="0" indent="0">
              <a:buNone/>
            </a:pPr>
            <a:r>
              <a:rPr lang="en-US" sz="1300" b="1" kern="0" spc="300" dirty="0">
                <a:solidFill>
                  <a:srgbClr val="287673"/>
                </a:solidFill>
                <a:latin typeface="Mulish" pitchFamily="34" charset="0"/>
                <a:ea typeface="Mulish" pitchFamily="34" charset="-122"/>
                <a:cs typeface="Mulish" pitchFamily="34" charset="-120"/>
              </a:rPr>
              <a:t>STAGE 1 OF 4 · OPEN TO ALL</a:t>
            </a:r>
            <a:endParaRPr lang="en-US" sz="1300" dirty="0"/>
          </a:p>
        </p:txBody>
      </p:sp>
      <p:sp>
        <p:nvSpPr>
          <p:cNvPr id="3" name="Text 0"/>
          <p:cNvSpPr>
            <a:spLocks noGrp="1"/>
          </p:cNvSpPr>
          <p:nvPr>
            <p:ph type="title" idx="102" hasCustomPrompt="1"/>
          </p:nvPr>
        </p:nvSpPr>
        <p:spPr>
          <a:xfrm>
            <a:off x="812800" y="2476500"/>
            <a:ext cx="7810500" cy="1333500"/>
          </a:xfrm>
          <a:prstGeom prst="rect">
            <a:avLst/>
          </a:prstGeom>
          <a:noFill/>
          <a:ln/>
        </p:spPr>
        <p:txBody>
          <a:bodyPr wrap="square" lIns="0" tIns="0" rIns="0" bIns="0" rtlCol="0" anchor="ctr"/>
          <a:lstStyle/>
          <a:p>
            <a:pPr marL="0" indent="0" algn="l">
              <a:buNone/>
            </a:pPr>
            <a:r>
              <a:rPr lang="en-US" sz="4400" b="1" kern="0" spc="300" dirty="0">
                <a:solidFill>
                  <a:srgbClr val="1F2328"/>
                </a:solidFill>
                <a:latin typeface="Jost" pitchFamily="34" charset="0"/>
                <a:ea typeface="Jost" pitchFamily="34" charset="-122"/>
                <a:cs typeface="Jost" pitchFamily="34" charset="-120"/>
              </a:rPr>
              <a:t>AIO</a:t>
            </a:r>
            <a:endParaRPr lang="en-US" sz="4400" dirty="0"/>
          </a:p>
        </p:txBody>
      </p:sp>
      <p:sp>
        <p:nvSpPr>
          <p:cNvPr id="4" name="Text 2"/>
          <p:cNvSpPr txBox="1"/>
          <p:nvPr/>
        </p:nvSpPr>
        <p:spPr>
          <a:xfrm>
            <a:off x="812800" y="3905250"/>
            <a:ext cx="6985000" cy="698500"/>
          </a:xfrm>
          <a:prstGeom prst="rect">
            <a:avLst/>
          </a:prstGeom>
          <a:noFill/>
          <a:ln/>
        </p:spPr>
        <p:txBody>
          <a:bodyPr wrap="square" lIns="0" tIns="0" rIns="0" bIns="0" rtlCol="0" anchor="t"/>
          <a:lstStyle/>
          <a:p>
            <a:pPr marL="0" indent="0">
              <a:buNone/>
            </a:pPr>
            <a:r>
              <a:rPr lang="en-US" sz="1700" dirty="0">
                <a:solidFill>
                  <a:srgbClr val="4D5560"/>
                </a:solidFill>
                <a:latin typeface="Mulish" pitchFamily="34" charset="0"/>
                <a:ea typeface="Mulish" pitchFamily="34" charset="-122"/>
                <a:cs typeface="Mulish" pitchFamily="34" charset="-120"/>
              </a:rPr>
              <a:t>The Australian Informatics Olympiad: the only stage anyone can enter.</a:t>
            </a:r>
            <a:endParaRPr lang="en-US" sz="1700" dirty="0"/>
          </a:p>
        </p:txBody>
      </p:sp>
      <p:sp>
        <p:nvSpPr>
          <p:cNvPr id="5" name="Text 3"/>
          <p:cNvSpPr/>
          <p:nvPr/>
        </p:nvSpPr>
        <p:spPr>
          <a:xfrm>
            <a:off x="812800" y="4730750"/>
            <a:ext cx="2590800" cy="393700"/>
          </a:xfrm>
          <a:prstGeom prst="roundRect">
            <a:avLst>
              <a:gd name="adj" fmla="val 116129"/>
            </a:avLst>
          </a:prstGeom>
          <a:solidFill>
            <a:srgbClr val="E6F3F2"/>
          </a:solidFill>
          <a:ln w="19050">
            <a:solidFill>
              <a:srgbClr val="3E9A97"/>
            </a:solidFill>
          </a:ln>
        </p:spPr>
        <p:txBody>
          <a:bodyPr wrap="square" lIns="0" tIns="0" rIns="0" bIns="0" rtlCol="0" anchor="ctr"/>
          <a:lstStyle/>
          <a:p>
            <a:pPr marL="0" indent="0" algn="ctr">
              <a:buNone/>
            </a:pPr>
            <a:r>
              <a:rPr lang="en-US" sz="1400" b="1" dirty="0">
                <a:solidFill>
                  <a:srgbClr val="1F2328"/>
                </a:solidFill>
                <a:latin typeface="Mulish" pitchFamily="34" charset="0"/>
                <a:ea typeface="Mulish" pitchFamily="34" charset="-122"/>
                <a:cs typeface="Mulish" pitchFamily="34" charset="-120"/>
              </a:rPr>
              <a:t>Competition</a:t>
            </a:r>
            <a:r>
              <a:rPr lang="en-US" sz="1400" dirty="0">
                <a:solidFill>
                  <a:srgbClr val="1F2328"/>
                </a:solidFill>
                <a:latin typeface="Mulish" pitchFamily="34" charset="0"/>
                <a:ea typeface="Mulish" pitchFamily="34" charset="-122"/>
                <a:cs typeface="Mulish" pitchFamily="34" charset="-120"/>
              </a:rPr>
              <a:t> · online</a:t>
            </a:r>
            <a:endParaRPr lang="en-US" sz="1400" dirty="0"/>
          </a:p>
        </p:txBody>
      </p:sp>
      <p:sp>
        <p:nvSpPr>
          <p:cNvPr id="6" name="Text 4"/>
          <p:cNvSpPr/>
          <p:nvPr/>
        </p:nvSpPr>
        <p:spPr>
          <a:xfrm>
            <a:off x="3517900" y="4730750"/>
            <a:ext cx="1630680" cy="393700"/>
          </a:xfrm>
          <a:prstGeom prst="roundRect">
            <a:avLst>
              <a:gd name="adj" fmla="val 116129"/>
            </a:avLst>
          </a:prstGeom>
          <a:solidFill>
            <a:srgbClr val="E6F3F2"/>
          </a:solidFill>
          <a:ln w="19050">
            <a:solidFill>
              <a:srgbClr val="3E9A97"/>
            </a:solidFill>
          </a:ln>
        </p:spPr>
        <p:txBody>
          <a:bodyPr wrap="square" lIns="0" tIns="0" rIns="0" bIns="0" rtlCol="0" anchor="ctr"/>
          <a:lstStyle/>
          <a:p>
            <a:pPr marL="0" indent="0" algn="ctr">
              <a:buNone/>
            </a:pPr>
            <a:r>
              <a:rPr lang="en-US" sz="1400" b="1" dirty="0">
                <a:solidFill>
                  <a:srgbClr val="1F2328"/>
                </a:solidFill>
                <a:latin typeface="Mulish" pitchFamily="34" charset="0"/>
                <a:ea typeface="Mulish" pitchFamily="34" charset="-122"/>
                <a:cs typeface="Mulish" pitchFamily="34" charset="-120"/>
              </a:rPr>
              <a:t>Late August</a:t>
            </a:r>
            <a:endParaRPr lang="en-US" sz="1400" dirty="0"/>
          </a:p>
        </p:txBody>
      </p:sp>
      <p:sp>
        <p:nvSpPr>
          <p:cNvPr id="7" name="Text 5"/>
          <p:cNvSpPr/>
          <p:nvPr/>
        </p:nvSpPr>
        <p:spPr>
          <a:xfrm>
            <a:off x="5262880" y="4730750"/>
            <a:ext cx="3870960" cy="393700"/>
          </a:xfrm>
          <a:prstGeom prst="roundRect">
            <a:avLst>
              <a:gd name="adj" fmla="val 116129"/>
            </a:avLst>
          </a:prstGeom>
          <a:solidFill>
            <a:srgbClr val="E6F3F2"/>
          </a:solidFill>
          <a:ln w="19050">
            <a:solidFill>
              <a:srgbClr val="3E9A97"/>
            </a:solidFill>
          </a:ln>
        </p:spPr>
        <p:txBody>
          <a:bodyPr wrap="square" lIns="0" tIns="0" rIns="0" bIns="0" rtlCol="0" anchor="ctr"/>
          <a:lstStyle/>
          <a:p>
            <a:pPr marL="0" indent="0" algn="ctr">
              <a:buNone/>
            </a:pPr>
            <a:r>
              <a:rPr lang="en-US" sz="1400" b="1" dirty="0">
                <a:solidFill>
                  <a:srgbClr val="1F2328"/>
                </a:solidFill>
                <a:latin typeface="Mulish" pitchFamily="34" charset="0"/>
                <a:ea typeface="Mulish" pitchFamily="34" charset="-122"/>
                <a:cs typeface="Mulish" pitchFamily="34" charset="-120"/>
              </a:rPr>
              <a:t>Open entry</a:t>
            </a:r>
            <a:r>
              <a:rPr lang="en-US" sz="1400" dirty="0">
                <a:solidFill>
                  <a:srgbClr val="1F2328"/>
                </a:solidFill>
                <a:latin typeface="Mulish" pitchFamily="34" charset="0"/>
                <a:ea typeface="Mulish" pitchFamily="34" charset="-122"/>
                <a:cs typeface="Mulish" pitchFamily="34" charset="-120"/>
              </a:rPr>
              <a:t> · through your school</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12800" y="609600"/>
            <a:ext cx="10566400" cy="279400"/>
          </a:xfrm>
          <a:prstGeom prst="rect">
            <a:avLst/>
          </a:prstGeom>
          <a:noFill/>
          <a:ln/>
        </p:spPr>
        <p:txBody>
          <a:bodyPr wrap="square" lIns="0" tIns="0" rIns="0" bIns="0" rtlCol="0" anchor="t"/>
          <a:lstStyle/>
          <a:p>
            <a:pPr marL="0" indent="0">
              <a:buNone/>
            </a:pPr>
            <a:r>
              <a:rPr lang="en-US" sz="1200" b="1" kern="0" spc="200" dirty="0">
                <a:solidFill>
                  <a:srgbClr val="287673"/>
                </a:solidFill>
                <a:latin typeface="Mulish" pitchFamily="34" charset="0"/>
                <a:ea typeface="Mulish" pitchFamily="34" charset="-122"/>
                <a:cs typeface="Mulish" pitchFamily="34" charset="-120"/>
              </a:rPr>
              <a:t>STAGE 1 · AIO</a:t>
            </a:r>
            <a:endParaRPr lang="en-US" sz="1200" dirty="0"/>
          </a:p>
        </p:txBody>
      </p:sp>
      <p:sp>
        <p:nvSpPr>
          <p:cNvPr id="3" name="Text 1"/>
          <p:cNvSpPr>
            <a:spLocks noGrp="1"/>
          </p:cNvSpPr>
          <p:nvPr>
            <p:ph type="title" idx="102" hasCustomPrompt="1"/>
          </p:nvPr>
        </p:nvSpPr>
        <p:spPr>
          <a:xfrm>
            <a:off x="812800" y="952500"/>
            <a:ext cx="10566400" cy="482600"/>
          </a:xfrm>
          <a:prstGeom prst="rect">
            <a:avLst/>
          </a:prstGeom>
          <a:noFill/>
          <a:ln/>
        </p:spPr>
        <p:txBody>
          <a:bodyPr wrap="square" lIns="0" tIns="0" rIns="0" bIns="0" rtlCol="0" anchor="t"/>
          <a:lstStyle/>
          <a:p>
            <a:pPr marL="0" indent="0" algn="l">
              <a:buNone/>
            </a:pPr>
            <a:r>
              <a:rPr lang="en-US" sz="2600" b="1" kern="0" spc="200" dirty="0">
                <a:solidFill>
                  <a:srgbClr val="1F2328"/>
                </a:solidFill>
                <a:latin typeface="Jost" pitchFamily="34" charset="0"/>
                <a:ea typeface="Jost" pitchFamily="34" charset="-122"/>
                <a:cs typeface="Jost" pitchFamily="34" charset="-120"/>
              </a:rPr>
              <a:t>FORMAT AND SKILLS</a:t>
            </a:r>
            <a:endParaRPr lang="en-US" sz="2600" dirty="0"/>
          </a:p>
        </p:txBody>
      </p:sp>
      <p:sp>
        <p:nvSpPr>
          <p:cNvPr id="4" name="Text 2"/>
          <p:cNvSpPr txBox="1"/>
          <p:nvPr/>
        </p:nvSpPr>
        <p:spPr>
          <a:xfrm>
            <a:off x="812800" y="1638300"/>
            <a:ext cx="4559300" cy="365760"/>
          </a:xfrm>
          <a:prstGeom prst="rect">
            <a:avLst/>
          </a:prstGeom>
          <a:noFill/>
          <a:ln/>
        </p:spPr>
        <p:txBody>
          <a:bodyPr wrap="square" lIns="0" tIns="0" rIns="0" bIns="0" rtlCol="0" anchor="t"/>
          <a:lstStyle/>
          <a:p>
            <a:pPr marL="0" indent="0">
              <a:buNone/>
            </a:pPr>
            <a:r>
              <a:rPr lang="en-US" sz="1700" b="1" dirty="0">
                <a:solidFill>
                  <a:srgbClr val="1F2328"/>
                </a:solidFill>
                <a:latin typeface="Jost" pitchFamily="34" charset="0"/>
                <a:ea typeface="Jost" pitchFamily="34" charset="-122"/>
                <a:cs typeface="Jost" pitchFamily="34" charset="-120"/>
              </a:rPr>
              <a:t>The contest</a:t>
            </a:r>
            <a:endParaRPr lang="en-US" sz="1700" dirty="0"/>
          </a:p>
        </p:txBody>
      </p:sp>
      <p:sp>
        <p:nvSpPr>
          <p:cNvPr id="5" name="Text 3"/>
          <p:cNvSpPr txBox="1"/>
          <p:nvPr/>
        </p:nvSpPr>
        <p:spPr>
          <a:xfrm>
            <a:off x="812800" y="2095500"/>
            <a:ext cx="4559300" cy="3291840"/>
          </a:xfrm>
          <a:prstGeom prst="rect">
            <a:avLst/>
          </a:prstGeom>
          <a:noFill/>
          <a:ln/>
        </p:spPr>
        <p:txBody>
          <a:bodyPr wrap="square" lIns="0" tIns="0" rIns="0" bIns="0" rtlCol="0" anchor="t"/>
          <a:lstStyle/>
          <a:p>
            <a:pPr marL="177800" indent="-177800">
              <a:lnSpc>
                <a:spcPct val="115000"/>
              </a:lnSpc>
              <a:spcAft>
                <a:spcPts val="400"/>
              </a:spcAft>
              <a:buSzPct val="100000"/>
              <a:buChar char="•"/>
            </a:pPr>
            <a:r>
              <a:rPr lang="en-US" sz="1400" dirty="0">
                <a:solidFill>
                  <a:srgbClr val="4D5560"/>
                </a:solidFill>
                <a:latin typeface="Mulish" pitchFamily="34" charset="0"/>
                <a:ea typeface="Mulish" pitchFamily="34" charset="-122"/>
                <a:cs typeface="Mulish" pitchFamily="34" charset="-120"/>
              </a:rPr>
              <a:t>27 August 2026, sat online at school</a:t>
            </a:r>
            <a:endParaRPr lang="en-US" sz="1400" dirty="0"/>
          </a:p>
          <a:p>
            <a:pPr marL="177800" indent="-177800">
              <a:lnSpc>
                <a:spcPct val="115000"/>
              </a:lnSpc>
              <a:spcAft>
                <a:spcPts val="400"/>
              </a:spcAft>
              <a:buSzPct val="100000"/>
              <a:buChar char="•"/>
            </a:pPr>
            <a:r>
              <a:rPr lang="en-US" sz="1400" dirty="0">
                <a:solidFill>
                  <a:srgbClr val="4D5560"/>
                </a:solidFill>
                <a:latin typeface="Mulish" pitchFamily="34" charset="0"/>
                <a:ea typeface="Mulish" pitchFamily="34" charset="-122"/>
                <a:cs typeface="Mulish" pitchFamily="34" charset="-120"/>
              </a:rPr>
              <a:t>6 problems in 3 hours, each worth 100 points in subtasks</a:t>
            </a:r>
            <a:endParaRPr lang="en-US" sz="1400" dirty="0"/>
          </a:p>
          <a:p>
            <a:pPr marL="177800" indent="-177800">
              <a:lnSpc>
                <a:spcPct val="115000"/>
              </a:lnSpc>
              <a:spcAft>
                <a:spcPts val="400"/>
              </a:spcAft>
              <a:buSzPct val="100000"/>
              <a:buChar char="•"/>
            </a:pPr>
            <a:r>
              <a:rPr lang="en-US" sz="1400" dirty="0">
                <a:solidFill>
                  <a:srgbClr val="4D5560"/>
                </a:solidFill>
                <a:latin typeface="Mulish" pitchFamily="34" charset="0"/>
                <a:ea typeface="Mulish" pitchFamily="34" charset="-122"/>
                <a:cs typeface="Mulish" pitchFamily="34" charset="-120"/>
              </a:rPr>
              <a:t>C, C++, Java or Python</a:t>
            </a:r>
            <a:endParaRPr lang="en-US" sz="1400" dirty="0"/>
          </a:p>
          <a:p>
            <a:pPr marL="177800" indent="-177800">
              <a:lnSpc>
                <a:spcPct val="115000"/>
              </a:lnSpc>
              <a:spcAft>
                <a:spcPts val="400"/>
              </a:spcAft>
              <a:buSzPct val="100000"/>
              <a:buChar char="•"/>
            </a:pPr>
            <a:r>
              <a:rPr lang="en-US" sz="1400" dirty="0">
                <a:solidFill>
                  <a:srgbClr val="4D5560"/>
                </a:solidFill>
                <a:latin typeface="Mulish" pitchFamily="34" charset="0"/>
                <a:ea typeface="Mulish" pitchFamily="34" charset="-122"/>
                <a:cs typeface="Mulish" pitchFamily="34" charset="-120"/>
              </a:rPr>
              <a:t>One paper; Intermediate (to Year 10) and Senior divisions for awards</a:t>
            </a:r>
            <a:endParaRPr lang="en-US" sz="1400" dirty="0"/>
          </a:p>
          <a:p>
            <a:pPr marL="177800" indent="-177800">
              <a:lnSpc>
                <a:spcPct val="115000"/>
              </a:lnSpc>
              <a:spcAft>
                <a:spcPts val="400"/>
              </a:spcAft>
              <a:buSzPct val="100000"/>
              <a:buChar char="•"/>
            </a:pPr>
            <a:r>
              <a:rPr lang="en-US" sz="1400" dirty="0">
                <a:solidFill>
                  <a:srgbClr val="4D5560"/>
                </a:solidFill>
                <a:latin typeface="Mulish" pitchFamily="34" charset="0"/>
                <a:ea typeface="Mulish" pitchFamily="34" charset="-122"/>
                <a:cs typeface="Mulish" pitchFamily="34" charset="-120"/>
              </a:rPr>
              <a:t>Gold: top 10% · Silver: next 15% · Bronze: next 25%</a:t>
            </a:r>
            <a:endParaRPr lang="en-US" sz="1400" dirty="0"/>
          </a:p>
        </p:txBody>
      </p:sp>
      <p:sp>
        <p:nvSpPr>
          <p:cNvPr id="6" name="Text 4"/>
          <p:cNvSpPr txBox="1"/>
          <p:nvPr/>
        </p:nvSpPr>
        <p:spPr>
          <a:xfrm>
            <a:off x="5778500" y="1638300"/>
            <a:ext cx="4559300" cy="365760"/>
          </a:xfrm>
          <a:prstGeom prst="rect">
            <a:avLst/>
          </a:prstGeom>
          <a:noFill/>
          <a:ln/>
        </p:spPr>
        <p:txBody>
          <a:bodyPr wrap="square" lIns="0" tIns="0" rIns="0" bIns="0" rtlCol="0" anchor="t"/>
          <a:lstStyle/>
          <a:p>
            <a:pPr marL="0" indent="0">
              <a:buNone/>
            </a:pPr>
            <a:r>
              <a:rPr lang="en-US" sz="1700" b="1" dirty="0">
                <a:solidFill>
                  <a:srgbClr val="1F2328"/>
                </a:solidFill>
                <a:latin typeface="Jost" pitchFamily="34" charset="0"/>
                <a:ea typeface="Jost" pitchFamily="34" charset="-122"/>
                <a:cs typeface="Jost" pitchFamily="34" charset="-120"/>
              </a:rPr>
              <a:t>What you need</a:t>
            </a:r>
            <a:endParaRPr lang="en-US" sz="1700" dirty="0"/>
          </a:p>
        </p:txBody>
      </p:sp>
      <p:sp>
        <p:nvSpPr>
          <p:cNvPr id="7" name="Text 5"/>
          <p:cNvSpPr txBox="1"/>
          <p:nvPr/>
        </p:nvSpPr>
        <p:spPr>
          <a:xfrm>
            <a:off x="5778500" y="2095500"/>
            <a:ext cx="4559300" cy="3291840"/>
          </a:xfrm>
          <a:prstGeom prst="rect">
            <a:avLst/>
          </a:prstGeom>
          <a:noFill/>
          <a:ln/>
        </p:spPr>
        <p:txBody>
          <a:bodyPr wrap="square" lIns="0" tIns="0" rIns="0" bIns="0" rtlCol="0" anchor="t"/>
          <a:lstStyle/>
          <a:p>
            <a:pPr marL="177800" indent="-177800">
              <a:lnSpc>
                <a:spcPct val="115000"/>
              </a:lnSpc>
              <a:spcAft>
                <a:spcPts val="400"/>
              </a:spcAft>
              <a:buSzPct val="100000"/>
              <a:buChar char="•"/>
            </a:pPr>
            <a:r>
              <a:rPr lang="en-US" sz="1400" dirty="0">
                <a:solidFill>
                  <a:srgbClr val="4D5560"/>
                </a:solidFill>
                <a:latin typeface="Mulish" pitchFamily="34" charset="0"/>
                <a:ea typeface="Mulish" pitchFamily="34" charset="-122"/>
                <a:cs typeface="Mulish" pitchFamily="34" charset="-120"/>
              </a:rPr>
              <a:t>P1–3: simulation, enumeration, careful case handling</a:t>
            </a:r>
            <a:endParaRPr lang="en-US" sz="1400" dirty="0"/>
          </a:p>
          <a:p>
            <a:pPr marL="177800" indent="-177800">
              <a:lnSpc>
                <a:spcPct val="115000"/>
              </a:lnSpc>
              <a:spcAft>
                <a:spcPts val="400"/>
              </a:spcAft>
              <a:buSzPct val="100000"/>
              <a:buChar char="•"/>
            </a:pPr>
            <a:r>
              <a:rPr lang="en-US" sz="1400" dirty="0">
                <a:solidFill>
                  <a:srgbClr val="4D5560"/>
                </a:solidFill>
                <a:latin typeface="Mulish" pitchFamily="34" charset="0"/>
                <a:ea typeface="Mulish" pitchFamily="34" charset="-122"/>
                <a:cs typeface="Mulish" pitchFamily="34" charset="-120"/>
              </a:rPr>
              <a:t>P4–6: sorting, greedy, binary search (on the answer), prefix sums, two pointers</a:t>
            </a:r>
            <a:endParaRPr lang="en-US" sz="1400" dirty="0"/>
          </a:p>
          <a:p>
            <a:pPr marL="177800" indent="-177800">
              <a:lnSpc>
                <a:spcPct val="115000"/>
              </a:lnSpc>
              <a:spcAft>
                <a:spcPts val="400"/>
              </a:spcAft>
              <a:buSzPct val="100000"/>
              <a:buChar char="•"/>
            </a:pPr>
            <a:r>
              <a:rPr lang="en-US" sz="1400" dirty="0">
                <a:solidFill>
                  <a:srgbClr val="4D5560"/>
                </a:solidFill>
                <a:latin typeface="Mulish" pitchFamily="34" charset="0"/>
                <a:ea typeface="Mulish" pitchFamily="34" charset="-122"/>
                <a:cs typeface="Mulish" pitchFamily="34" charset="-120"/>
              </a:rPr>
              <a:t>Sometimes: BFS, simple DP, sparse tables, parity</a:t>
            </a:r>
            <a:endParaRPr lang="en-US" sz="1400" dirty="0"/>
          </a:p>
          <a:p>
            <a:pPr marL="177800" indent="-177800">
              <a:lnSpc>
                <a:spcPct val="115000"/>
              </a:lnSpc>
              <a:spcAft>
                <a:spcPts val="400"/>
              </a:spcAft>
              <a:buSzPct val="100000"/>
              <a:buChar char="•"/>
            </a:pPr>
            <a:r>
              <a:rPr lang="en-US" sz="1400" dirty="0">
                <a:solidFill>
                  <a:srgbClr val="4D5560"/>
                </a:solidFill>
                <a:latin typeface="Mulish" pitchFamily="34" charset="0"/>
                <a:ea typeface="Mulish" pitchFamily="34" charset="-122"/>
                <a:cs typeface="Mulish" pitchFamily="34" charset="-120"/>
              </a:rPr>
              <a:t>Brute force first: it wins the small subtasks</a:t>
            </a:r>
            <a:endParaRPr lang="en-US" sz="1400" dirty="0"/>
          </a:p>
          <a:p>
            <a:pPr marL="177800" indent="-177800">
              <a:lnSpc>
                <a:spcPct val="115000"/>
              </a:lnSpc>
              <a:spcAft>
                <a:spcPts val="400"/>
              </a:spcAft>
              <a:buSzPct val="100000"/>
              <a:buChar char="•"/>
            </a:pPr>
            <a:r>
              <a:rPr lang="en-US" sz="1400" dirty="0">
                <a:solidFill>
                  <a:srgbClr val="4D5560"/>
                </a:solidFill>
                <a:latin typeface="Mulish" pitchFamily="34" charset="0"/>
                <a:ea typeface="Mulish" pitchFamily="34" charset="-122"/>
                <a:cs typeface="Mulish" pitchFamily="34" charset="-120"/>
              </a:rPr>
              <a:t>Read the limits: is O(N²) fast enough, or do you need O(N log N)?</a:t>
            </a:r>
            <a:endParaRPr lang="en-US" sz="1400" dirty="0"/>
          </a:p>
        </p:txBody>
      </p:sp>
      <p:sp>
        <p:nvSpPr>
          <p:cNvPr id="8" name="Text 6"/>
          <p:cNvSpPr txBox="1"/>
          <p:nvPr/>
        </p:nvSpPr>
        <p:spPr>
          <a:xfrm>
            <a:off x="812800" y="5461000"/>
            <a:ext cx="10566400" cy="365760"/>
          </a:xfrm>
          <a:prstGeom prst="rect">
            <a:avLst/>
          </a:prstGeom>
          <a:noFill/>
          <a:ln/>
        </p:spPr>
        <p:txBody>
          <a:bodyPr wrap="square" lIns="0" tIns="0" rIns="0" bIns="0" rtlCol="0" anchor="t"/>
          <a:lstStyle/>
          <a:p>
            <a:pPr marL="0" indent="0">
              <a:buNone/>
            </a:pPr>
            <a:r>
              <a:rPr lang="en-US" sz="1500" b="1" dirty="0">
                <a:solidFill>
                  <a:srgbClr val="0A4054"/>
                </a:solidFill>
                <a:latin typeface="Mulish" pitchFamily="34" charset="0"/>
                <a:ea typeface="Mulish" pitchFamily="34" charset="-122"/>
                <a:cs typeface="Mulish" pitchFamily="34" charset="-120"/>
              </a:rPr>
              <a:t>Our four P6 lessons cover the P4–6 list.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812800" y="2095500"/>
            <a:ext cx="7302500" cy="279400"/>
          </a:xfrm>
          <a:prstGeom prst="rect">
            <a:avLst/>
          </a:prstGeom>
          <a:noFill/>
          <a:ln/>
        </p:spPr>
        <p:txBody>
          <a:bodyPr wrap="square" lIns="0" tIns="0" rIns="0" bIns="0" rtlCol="0"/>
          <a:lstStyle/>
          <a:p>
            <a:pPr marL="0" indent="0">
              <a:buNone/>
            </a:pPr>
            <a:r>
              <a:rPr lang="en-US" sz="1300" b="1" kern="0" spc="300" dirty="0">
                <a:solidFill>
                  <a:srgbClr val="287673"/>
                </a:solidFill>
                <a:latin typeface="Mulish" pitchFamily="34" charset="0"/>
                <a:ea typeface="Mulish" pitchFamily="34" charset="-122"/>
                <a:cs typeface="Mulish" pitchFamily="34" charset="-120"/>
              </a:rPr>
              <a:t>STAGE 2 OF 4 · BY INVITATION</a:t>
            </a:r>
            <a:endParaRPr lang="en-US" sz="1300" dirty="0"/>
          </a:p>
        </p:txBody>
      </p:sp>
      <p:sp>
        <p:nvSpPr>
          <p:cNvPr id="3" name="Text 0"/>
          <p:cNvSpPr>
            <a:spLocks noGrp="1"/>
          </p:cNvSpPr>
          <p:nvPr>
            <p:ph type="title" idx="102" hasCustomPrompt="1"/>
          </p:nvPr>
        </p:nvSpPr>
        <p:spPr>
          <a:xfrm>
            <a:off x="812800" y="2476500"/>
            <a:ext cx="7810500" cy="1333500"/>
          </a:xfrm>
          <a:prstGeom prst="rect">
            <a:avLst/>
          </a:prstGeom>
          <a:noFill/>
          <a:ln/>
        </p:spPr>
        <p:txBody>
          <a:bodyPr wrap="square" lIns="0" tIns="0" rIns="0" bIns="0" rtlCol="0" anchor="ctr"/>
          <a:lstStyle/>
          <a:p>
            <a:pPr marL="0" indent="0" algn="l">
              <a:buNone/>
            </a:pPr>
            <a:r>
              <a:rPr lang="en-US" sz="4400" b="1" kern="0" spc="300" dirty="0">
                <a:solidFill>
                  <a:srgbClr val="1F2328"/>
                </a:solidFill>
                <a:latin typeface="Jost" pitchFamily="34" charset="0"/>
                <a:ea typeface="Jost" pitchFamily="34" charset="-122"/>
                <a:cs typeface="Jost" pitchFamily="34" charset="-120"/>
              </a:rPr>
              <a:t>SCHOOL OF EXCELLENCE</a:t>
            </a:r>
            <a:endParaRPr lang="en-US" sz="4400" dirty="0"/>
          </a:p>
        </p:txBody>
      </p:sp>
      <p:sp>
        <p:nvSpPr>
          <p:cNvPr id="4" name="Text 2"/>
          <p:cNvSpPr txBox="1"/>
          <p:nvPr/>
        </p:nvSpPr>
        <p:spPr>
          <a:xfrm>
            <a:off x="812800" y="3905250"/>
            <a:ext cx="6985000" cy="698500"/>
          </a:xfrm>
          <a:prstGeom prst="rect">
            <a:avLst/>
          </a:prstGeom>
          <a:noFill/>
          <a:ln/>
        </p:spPr>
        <p:txBody>
          <a:bodyPr wrap="square" lIns="0" tIns="0" rIns="0" bIns="0" rtlCol="0" anchor="t"/>
          <a:lstStyle/>
          <a:p>
            <a:pPr marL="0" indent="0">
              <a:buNone/>
            </a:pPr>
            <a:r>
              <a:rPr lang="en-US" sz="1700" dirty="0">
                <a:solidFill>
                  <a:srgbClr val="4D5560"/>
                </a:solidFill>
                <a:latin typeface="Mulish" pitchFamily="34" charset="0"/>
                <a:ea typeface="Mulish" pitchFamily="34" charset="-122"/>
                <a:cs typeface="Mulish" pitchFamily="34" charset="-120"/>
              </a:rPr>
              <a:t>About ten days in December where students first meet university-level algorithms.</a:t>
            </a:r>
            <a:endParaRPr lang="en-US" sz="1700" dirty="0"/>
          </a:p>
        </p:txBody>
      </p:sp>
      <p:sp>
        <p:nvSpPr>
          <p:cNvPr id="5" name="Text 3"/>
          <p:cNvSpPr/>
          <p:nvPr/>
        </p:nvSpPr>
        <p:spPr>
          <a:xfrm>
            <a:off x="812800" y="4730750"/>
            <a:ext cx="3124200" cy="393700"/>
          </a:xfrm>
          <a:prstGeom prst="roundRect">
            <a:avLst>
              <a:gd name="adj" fmla="val 116129"/>
            </a:avLst>
          </a:prstGeom>
          <a:solidFill>
            <a:srgbClr val="FEF3DC"/>
          </a:solidFill>
          <a:ln w="19050">
            <a:solidFill>
              <a:srgbClr val="E0960F"/>
            </a:solidFill>
          </a:ln>
        </p:spPr>
        <p:txBody>
          <a:bodyPr wrap="square" lIns="0" tIns="0" rIns="0" bIns="0" rtlCol="0" anchor="ctr"/>
          <a:lstStyle/>
          <a:p>
            <a:pPr marL="0" indent="0" algn="ctr">
              <a:buNone/>
            </a:pPr>
            <a:r>
              <a:rPr lang="en-US" sz="1400" b="1" dirty="0">
                <a:solidFill>
                  <a:srgbClr val="1F2328"/>
                </a:solidFill>
                <a:latin typeface="Mulish" pitchFamily="34" charset="0"/>
                <a:ea typeface="Mulish" pitchFamily="34" charset="-122"/>
                <a:cs typeface="Mulish" pitchFamily="34" charset="-120"/>
              </a:rPr>
              <a:t>Training school</a:t>
            </a:r>
            <a:r>
              <a:rPr lang="en-US" sz="1400" dirty="0">
                <a:solidFill>
                  <a:srgbClr val="1F2328"/>
                </a:solidFill>
                <a:latin typeface="Mulish" pitchFamily="34" charset="0"/>
                <a:ea typeface="Mulish" pitchFamily="34" charset="-122"/>
                <a:cs typeface="Mulish" pitchFamily="34" charset="-120"/>
              </a:rPr>
              <a:t> · live-in</a:t>
            </a:r>
            <a:endParaRPr lang="en-US" sz="1400" dirty="0"/>
          </a:p>
        </p:txBody>
      </p:sp>
      <p:sp>
        <p:nvSpPr>
          <p:cNvPr id="6" name="Text 4"/>
          <p:cNvSpPr/>
          <p:nvPr/>
        </p:nvSpPr>
        <p:spPr>
          <a:xfrm>
            <a:off x="4051300" y="4730750"/>
            <a:ext cx="1310640" cy="393700"/>
          </a:xfrm>
          <a:prstGeom prst="roundRect">
            <a:avLst>
              <a:gd name="adj" fmla="val 116129"/>
            </a:avLst>
          </a:prstGeom>
          <a:solidFill>
            <a:srgbClr val="FEF3DC"/>
          </a:solidFill>
          <a:ln w="19050">
            <a:solidFill>
              <a:srgbClr val="E0960F"/>
            </a:solidFill>
          </a:ln>
        </p:spPr>
        <p:txBody>
          <a:bodyPr wrap="square" lIns="0" tIns="0" rIns="0" bIns="0" rtlCol="0" anchor="ctr"/>
          <a:lstStyle/>
          <a:p>
            <a:pPr marL="0" indent="0" algn="ctr">
              <a:buNone/>
            </a:pPr>
            <a:r>
              <a:rPr lang="en-US" sz="1400" b="1" dirty="0">
                <a:solidFill>
                  <a:srgbClr val="1F2328"/>
                </a:solidFill>
                <a:latin typeface="Mulish" pitchFamily="34" charset="0"/>
                <a:ea typeface="Mulish" pitchFamily="34" charset="-122"/>
                <a:cs typeface="Mulish" pitchFamily="34" charset="-120"/>
              </a:rPr>
              <a:t>December</a:t>
            </a:r>
            <a:endParaRPr lang="en-US" sz="1400" dirty="0"/>
          </a:p>
        </p:txBody>
      </p:sp>
      <p:sp>
        <p:nvSpPr>
          <p:cNvPr id="7" name="Text 5"/>
          <p:cNvSpPr/>
          <p:nvPr/>
        </p:nvSpPr>
        <p:spPr>
          <a:xfrm>
            <a:off x="5476240" y="4730750"/>
            <a:ext cx="2164080" cy="393700"/>
          </a:xfrm>
          <a:prstGeom prst="roundRect">
            <a:avLst>
              <a:gd name="adj" fmla="val 116129"/>
            </a:avLst>
          </a:prstGeom>
          <a:solidFill>
            <a:srgbClr val="FEF3DC"/>
          </a:solidFill>
          <a:ln w="19050">
            <a:solidFill>
              <a:srgbClr val="E0960F"/>
            </a:solidFill>
          </a:ln>
        </p:spPr>
        <p:txBody>
          <a:bodyPr wrap="square" lIns="0" tIns="0" rIns="0" bIns="0" rtlCol="0" anchor="ctr"/>
          <a:lstStyle/>
          <a:p>
            <a:pPr marL="0" indent="0" algn="ctr">
              <a:buNone/>
            </a:pPr>
            <a:r>
              <a:rPr lang="en-US" sz="1400" b="1" dirty="0">
                <a:solidFill>
                  <a:srgbClr val="1F2328"/>
                </a:solidFill>
                <a:latin typeface="Mulish" pitchFamily="34" charset="0"/>
                <a:ea typeface="Mulish" pitchFamily="34" charset="-122"/>
                <a:cs typeface="Mulish" pitchFamily="34" charset="-120"/>
              </a:rPr>
              <a:t>Year 11 or below</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12800" y="609600"/>
            <a:ext cx="10566400" cy="279400"/>
          </a:xfrm>
          <a:prstGeom prst="rect">
            <a:avLst/>
          </a:prstGeom>
          <a:noFill/>
          <a:ln/>
        </p:spPr>
        <p:txBody>
          <a:bodyPr wrap="square" lIns="0" tIns="0" rIns="0" bIns="0" rtlCol="0" anchor="t"/>
          <a:lstStyle/>
          <a:p>
            <a:pPr marL="0" indent="0">
              <a:buNone/>
            </a:pPr>
            <a:r>
              <a:rPr lang="en-US" sz="1200" b="1" kern="0" spc="200" dirty="0">
                <a:solidFill>
                  <a:srgbClr val="287673"/>
                </a:solidFill>
                <a:latin typeface="Mulish" pitchFamily="34" charset="0"/>
                <a:ea typeface="Mulish" pitchFamily="34" charset="-122"/>
                <a:cs typeface="Mulish" pitchFamily="34" charset="-120"/>
              </a:rPr>
              <a:t>STAGE 2 · SCHOOL OF EXCELLENCE</a:t>
            </a:r>
            <a:endParaRPr lang="en-US" sz="1200" dirty="0"/>
          </a:p>
        </p:txBody>
      </p:sp>
      <p:sp>
        <p:nvSpPr>
          <p:cNvPr id="3" name="Text 1"/>
          <p:cNvSpPr>
            <a:spLocks noGrp="1"/>
          </p:cNvSpPr>
          <p:nvPr>
            <p:ph type="title" idx="102" hasCustomPrompt="1"/>
          </p:nvPr>
        </p:nvSpPr>
        <p:spPr>
          <a:xfrm>
            <a:off x="812800" y="952500"/>
            <a:ext cx="10566400" cy="482600"/>
          </a:xfrm>
          <a:prstGeom prst="rect">
            <a:avLst/>
          </a:prstGeom>
          <a:noFill/>
          <a:ln/>
        </p:spPr>
        <p:txBody>
          <a:bodyPr wrap="square" lIns="0" tIns="0" rIns="0" bIns="0" rtlCol="0" anchor="t"/>
          <a:lstStyle/>
          <a:p>
            <a:pPr marL="0" indent="0" algn="l">
              <a:buNone/>
            </a:pPr>
            <a:r>
              <a:rPr lang="en-US" sz="2600" b="1" kern="0" spc="200" dirty="0">
                <a:solidFill>
                  <a:srgbClr val="1F2328"/>
                </a:solidFill>
                <a:latin typeface="Jost" pitchFamily="34" charset="0"/>
                <a:ea typeface="Jost" pitchFamily="34" charset="-122"/>
                <a:cs typeface="Jost" pitchFamily="34" charset="-120"/>
              </a:rPr>
              <a:t>FORMAT AND WHAT YOU WILL LEARN</a:t>
            </a:r>
            <a:endParaRPr lang="en-US" sz="2600" dirty="0"/>
          </a:p>
        </p:txBody>
      </p:sp>
      <p:sp>
        <p:nvSpPr>
          <p:cNvPr id="4" name="Text 2"/>
          <p:cNvSpPr txBox="1"/>
          <p:nvPr/>
        </p:nvSpPr>
        <p:spPr>
          <a:xfrm>
            <a:off x="812800" y="1638300"/>
            <a:ext cx="4559300" cy="365760"/>
          </a:xfrm>
          <a:prstGeom prst="rect">
            <a:avLst/>
          </a:prstGeom>
          <a:noFill/>
          <a:ln/>
        </p:spPr>
        <p:txBody>
          <a:bodyPr wrap="square" lIns="0" tIns="0" rIns="0" bIns="0" rtlCol="0" anchor="t"/>
          <a:lstStyle/>
          <a:p>
            <a:pPr marL="0" indent="0">
              <a:buNone/>
            </a:pPr>
            <a:r>
              <a:rPr lang="en-US" sz="1700" b="1" dirty="0">
                <a:solidFill>
                  <a:srgbClr val="1F2328"/>
                </a:solidFill>
                <a:latin typeface="Jost" pitchFamily="34" charset="0"/>
                <a:ea typeface="Jost" pitchFamily="34" charset="-122"/>
                <a:cs typeface="Jost" pitchFamily="34" charset="-120"/>
              </a:rPr>
              <a:t>The school</a:t>
            </a:r>
            <a:endParaRPr lang="en-US" sz="1700" dirty="0"/>
          </a:p>
        </p:txBody>
      </p:sp>
      <p:sp>
        <p:nvSpPr>
          <p:cNvPr id="5" name="Text 3"/>
          <p:cNvSpPr txBox="1"/>
          <p:nvPr/>
        </p:nvSpPr>
        <p:spPr>
          <a:xfrm>
            <a:off x="812800" y="2095500"/>
            <a:ext cx="4559300" cy="3291840"/>
          </a:xfrm>
          <a:prstGeom prst="rect">
            <a:avLst/>
          </a:prstGeom>
          <a:noFill/>
          <a:ln/>
        </p:spPr>
        <p:txBody>
          <a:bodyPr wrap="square" lIns="0" tIns="0" rIns="0" bIns="0" rtlCol="0" anchor="t"/>
          <a:lstStyle/>
          <a:p>
            <a:pPr marL="177800" indent="-177800">
              <a:lnSpc>
                <a:spcPct val="115000"/>
              </a:lnSpc>
              <a:spcAft>
                <a:spcPts val="400"/>
              </a:spcAft>
              <a:buSzPct val="100000"/>
              <a:buChar char="•"/>
            </a:pPr>
            <a:r>
              <a:rPr lang="en-US" sz="1400" dirty="0">
                <a:solidFill>
                  <a:srgbClr val="4D5560"/>
                </a:solidFill>
                <a:latin typeface="Mulish" pitchFamily="34" charset="0"/>
                <a:ea typeface="Mulish" pitchFamily="34" charset="-122"/>
                <a:cs typeface="Mulish" pitchFamily="34" charset="-120"/>
              </a:rPr>
              <a:t>December, about ten days; ANU, Canberra in 2025</a:t>
            </a:r>
            <a:endParaRPr lang="en-US" sz="1400" dirty="0"/>
          </a:p>
          <a:p>
            <a:pPr marL="177800" indent="-177800">
              <a:lnSpc>
                <a:spcPct val="115000"/>
              </a:lnSpc>
              <a:spcAft>
                <a:spcPts val="400"/>
              </a:spcAft>
              <a:buSzPct val="100000"/>
              <a:buChar char="•"/>
            </a:pPr>
            <a:r>
              <a:rPr lang="en-US" sz="1400" dirty="0">
                <a:solidFill>
                  <a:srgbClr val="4D5560"/>
                </a:solidFill>
                <a:latin typeface="Mulish" pitchFamily="34" charset="0"/>
                <a:ea typeface="Mulish" pitchFamily="34" charset="-122"/>
                <a:cs typeface="Mulish" pitchFamily="34" charset="-120"/>
              </a:rPr>
              <a:t>Invited on AIO results, Year 11 or below</a:t>
            </a:r>
            <a:endParaRPr lang="en-US" sz="1400" dirty="0"/>
          </a:p>
          <a:p>
            <a:pPr marL="177800" indent="-177800">
              <a:lnSpc>
                <a:spcPct val="115000"/>
              </a:lnSpc>
              <a:spcAft>
                <a:spcPts val="400"/>
              </a:spcAft>
              <a:buSzPct val="100000"/>
              <a:buChar char="•"/>
            </a:pPr>
            <a:r>
              <a:rPr lang="en-US" sz="1400" dirty="0">
                <a:solidFill>
                  <a:srgbClr val="4D5560"/>
                </a:solidFill>
                <a:latin typeface="Mulish" pitchFamily="34" charset="0"/>
                <a:ea typeface="Mulish" pitchFamily="34" charset="-122"/>
                <a:cs typeface="Mulish" pitchFamily="34" charset="-120"/>
              </a:rPr>
              <a:t>Lectures, labs and practice contests</a:t>
            </a:r>
            <a:endParaRPr lang="en-US" sz="1400" dirty="0"/>
          </a:p>
          <a:p>
            <a:pPr marL="177800" indent="-177800">
              <a:lnSpc>
                <a:spcPct val="115000"/>
              </a:lnSpc>
              <a:spcAft>
                <a:spcPts val="400"/>
              </a:spcAft>
              <a:buSzPct val="100000"/>
              <a:buChar char="•"/>
            </a:pPr>
            <a:r>
              <a:rPr lang="en-US" sz="1400" dirty="0">
                <a:solidFill>
                  <a:srgbClr val="4D5560"/>
                </a:solidFill>
                <a:latin typeface="Mulish" pitchFamily="34" charset="0"/>
                <a:ea typeface="Mulish" pitchFamily="34" charset="-122"/>
                <a:cs typeface="Mulish" pitchFamily="34" charset="-120"/>
              </a:rPr>
              <a:t>No public syllabus: "second- or third-year university" level</a:t>
            </a:r>
            <a:endParaRPr lang="en-US" sz="1400" dirty="0"/>
          </a:p>
          <a:p>
            <a:pPr marL="177800" indent="-177800">
              <a:lnSpc>
                <a:spcPct val="115000"/>
              </a:lnSpc>
              <a:spcAft>
                <a:spcPts val="400"/>
              </a:spcAft>
              <a:buSzPct val="100000"/>
              <a:buChar char="•"/>
            </a:pPr>
            <a:r>
              <a:rPr lang="en-US" sz="1400" dirty="0">
                <a:solidFill>
                  <a:srgbClr val="4D5560"/>
                </a:solidFill>
                <a:latin typeface="Mulish" pitchFamily="34" charset="0"/>
                <a:ea typeface="Mulish" pitchFamily="34" charset="-122"/>
                <a:cs typeface="Mulish" pitchFamily="34" charset="-120"/>
              </a:rPr>
              <a:t>The AIIO says most of its points need only the school's Alpha stream</a:t>
            </a:r>
            <a:endParaRPr lang="en-US" sz="1400" dirty="0"/>
          </a:p>
        </p:txBody>
      </p:sp>
      <p:sp>
        <p:nvSpPr>
          <p:cNvPr id="6" name="Text 4"/>
          <p:cNvSpPr txBox="1"/>
          <p:nvPr/>
        </p:nvSpPr>
        <p:spPr>
          <a:xfrm>
            <a:off x="5778500" y="1638300"/>
            <a:ext cx="4559300" cy="365760"/>
          </a:xfrm>
          <a:prstGeom prst="rect">
            <a:avLst/>
          </a:prstGeom>
          <a:noFill/>
          <a:ln/>
        </p:spPr>
        <p:txBody>
          <a:bodyPr wrap="square" lIns="0" tIns="0" rIns="0" bIns="0" rtlCol="0" anchor="t"/>
          <a:lstStyle/>
          <a:p>
            <a:pPr marL="0" indent="0">
              <a:buNone/>
            </a:pPr>
            <a:r>
              <a:rPr lang="en-US" sz="1700" b="1" dirty="0">
                <a:solidFill>
                  <a:srgbClr val="1F2328"/>
                </a:solidFill>
                <a:latin typeface="Jost" pitchFamily="34" charset="0"/>
                <a:ea typeface="Jost" pitchFamily="34" charset="-122"/>
                <a:cs typeface="Jost" pitchFamily="34" charset="-120"/>
              </a:rPr>
              <a:t>Topics to expect</a:t>
            </a:r>
            <a:endParaRPr lang="en-US" sz="1700" dirty="0"/>
          </a:p>
        </p:txBody>
      </p:sp>
      <p:sp>
        <p:nvSpPr>
          <p:cNvPr id="7" name="Text 5"/>
          <p:cNvSpPr txBox="1"/>
          <p:nvPr/>
        </p:nvSpPr>
        <p:spPr>
          <a:xfrm>
            <a:off x="5778500" y="2095500"/>
            <a:ext cx="4559300" cy="3291840"/>
          </a:xfrm>
          <a:prstGeom prst="rect">
            <a:avLst/>
          </a:prstGeom>
          <a:noFill/>
          <a:ln/>
        </p:spPr>
        <p:txBody>
          <a:bodyPr wrap="square" lIns="0" tIns="0" rIns="0" bIns="0" rtlCol="0" anchor="t"/>
          <a:lstStyle/>
          <a:p>
            <a:pPr marL="177800" indent="-177800">
              <a:lnSpc>
                <a:spcPct val="115000"/>
              </a:lnSpc>
              <a:spcAft>
                <a:spcPts val="400"/>
              </a:spcAft>
              <a:buSzPct val="100000"/>
              <a:buChar char="•"/>
            </a:pPr>
            <a:r>
              <a:rPr lang="en-US" sz="1400" dirty="0">
                <a:solidFill>
                  <a:srgbClr val="4D5560"/>
                </a:solidFill>
                <a:latin typeface="Mulish" pitchFamily="34" charset="0"/>
                <a:ea typeface="Mulish" pitchFamily="34" charset="-122"/>
                <a:cs typeface="Mulish" pitchFamily="34" charset="-120"/>
              </a:rPr>
              <a:t>Graphs: BFS, DFS, Dijkstra, spanning trees, union-find</a:t>
            </a:r>
            <a:endParaRPr lang="en-US" sz="1400" dirty="0"/>
          </a:p>
          <a:p>
            <a:pPr marL="177800" indent="-177800">
              <a:lnSpc>
                <a:spcPct val="115000"/>
              </a:lnSpc>
              <a:spcAft>
                <a:spcPts val="400"/>
              </a:spcAft>
              <a:buSzPct val="100000"/>
              <a:buChar char="•"/>
            </a:pPr>
            <a:r>
              <a:rPr lang="en-US" sz="1400" dirty="0">
                <a:solidFill>
                  <a:srgbClr val="4D5560"/>
                </a:solidFill>
                <a:latin typeface="Mulish" pitchFamily="34" charset="0"/>
                <a:ea typeface="Mulish" pitchFamily="34" charset="-122"/>
                <a:cs typeface="Mulish" pitchFamily="34" charset="-120"/>
              </a:rPr>
              <a:t>Dynamic programming: the standard patterns</a:t>
            </a:r>
            <a:endParaRPr lang="en-US" sz="1400" dirty="0"/>
          </a:p>
          <a:p>
            <a:pPr marL="177800" indent="-177800">
              <a:lnSpc>
                <a:spcPct val="115000"/>
              </a:lnSpc>
              <a:spcAft>
                <a:spcPts val="400"/>
              </a:spcAft>
              <a:buSzPct val="100000"/>
              <a:buChar char="•"/>
            </a:pPr>
            <a:r>
              <a:rPr lang="en-US" sz="1400" dirty="0">
                <a:solidFill>
                  <a:srgbClr val="4D5560"/>
                </a:solidFill>
                <a:latin typeface="Mulish" pitchFamily="34" charset="0"/>
                <a:ea typeface="Mulish" pitchFamily="34" charset="-122"/>
                <a:cs typeface="Mulish" pitchFamily="34" charset="-120"/>
              </a:rPr>
              <a:t>Data structures: heaps, Fenwick trees, segment trees</a:t>
            </a:r>
            <a:endParaRPr lang="en-US" sz="1400" dirty="0"/>
          </a:p>
          <a:p>
            <a:pPr marL="177800" indent="-177800">
              <a:lnSpc>
                <a:spcPct val="115000"/>
              </a:lnSpc>
              <a:spcAft>
                <a:spcPts val="400"/>
              </a:spcAft>
              <a:buSzPct val="100000"/>
              <a:buChar char="•"/>
            </a:pPr>
            <a:r>
              <a:rPr lang="en-US" sz="1400" dirty="0">
                <a:solidFill>
                  <a:srgbClr val="4D5560"/>
                </a:solidFill>
                <a:latin typeface="Mulish" pitchFamily="34" charset="0"/>
                <a:ea typeface="Mulish" pitchFamily="34" charset="-122"/>
                <a:cs typeface="Mulish" pitchFamily="34" charset="-120"/>
              </a:rPr>
              <a:t>Trees: lowest common ancestor, binary lifting</a:t>
            </a:r>
            <a:endParaRPr lang="en-US" sz="1400" dirty="0"/>
          </a:p>
        </p:txBody>
      </p:sp>
      <p:sp>
        <p:nvSpPr>
          <p:cNvPr id="8" name="Text 6"/>
          <p:cNvSpPr txBox="1"/>
          <p:nvPr/>
        </p:nvSpPr>
        <p:spPr>
          <a:xfrm>
            <a:off x="812800" y="5461000"/>
            <a:ext cx="10566400" cy="320040"/>
          </a:xfrm>
          <a:prstGeom prst="rect">
            <a:avLst/>
          </a:prstGeom>
          <a:noFill/>
          <a:ln/>
        </p:spPr>
        <p:txBody>
          <a:bodyPr wrap="square" lIns="0" tIns="0" rIns="0" bIns="0" rtlCol="0" anchor="t"/>
          <a:lstStyle/>
          <a:p>
            <a:pPr marL="0" indent="0">
              <a:buNone/>
            </a:pPr>
            <a:r>
              <a:rPr lang="en-US" sz="1300" dirty="0">
                <a:solidFill>
                  <a:srgbClr val="4D5560"/>
                </a:solidFill>
                <a:latin typeface="Mulish" pitchFamily="34" charset="0"/>
                <a:ea typeface="Mulish" pitchFamily="34" charset="-122"/>
                <a:cs typeface="Mulish" pitchFamily="34" charset="-120"/>
              </a:rPr>
              <a:t>Topic list worked out from what the AIIO and IOI expect. AMT does not publish the course outline.</a:t>
            </a:r>
            <a:endParaRPr lang="en-US" sz="1300" dirty="0"/>
          </a:p>
        </p:txBody>
      </p:sp>
      <mc:AlternateContent xmlns:mc="http://schemas.openxmlformats.org/markup-compatibility/2006">
        <mc:Choice xmlns:p14="http://schemas.microsoft.com/office/powerpoint/2010/main" Requires="p14">
          <p:contentPart p14:bwMode="auto" r:id="rId3">
            <p14:nvContentPartPr>
              <p14:cNvPr id="9" name="Ink 8">
                <a:extLst>
                  <a:ext uri="{FF2B5EF4-FFF2-40B4-BE49-F238E27FC236}">
                    <a16:creationId xmlns:a16="http://schemas.microsoft.com/office/drawing/2014/main" id="{451E6347-03E3-2E39-D35A-7BDF9A66BE91}"/>
                  </a:ext>
                </a:extLst>
              </p14:cNvPr>
              <p14:cNvContentPartPr/>
              <p14:nvPr/>
            </p14:nvContentPartPr>
            <p14:xfrm>
              <a:off x="2357280" y="203040"/>
              <a:ext cx="9537480" cy="5265000"/>
            </p14:xfrm>
          </p:contentPart>
        </mc:Choice>
        <mc:Fallback>
          <p:pic>
            <p:nvPicPr>
              <p:cNvPr id="9" name="Ink 8">
                <a:extLst>
                  <a:ext uri="{FF2B5EF4-FFF2-40B4-BE49-F238E27FC236}">
                    <a16:creationId xmlns:a16="http://schemas.microsoft.com/office/drawing/2014/main" id="{451E6347-03E3-2E39-D35A-7BDF9A66BE91}"/>
                  </a:ext>
                </a:extLst>
              </p:cNvPr>
              <p:cNvPicPr/>
              <p:nvPr/>
            </p:nvPicPr>
            <p:blipFill>
              <a:blip r:embed="rId4"/>
              <a:stretch>
                <a:fillRect/>
              </a:stretch>
            </p:blipFill>
            <p:spPr>
              <a:xfrm>
                <a:off x="2341080" y="186840"/>
                <a:ext cx="9569880" cy="5297400"/>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812800" y="2095500"/>
            <a:ext cx="7302500" cy="279400"/>
          </a:xfrm>
          <a:prstGeom prst="rect">
            <a:avLst/>
          </a:prstGeom>
          <a:noFill/>
          <a:ln/>
        </p:spPr>
        <p:txBody>
          <a:bodyPr wrap="square" lIns="0" tIns="0" rIns="0" bIns="0" rtlCol="0"/>
          <a:lstStyle/>
          <a:p>
            <a:pPr marL="0" indent="0">
              <a:buNone/>
            </a:pPr>
            <a:r>
              <a:rPr lang="en-US" sz="1300" b="1" kern="0" spc="300" dirty="0">
                <a:solidFill>
                  <a:srgbClr val="287673"/>
                </a:solidFill>
                <a:latin typeface="Mulish" pitchFamily="34" charset="0"/>
                <a:ea typeface="Mulish" pitchFamily="34" charset="-122"/>
                <a:cs typeface="Mulish" pitchFamily="34" charset="-120"/>
              </a:rPr>
              <a:t>STAGE 3 OF 4 · BY INVITATION</a:t>
            </a:r>
            <a:endParaRPr lang="en-US" sz="1300" dirty="0"/>
          </a:p>
        </p:txBody>
      </p:sp>
      <p:sp>
        <p:nvSpPr>
          <p:cNvPr id="3" name="Text 0"/>
          <p:cNvSpPr>
            <a:spLocks noGrp="1"/>
          </p:cNvSpPr>
          <p:nvPr>
            <p:ph type="title" idx="102" hasCustomPrompt="1"/>
          </p:nvPr>
        </p:nvSpPr>
        <p:spPr>
          <a:xfrm>
            <a:off x="812800" y="2476500"/>
            <a:ext cx="7810500" cy="1333500"/>
          </a:xfrm>
          <a:prstGeom prst="rect">
            <a:avLst/>
          </a:prstGeom>
          <a:noFill/>
          <a:ln/>
        </p:spPr>
        <p:txBody>
          <a:bodyPr wrap="square" lIns="0" tIns="0" rIns="0" bIns="0" rtlCol="0" anchor="ctr"/>
          <a:lstStyle/>
          <a:p>
            <a:pPr marL="0" indent="0" algn="l">
              <a:buNone/>
            </a:pPr>
            <a:r>
              <a:rPr lang="en-US" sz="4400" b="1" kern="0" spc="300" dirty="0">
                <a:solidFill>
                  <a:srgbClr val="1F2328"/>
                </a:solidFill>
                <a:latin typeface="Jost" pitchFamily="34" charset="0"/>
                <a:ea typeface="Jost" pitchFamily="34" charset="-122"/>
                <a:cs typeface="Jost" pitchFamily="34" charset="-120"/>
              </a:rPr>
              <a:t>AIIO AND FARIO</a:t>
            </a:r>
            <a:endParaRPr lang="en-US" sz="4400" dirty="0"/>
          </a:p>
        </p:txBody>
      </p:sp>
      <p:sp>
        <p:nvSpPr>
          <p:cNvPr id="4" name="Text 2"/>
          <p:cNvSpPr txBox="1"/>
          <p:nvPr/>
        </p:nvSpPr>
        <p:spPr>
          <a:xfrm>
            <a:off x="812800" y="3905250"/>
            <a:ext cx="6985000" cy="698500"/>
          </a:xfrm>
          <a:prstGeom prst="rect">
            <a:avLst/>
          </a:prstGeom>
          <a:noFill/>
          <a:ln/>
        </p:spPr>
        <p:txBody>
          <a:bodyPr wrap="square" lIns="0" tIns="0" rIns="0" bIns="0" rtlCol="0" anchor="t"/>
          <a:lstStyle/>
          <a:p>
            <a:pPr marL="0" indent="0">
              <a:buNone/>
            </a:pPr>
            <a:r>
              <a:rPr lang="en-US" sz="1700" dirty="0">
                <a:solidFill>
                  <a:srgbClr val="4D5560"/>
                </a:solidFill>
                <a:latin typeface="Mulish" pitchFamily="34" charset="0"/>
                <a:ea typeface="Mulish" pitchFamily="34" charset="-122"/>
                <a:cs typeface="Mulish" pitchFamily="34" charset="-120"/>
              </a:rPr>
              <a:t>Two contests in February and March that decide who goes to the Selection School.</a:t>
            </a:r>
            <a:endParaRPr lang="en-US" sz="1700" dirty="0"/>
          </a:p>
        </p:txBody>
      </p:sp>
      <p:sp>
        <p:nvSpPr>
          <p:cNvPr id="5" name="Text 3"/>
          <p:cNvSpPr/>
          <p:nvPr/>
        </p:nvSpPr>
        <p:spPr>
          <a:xfrm>
            <a:off x="812800" y="4730750"/>
            <a:ext cx="2270760" cy="393700"/>
          </a:xfrm>
          <a:prstGeom prst="roundRect">
            <a:avLst>
              <a:gd name="adj" fmla="val 116129"/>
            </a:avLst>
          </a:prstGeom>
          <a:solidFill>
            <a:srgbClr val="FCE9E8"/>
          </a:solidFill>
          <a:ln w="19050">
            <a:solidFill>
              <a:srgbClr val="E46F69"/>
            </a:solidFill>
          </a:ln>
        </p:spPr>
        <p:txBody>
          <a:bodyPr wrap="square" lIns="0" tIns="0" rIns="0" bIns="0" rtlCol="0" anchor="ctr"/>
          <a:lstStyle/>
          <a:p>
            <a:pPr marL="0" indent="0" algn="ctr">
              <a:buNone/>
            </a:pPr>
            <a:r>
              <a:rPr lang="en-US" sz="1400" b="1" dirty="0">
                <a:solidFill>
                  <a:srgbClr val="1F2328"/>
                </a:solidFill>
                <a:latin typeface="Mulish" pitchFamily="34" charset="0"/>
                <a:ea typeface="Mulish" pitchFamily="34" charset="-122"/>
                <a:cs typeface="Mulish" pitchFamily="34" charset="-120"/>
              </a:rPr>
              <a:t>Competition</a:t>
            </a:r>
            <a:r>
              <a:rPr lang="en-US" sz="1400" dirty="0">
                <a:solidFill>
                  <a:srgbClr val="1F2328"/>
                </a:solidFill>
                <a:latin typeface="Mulish" pitchFamily="34" charset="0"/>
                <a:ea typeface="Mulish" pitchFamily="34" charset="-122"/>
                <a:cs typeface="Mulish" pitchFamily="34" charset="-120"/>
              </a:rPr>
              <a:t> · × 2</a:t>
            </a:r>
            <a:endParaRPr lang="en-US" sz="1400" dirty="0"/>
          </a:p>
        </p:txBody>
      </p:sp>
      <p:sp>
        <p:nvSpPr>
          <p:cNvPr id="6" name="Text 4"/>
          <p:cNvSpPr/>
          <p:nvPr/>
        </p:nvSpPr>
        <p:spPr>
          <a:xfrm>
            <a:off x="3197860" y="4730750"/>
            <a:ext cx="1417320" cy="393700"/>
          </a:xfrm>
          <a:prstGeom prst="roundRect">
            <a:avLst>
              <a:gd name="adj" fmla="val 116129"/>
            </a:avLst>
          </a:prstGeom>
          <a:solidFill>
            <a:srgbClr val="FCE9E8"/>
          </a:solidFill>
          <a:ln w="19050">
            <a:solidFill>
              <a:srgbClr val="E46F69"/>
            </a:solidFill>
          </a:ln>
        </p:spPr>
        <p:txBody>
          <a:bodyPr wrap="square" lIns="0" tIns="0" rIns="0" bIns="0" rtlCol="0" anchor="ctr"/>
          <a:lstStyle/>
          <a:p>
            <a:pPr marL="0" indent="0" algn="ctr">
              <a:buNone/>
            </a:pPr>
            <a:r>
              <a:rPr lang="en-US" sz="1400" b="1" dirty="0">
                <a:solidFill>
                  <a:srgbClr val="1F2328"/>
                </a:solidFill>
                <a:latin typeface="Mulish" pitchFamily="34" charset="0"/>
                <a:ea typeface="Mulish" pitchFamily="34" charset="-122"/>
                <a:cs typeface="Mulish" pitchFamily="34" charset="-120"/>
              </a:rPr>
              <a:t>Feb – Mar</a:t>
            </a:r>
            <a:endParaRPr lang="en-US" sz="1400" dirty="0"/>
          </a:p>
        </p:txBody>
      </p:sp>
      <p:sp>
        <p:nvSpPr>
          <p:cNvPr id="7" name="Text 5"/>
          <p:cNvSpPr/>
          <p:nvPr/>
        </p:nvSpPr>
        <p:spPr>
          <a:xfrm>
            <a:off x="4729480" y="4730750"/>
            <a:ext cx="1310640" cy="393700"/>
          </a:xfrm>
          <a:prstGeom prst="roundRect">
            <a:avLst>
              <a:gd name="adj" fmla="val 116129"/>
            </a:avLst>
          </a:prstGeom>
          <a:solidFill>
            <a:srgbClr val="FCE9E8"/>
          </a:solidFill>
          <a:ln w="19050">
            <a:solidFill>
              <a:srgbClr val="E46F69"/>
            </a:solidFill>
          </a:ln>
        </p:spPr>
        <p:txBody>
          <a:bodyPr wrap="square" lIns="0" tIns="0" rIns="0" bIns="0" rtlCol="0" anchor="ctr"/>
          <a:lstStyle/>
          <a:p>
            <a:pPr marL="0" indent="0" algn="ctr">
              <a:buNone/>
            </a:pPr>
            <a:r>
              <a:rPr lang="en-US" sz="1400" b="1" dirty="0">
                <a:solidFill>
                  <a:srgbClr val="1F2328"/>
                </a:solidFill>
                <a:latin typeface="Mulish" pitchFamily="34" charset="0"/>
                <a:ea typeface="Mulish" pitchFamily="34" charset="-122"/>
                <a:cs typeface="Mulish" pitchFamily="34" charset="-120"/>
              </a:rPr>
              <a:t>C++ only</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12800" y="609600"/>
            <a:ext cx="10566400" cy="279400"/>
          </a:xfrm>
          <a:prstGeom prst="rect">
            <a:avLst/>
          </a:prstGeom>
          <a:noFill/>
          <a:ln/>
        </p:spPr>
        <p:txBody>
          <a:bodyPr wrap="square" lIns="0" tIns="0" rIns="0" bIns="0" rtlCol="0" anchor="t"/>
          <a:lstStyle/>
          <a:p>
            <a:pPr marL="0" indent="0">
              <a:buNone/>
            </a:pPr>
            <a:r>
              <a:rPr lang="en-US" sz="1200" b="1" kern="0" spc="200" dirty="0">
                <a:solidFill>
                  <a:srgbClr val="287673"/>
                </a:solidFill>
                <a:latin typeface="Mulish" pitchFamily="34" charset="0"/>
                <a:ea typeface="Mulish" pitchFamily="34" charset="-122"/>
                <a:cs typeface="Mulish" pitchFamily="34" charset="-120"/>
              </a:rPr>
              <a:t>STAGE 3 · TWO CONTESTS</a:t>
            </a:r>
            <a:endParaRPr lang="en-US" sz="1200" dirty="0"/>
          </a:p>
        </p:txBody>
      </p:sp>
      <p:sp>
        <p:nvSpPr>
          <p:cNvPr id="3" name="Text 1"/>
          <p:cNvSpPr>
            <a:spLocks noGrp="1"/>
          </p:cNvSpPr>
          <p:nvPr>
            <p:ph type="title" idx="102" hasCustomPrompt="1"/>
          </p:nvPr>
        </p:nvSpPr>
        <p:spPr>
          <a:xfrm>
            <a:off x="812800" y="952500"/>
            <a:ext cx="10566400" cy="482600"/>
          </a:xfrm>
          <a:prstGeom prst="rect">
            <a:avLst/>
          </a:prstGeom>
          <a:noFill/>
          <a:ln/>
        </p:spPr>
        <p:txBody>
          <a:bodyPr wrap="square" lIns="0" tIns="0" rIns="0" bIns="0" rtlCol="0" anchor="t"/>
          <a:lstStyle/>
          <a:p>
            <a:pPr marL="0" indent="0" algn="l">
              <a:buNone/>
            </a:pPr>
            <a:r>
              <a:rPr lang="en-US" sz="2600" b="1" kern="0" spc="200" dirty="0">
                <a:solidFill>
                  <a:srgbClr val="1F2328"/>
                </a:solidFill>
                <a:latin typeface="Jost" pitchFamily="34" charset="0"/>
                <a:ea typeface="Jost" pitchFamily="34" charset="-122"/>
                <a:cs typeface="Jost" pitchFamily="34" charset="-120"/>
              </a:rPr>
              <a:t>AIIO AND FARIO SIDE BY SIDE</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812800" y="1638300"/>
          <a:ext cx="10566400" cy="2154936"/>
        </p:xfrm>
        <a:graphic>
          <a:graphicData uri="http://schemas.openxmlformats.org/drawingml/2006/table">
            <a:tbl>
              <a:tblPr/>
              <a:tblGrid>
                <a:gridCol w="1690624">
                  <a:extLst>
                    <a:ext uri="{9D8B030D-6E8A-4147-A177-3AD203B41FA5}">
                      <a16:colId xmlns:a16="http://schemas.microsoft.com/office/drawing/2014/main" val="20000"/>
                    </a:ext>
                  </a:extLst>
                </a:gridCol>
                <a:gridCol w="4437888">
                  <a:extLst>
                    <a:ext uri="{9D8B030D-6E8A-4147-A177-3AD203B41FA5}">
                      <a16:colId xmlns:a16="http://schemas.microsoft.com/office/drawing/2014/main" val="20001"/>
                    </a:ext>
                  </a:extLst>
                </a:gridCol>
                <a:gridCol w="4437888">
                  <a:extLst>
                    <a:ext uri="{9D8B030D-6E8A-4147-A177-3AD203B41FA5}">
                      <a16:colId xmlns:a16="http://schemas.microsoft.com/office/drawing/2014/main" val="20002"/>
                    </a:ext>
                  </a:extLst>
                </a:gridCol>
              </a:tblGrid>
              <a:tr h="0">
                <a:tc>
                  <a:txBody>
                    <a:bodyPr/>
                    <a:lstStyle/>
                    <a:p>
                      <a:pPr marL="0" indent="0">
                        <a:buNone/>
                      </a:pPr>
                      <a:endParaRPr lang="en-US" sz="1300" dirty="0">
                        <a:latin typeface="Mulish" charset="0"/>
                        <a:ea typeface="Mulish" charset="0"/>
                        <a:cs typeface="Mulish" charset="0"/>
                      </a:endParaRPr>
                    </a:p>
                  </a:txBody>
                  <a:tcPr marT="64008" marB="64008">
                    <a:lnL w="0" cap="flat" cmpd="sng" algn="ctr">
                      <a:noFill/>
                    </a:lnL>
                    <a:lnR w="0" cap="flat" cmpd="sng" algn="ctr">
                      <a:noFill/>
                    </a:lnR>
                    <a:lnT w="0" cap="flat" cmpd="sng" algn="ctr">
                      <a:noFill/>
                    </a:lnT>
                    <a:lnB w="19050" cap="flat" cmpd="sng" algn="ctr">
                      <a:solidFill>
                        <a:srgbClr val="1F2328"/>
                      </a:solidFill>
                      <a:prstDash val="solid"/>
                      <a:round/>
                      <a:headEnd type="none" w="med" len="med"/>
                      <a:tailEnd type="none" w="med" len="med"/>
                    </a:lnB>
                    <a:solidFill>
                      <a:srgbClr val="FFFFFF"/>
                    </a:solidFill>
                  </a:tcPr>
                </a:tc>
                <a:tc>
                  <a:txBody>
                    <a:bodyPr/>
                    <a:lstStyle/>
                    <a:p>
                      <a:pPr marL="0" indent="0">
                        <a:buNone/>
                      </a:pPr>
                      <a:r>
                        <a:rPr lang="en-US" sz="1300" b="1" dirty="0">
                          <a:solidFill>
                            <a:srgbClr val="1F2328"/>
                          </a:solidFill>
                          <a:latin typeface="Mulish" pitchFamily="34" charset="0"/>
                          <a:ea typeface="Mulish" pitchFamily="34" charset="-122"/>
                          <a:cs typeface="Mulish" pitchFamily="34" charset="-120"/>
                        </a:rPr>
                        <a:t>AIIO</a:t>
                      </a:r>
                      <a:endParaRPr lang="en-US" sz="1300" dirty="0">
                        <a:latin typeface="Mulish" charset="0"/>
                        <a:ea typeface="Mulish" charset="0"/>
                        <a:cs typeface="Mulish" charset="0"/>
                      </a:endParaRPr>
                    </a:p>
                  </a:txBody>
                  <a:tcPr marT="64008" marB="64008">
                    <a:lnL w="0" cap="flat" cmpd="sng" algn="ctr">
                      <a:noFill/>
                    </a:lnL>
                    <a:lnR w="0" cap="flat" cmpd="sng" algn="ctr">
                      <a:noFill/>
                    </a:lnR>
                    <a:lnT w="0" cap="flat" cmpd="sng" algn="ctr">
                      <a:noFill/>
                    </a:lnT>
                    <a:lnB w="19050" cap="flat" cmpd="sng" algn="ctr">
                      <a:solidFill>
                        <a:srgbClr val="1F2328"/>
                      </a:solidFill>
                      <a:prstDash val="solid"/>
                      <a:round/>
                      <a:headEnd type="none" w="med" len="med"/>
                      <a:tailEnd type="none" w="med" len="med"/>
                    </a:lnB>
                    <a:solidFill>
                      <a:srgbClr val="FFFFFF"/>
                    </a:solidFill>
                  </a:tcPr>
                </a:tc>
                <a:tc>
                  <a:txBody>
                    <a:bodyPr/>
                    <a:lstStyle/>
                    <a:p>
                      <a:pPr marL="0" indent="0">
                        <a:buNone/>
                      </a:pPr>
                      <a:r>
                        <a:rPr lang="en-US" sz="1300" b="1" dirty="0">
                          <a:solidFill>
                            <a:srgbClr val="1F2328"/>
                          </a:solidFill>
                          <a:latin typeface="Mulish" pitchFamily="34" charset="0"/>
                          <a:ea typeface="Mulish" pitchFamily="34" charset="-122"/>
                          <a:cs typeface="Mulish" pitchFamily="34" charset="-120"/>
                        </a:rPr>
                        <a:t>FARIO</a:t>
                      </a:r>
                      <a:endParaRPr lang="en-US" sz="1300" dirty="0">
                        <a:latin typeface="Mulish" charset="0"/>
                        <a:ea typeface="Mulish" charset="0"/>
                        <a:cs typeface="Mulish" charset="0"/>
                      </a:endParaRPr>
                    </a:p>
                  </a:txBody>
                  <a:tcPr marT="64008" marB="64008">
                    <a:lnL w="0" cap="flat" cmpd="sng" algn="ctr">
                      <a:noFill/>
                    </a:lnL>
                    <a:lnR w="0" cap="flat" cmpd="sng" algn="ctr">
                      <a:noFill/>
                    </a:lnR>
                    <a:lnT w="0" cap="flat" cmpd="sng" algn="ctr">
                      <a:noFill/>
                    </a:lnT>
                    <a:lnB w="19050" cap="flat" cmpd="sng" algn="ctr">
                      <a:solidFill>
                        <a:srgbClr val="1F232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0">
                <a:tc>
                  <a:txBody>
                    <a:bodyPr/>
                    <a:lstStyle/>
                    <a:p>
                      <a:pPr marL="0" indent="0">
                        <a:buNone/>
                      </a:pPr>
                      <a:r>
                        <a:rPr lang="en-US" sz="1300" dirty="0">
                          <a:solidFill>
                            <a:srgbClr val="1F2328"/>
                          </a:solidFill>
                          <a:latin typeface="Mulish" pitchFamily="34" charset="0"/>
                          <a:ea typeface="Mulish" pitchFamily="34" charset="-122"/>
                          <a:cs typeface="Mulish" pitchFamily="34" charset="-120"/>
                        </a:rPr>
                        <a:t>Date</a:t>
                      </a:r>
                      <a:endParaRPr lang="en-US" sz="1300" dirty="0">
                        <a:latin typeface="Mulish" charset="0"/>
                        <a:ea typeface="Mulish" charset="0"/>
                        <a:cs typeface="Mulish" charset="0"/>
                      </a:endParaRPr>
                    </a:p>
                  </a:txBody>
                  <a:tcPr marT="64008" marB="64008">
                    <a:lnL w="0" cap="flat" cmpd="sng" algn="ctr">
                      <a:noFill/>
                    </a:lnL>
                    <a:lnR w="0" cap="flat" cmpd="sng" algn="ctr">
                      <a:noFill/>
                    </a:lnR>
                    <a:lnT w="19050" cap="flat" cmpd="sng" algn="ctr">
                      <a:solidFill>
                        <a:srgbClr val="1F2328"/>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300" dirty="0">
                          <a:solidFill>
                            <a:srgbClr val="1F2328"/>
                          </a:solidFill>
                          <a:latin typeface="Mulish" pitchFamily="34" charset="0"/>
                          <a:ea typeface="Mulish" pitchFamily="34" charset="-122"/>
                          <a:cs typeface="Mulish" pitchFamily="34" charset="-120"/>
                        </a:rPr>
                        <a:t>12 February 2026</a:t>
                      </a:r>
                      <a:endParaRPr lang="en-US" sz="1300" dirty="0">
                        <a:latin typeface="Mulish" charset="0"/>
                        <a:ea typeface="Mulish" charset="0"/>
                        <a:cs typeface="Mulish" charset="0"/>
                      </a:endParaRPr>
                    </a:p>
                  </a:txBody>
                  <a:tcPr marT="64008" marB="64008">
                    <a:lnL w="0" cap="flat" cmpd="sng" algn="ctr">
                      <a:noFill/>
                    </a:lnL>
                    <a:lnR w="0" cap="flat" cmpd="sng" algn="ctr">
                      <a:noFill/>
                    </a:lnR>
                    <a:lnT w="19050" cap="flat" cmpd="sng" algn="ctr">
                      <a:solidFill>
                        <a:srgbClr val="1F2328"/>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300" dirty="0">
                          <a:solidFill>
                            <a:srgbClr val="1F2328"/>
                          </a:solidFill>
                          <a:latin typeface="Mulish" pitchFamily="34" charset="0"/>
                          <a:ea typeface="Mulish" pitchFamily="34" charset="-122"/>
                          <a:cs typeface="Mulish" pitchFamily="34" charset="-120"/>
                        </a:rPr>
                        <a:t>6 March 2026</a:t>
                      </a:r>
                      <a:endParaRPr lang="en-US" sz="1300" dirty="0">
                        <a:latin typeface="Mulish" charset="0"/>
                        <a:ea typeface="Mulish" charset="0"/>
                        <a:cs typeface="Mulish" charset="0"/>
                      </a:endParaRPr>
                    </a:p>
                  </a:txBody>
                  <a:tcPr marT="64008" marB="64008">
                    <a:lnL w="0" cap="flat" cmpd="sng" algn="ctr">
                      <a:noFill/>
                    </a:lnL>
                    <a:lnR w="0" cap="flat" cmpd="sng" algn="ctr">
                      <a:noFill/>
                    </a:lnR>
                    <a:lnT w="19050" cap="flat" cmpd="sng" algn="ctr">
                      <a:solidFill>
                        <a:srgbClr val="1F2328"/>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300" dirty="0">
                          <a:solidFill>
                            <a:srgbClr val="1F2328"/>
                          </a:solidFill>
                          <a:latin typeface="Mulish" pitchFamily="34" charset="0"/>
                          <a:ea typeface="Mulish" pitchFamily="34" charset="-122"/>
                          <a:cs typeface="Mulish" pitchFamily="34" charset="-120"/>
                        </a:rPr>
                        <a:t>Who</a:t>
                      </a:r>
                      <a:endParaRPr lang="en-US" sz="13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300" dirty="0">
                          <a:solidFill>
                            <a:srgbClr val="1F2328"/>
                          </a:solidFill>
                          <a:latin typeface="Mulish" pitchFamily="34" charset="0"/>
                          <a:ea typeface="Mulish" pitchFamily="34" charset="-122"/>
                          <a:cs typeface="Mulish" pitchFamily="34" charset="-120"/>
                        </a:rPr>
                        <a:t>About 40 invited, Australia and New Zealand</a:t>
                      </a:r>
                      <a:endParaRPr lang="en-US" sz="13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300" dirty="0">
                          <a:solidFill>
                            <a:srgbClr val="1F2328"/>
                          </a:solidFill>
                          <a:latin typeface="Mulish" pitchFamily="34" charset="0"/>
                          <a:ea typeface="Mulish" pitchFamily="34" charset="-122"/>
                          <a:cs typeface="Mulish" pitchFamily="34" charset="-120"/>
                        </a:rPr>
                        <a:t>IOI candidates from France, Australia, NZ and Belgium</a:t>
                      </a:r>
                      <a:endParaRPr lang="en-US" sz="13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300" dirty="0">
                          <a:solidFill>
                            <a:srgbClr val="1F2328"/>
                          </a:solidFill>
                          <a:latin typeface="Mulish" pitchFamily="34" charset="0"/>
                          <a:ea typeface="Mulish" pitchFamily="34" charset="-122"/>
                          <a:cs typeface="Mulish" pitchFamily="34" charset="-120"/>
                        </a:rPr>
                        <a:t>Format</a:t>
                      </a:r>
                      <a:endParaRPr lang="en-US" sz="13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300" dirty="0">
                          <a:solidFill>
                            <a:srgbClr val="1F2328"/>
                          </a:solidFill>
                          <a:latin typeface="Mulish" pitchFamily="34" charset="0"/>
                          <a:ea typeface="Mulish" pitchFamily="34" charset="-122"/>
                          <a:cs typeface="Mulish" pitchFamily="34" charset="-120"/>
                        </a:rPr>
                        <a:t>4 problems · 4 hours · C++ · supervised at school; printed notes and cppreference allowed, no AI</a:t>
                      </a:r>
                      <a:endParaRPr lang="en-US" sz="13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300" dirty="0">
                          <a:solidFill>
                            <a:srgbClr val="1F2328"/>
                          </a:solidFill>
                          <a:latin typeface="Mulish" pitchFamily="34" charset="0"/>
                          <a:ea typeface="Mulish" pitchFamily="34" charset="-122"/>
                          <a:cs typeface="Mulish" pitchFamily="34" charset="-120"/>
                        </a:rPr>
                        <a:t>Same format and rules for Australian students</a:t>
                      </a:r>
                      <a:endParaRPr lang="en-US" sz="13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300" dirty="0">
                          <a:solidFill>
                            <a:srgbClr val="1F2328"/>
                          </a:solidFill>
                          <a:latin typeface="Mulish" pitchFamily="34" charset="0"/>
                          <a:ea typeface="Mulish" pitchFamily="34" charset="-122"/>
                          <a:cs typeface="Mulish" pitchFamily="34" charset="-120"/>
                        </a:rPr>
                        <a:t>Picks</a:t>
                      </a:r>
                      <a:endParaRPr lang="en-US" sz="13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300" dirty="0">
                          <a:solidFill>
                            <a:srgbClr val="1F2328"/>
                          </a:solidFill>
                          <a:latin typeface="Mulish" pitchFamily="34" charset="0"/>
                          <a:ea typeface="Mulish" pitchFamily="34" charset="-122"/>
                          <a:cs typeface="Mulish" pitchFamily="34" charset="-120"/>
                        </a:rPr>
                        <a:t>With FARIO: Selection School invitees. Also: the EGOI team of 4</a:t>
                      </a:r>
                      <a:endParaRPr lang="en-US" sz="13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300" dirty="0">
                          <a:solidFill>
                            <a:srgbClr val="1F2328"/>
                          </a:solidFill>
                          <a:latin typeface="Mulish" pitchFamily="34" charset="0"/>
                          <a:ea typeface="Mulish" pitchFamily="34" charset="-122"/>
                          <a:cs typeface="Mulish" pitchFamily="34" charset="-120"/>
                        </a:rPr>
                        <a:t>With AIIO: Selection School invitees</a:t>
                      </a:r>
                      <a:endParaRPr lang="en-US" sz="13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300" dirty="0">
                          <a:solidFill>
                            <a:srgbClr val="1F2328"/>
                          </a:solidFill>
                          <a:latin typeface="Mulish" pitchFamily="34" charset="0"/>
                          <a:ea typeface="Mulish" pitchFamily="34" charset="-122"/>
                          <a:cs typeface="Mulish" pitchFamily="34" charset="-120"/>
                        </a:rPr>
                        <a:t>Syllabus</a:t>
                      </a:r>
                      <a:endParaRPr lang="en-US" sz="13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300" dirty="0">
                          <a:solidFill>
                            <a:srgbClr val="1F2328"/>
                          </a:solidFill>
                          <a:latin typeface="Mulish" pitchFamily="34" charset="0"/>
                          <a:ea typeface="Mulish" pitchFamily="34" charset="-122"/>
                          <a:cs typeface="Mulish" pitchFamily="34" charset="-120"/>
                        </a:rPr>
                        <a:t>Mostly what the School of Excellence "Alpha stream" teaches</a:t>
                      </a:r>
                      <a:endParaRPr lang="en-US" sz="13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300" dirty="0">
                          <a:solidFill>
                            <a:srgbClr val="1F2328"/>
                          </a:solidFill>
                          <a:latin typeface="Mulish" pitchFamily="34" charset="0"/>
                          <a:ea typeface="Mulish" pitchFamily="34" charset="-122"/>
                          <a:cs typeface="Mulish" pitchFamily="34" charset="-120"/>
                        </a:rPr>
                        <a:t>None; the IOI Syllabus is suggested as a guide</a:t>
                      </a:r>
                      <a:endParaRPr lang="en-US" sz="13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8905E4CF-77D9-2A46-62E9-CD127ABE0F7A}"/>
                  </a:ext>
                </a:extLst>
              </p14:cNvPr>
              <p14:cNvContentPartPr/>
              <p14:nvPr/>
            </p14:nvContentPartPr>
            <p14:xfrm>
              <a:off x="2321640" y="2506320"/>
              <a:ext cx="2411280" cy="559800"/>
            </p14:xfrm>
          </p:contentPart>
        </mc:Choice>
        <mc:Fallback>
          <p:pic>
            <p:nvPicPr>
              <p:cNvPr id="4" name="Ink 3">
                <a:extLst>
                  <a:ext uri="{FF2B5EF4-FFF2-40B4-BE49-F238E27FC236}">
                    <a16:creationId xmlns:a16="http://schemas.microsoft.com/office/drawing/2014/main" id="{8905E4CF-77D9-2A46-62E9-CD127ABE0F7A}"/>
                  </a:ext>
                </a:extLst>
              </p:cNvPr>
              <p:cNvPicPr/>
              <p:nvPr/>
            </p:nvPicPr>
            <p:blipFill>
              <a:blip r:embed="rId4"/>
              <a:stretch>
                <a:fillRect/>
              </a:stretch>
            </p:blipFill>
            <p:spPr>
              <a:xfrm>
                <a:off x="2299680" y="2490120"/>
                <a:ext cx="2449080" cy="592200"/>
              </a:xfrm>
              <a:prstGeom prst="rect">
                <a:avLst/>
              </a:prstGeom>
            </p:spPr>
          </p:pic>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12800" y="609600"/>
            <a:ext cx="10566400" cy="279400"/>
          </a:xfrm>
          <a:prstGeom prst="rect">
            <a:avLst/>
          </a:prstGeom>
          <a:noFill/>
          <a:ln/>
        </p:spPr>
        <p:txBody>
          <a:bodyPr wrap="square" lIns="0" tIns="0" rIns="0" bIns="0" rtlCol="0" anchor="t"/>
          <a:lstStyle/>
          <a:p>
            <a:pPr marL="0" indent="0">
              <a:buNone/>
            </a:pPr>
            <a:r>
              <a:rPr lang="en-US" sz="1200" b="1" kern="0" spc="200" dirty="0">
                <a:solidFill>
                  <a:srgbClr val="287673"/>
                </a:solidFill>
                <a:latin typeface="Mulish" pitchFamily="34" charset="0"/>
                <a:ea typeface="Mulish" pitchFamily="34" charset="-122"/>
                <a:cs typeface="Mulish" pitchFamily="34" charset="-120"/>
              </a:rPr>
              <a:t>STAGE 3 · AIIO PAPERS 2023–2025</a:t>
            </a:r>
            <a:endParaRPr lang="en-US" sz="1200" dirty="0"/>
          </a:p>
        </p:txBody>
      </p:sp>
      <p:sp>
        <p:nvSpPr>
          <p:cNvPr id="3" name="Text 1"/>
          <p:cNvSpPr>
            <a:spLocks noGrp="1"/>
          </p:cNvSpPr>
          <p:nvPr>
            <p:ph type="title" idx="102" hasCustomPrompt="1"/>
          </p:nvPr>
        </p:nvSpPr>
        <p:spPr>
          <a:xfrm>
            <a:off x="812800" y="952500"/>
            <a:ext cx="10566400" cy="482600"/>
          </a:xfrm>
          <a:prstGeom prst="rect">
            <a:avLst/>
          </a:prstGeom>
          <a:noFill/>
          <a:ln/>
        </p:spPr>
        <p:txBody>
          <a:bodyPr wrap="square" lIns="0" tIns="0" rIns="0" bIns="0" rtlCol="0" anchor="t"/>
          <a:lstStyle/>
          <a:p>
            <a:pPr marL="0" indent="0" algn="l">
              <a:buNone/>
            </a:pPr>
            <a:r>
              <a:rPr lang="en-US" sz="2600" b="1" kern="0" spc="200" dirty="0">
                <a:solidFill>
                  <a:srgbClr val="1F2328"/>
                </a:solidFill>
                <a:latin typeface="Jost" pitchFamily="34" charset="0"/>
                <a:ea typeface="Jost" pitchFamily="34" charset="-122"/>
                <a:cs typeface="Jost" pitchFamily="34" charset="-120"/>
              </a:rPr>
              <a:t>TOPICS IN RECENT PAPERS</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12800" y="1638300"/>
          <a:ext cx="10566400" cy="2935224"/>
        </p:xfrm>
        <a:graphic>
          <a:graphicData uri="http://schemas.openxmlformats.org/drawingml/2006/table">
            <a:tbl>
              <a:tblPr/>
              <a:tblGrid>
                <a:gridCol w="5283200">
                  <a:extLst>
                    <a:ext uri="{9D8B030D-6E8A-4147-A177-3AD203B41FA5}">
                      <a16:colId xmlns:a16="http://schemas.microsoft.com/office/drawing/2014/main" val="20000"/>
                    </a:ext>
                  </a:extLst>
                </a:gridCol>
                <a:gridCol w="5283200">
                  <a:extLst>
                    <a:ext uri="{9D8B030D-6E8A-4147-A177-3AD203B41FA5}">
                      <a16:colId xmlns:a16="http://schemas.microsoft.com/office/drawing/2014/main" val="20001"/>
                    </a:ext>
                  </a:extLst>
                </a:gridCol>
              </a:tblGrid>
              <a:tr h="0">
                <a:tc>
                  <a:txBody>
                    <a:bodyPr/>
                    <a:lstStyle/>
                    <a:p>
                      <a:pPr marL="0" indent="0">
                        <a:buNone/>
                      </a:pPr>
                      <a:r>
                        <a:rPr lang="en-US" sz="1300" b="1" dirty="0">
                          <a:solidFill>
                            <a:srgbClr val="1F2328"/>
                          </a:solidFill>
                          <a:latin typeface="Mulish" pitchFamily="34" charset="0"/>
                          <a:ea typeface="Mulish" pitchFamily="34" charset="-122"/>
                          <a:cs typeface="Mulish" pitchFamily="34" charset="-120"/>
                        </a:rPr>
                        <a:t>Topic</a:t>
                      </a:r>
                      <a:endParaRPr lang="en-US" sz="1300" dirty="0">
                        <a:latin typeface="Mulish" charset="0"/>
                        <a:ea typeface="Mulish" charset="0"/>
                        <a:cs typeface="Mulish" charset="0"/>
                      </a:endParaRPr>
                    </a:p>
                  </a:txBody>
                  <a:tcPr marT="64008" marB="64008">
                    <a:lnL w="0" cap="flat" cmpd="sng" algn="ctr">
                      <a:noFill/>
                    </a:lnL>
                    <a:lnR w="0" cap="flat" cmpd="sng" algn="ctr">
                      <a:noFill/>
                    </a:lnR>
                    <a:lnT w="0" cap="flat" cmpd="sng" algn="ctr">
                      <a:noFill/>
                    </a:lnT>
                    <a:lnB w="19050" cap="flat" cmpd="sng" algn="ctr">
                      <a:solidFill>
                        <a:srgbClr val="1F2328"/>
                      </a:solidFill>
                      <a:prstDash val="solid"/>
                      <a:round/>
                      <a:headEnd type="none" w="med" len="med"/>
                      <a:tailEnd type="none" w="med" len="med"/>
                    </a:lnB>
                    <a:solidFill>
                      <a:srgbClr val="FFFFFF"/>
                    </a:solidFill>
                  </a:tcPr>
                </a:tc>
                <a:tc>
                  <a:txBody>
                    <a:bodyPr/>
                    <a:lstStyle/>
                    <a:p>
                      <a:pPr marL="0" indent="0">
                        <a:buNone/>
                      </a:pPr>
                      <a:r>
                        <a:rPr lang="en-US" sz="1300" b="1" dirty="0">
                          <a:solidFill>
                            <a:srgbClr val="1F2328"/>
                          </a:solidFill>
                          <a:latin typeface="Mulish" pitchFamily="34" charset="0"/>
                          <a:ea typeface="Mulish" pitchFamily="34" charset="-122"/>
                          <a:cs typeface="Mulish" pitchFamily="34" charset="-120"/>
                        </a:rPr>
                        <a:t>Example problems</a:t>
                      </a:r>
                      <a:endParaRPr lang="en-US" sz="1300" dirty="0">
                        <a:latin typeface="Mulish" charset="0"/>
                        <a:ea typeface="Mulish" charset="0"/>
                        <a:cs typeface="Mulish" charset="0"/>
                      </a:endParaRPr>
                    </a:p>
                  </a:txBody>
                  <a:tcPr marT="64008" marB="64008">
                    <a:lnL w="0" cap="flat" cmpd="sng" algn="ctr">
                      <a:noFill/>
                    </a:lnL>
                    <a:lnR w="0" cap="flat" cmpd="sng" algn="ctr">
                      <a:noFill/>
                    </a:lnR>
                    <a:lnT w="0" cap="flat" cmpd="sng" algn="ctr">
                      <a:noFill/>
                    </a:lnT>
                    <a:lnB w="19050" cap="flat" cmpd="sng" algn="ctr">
                      <a:solidFill>
                        <a:srgbClr val="1F232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0">
                <a:tc>
                  <a:txBody>
                    <a:bodyPr/>
                    <a:lstStyle/>
                    <a:p>
                      <a:pPr marL="0" indent="0">
                        <a:buNone/>
                      </a:pPr>
                      <a:r>
                        <a:rPr lang="en-US" sz="1300" dirty="0">
                          <a:solidFill>
                            <a:srgbClr val="1F2328"/>
                          </a:solidFill>
                          <a:latin typeface="Mulish" pitchFamily="34" charset="0"/>
                          <a:ea typeface="Mulish" pitchFamily="34" charset="-122"/>
                          <a:cs typeface="Mulish" pitchFamily="34" charset="-120"/>
                        </a:rPr>
                        <a:t>Prefix sums, counting arrays, prefix max and min</a:t>
                      </a:r>
                      <a:endParaRPr lang="en-US" sz="1300" dirty="0">
                        <a:latin typeface="Mulish" charset="0"/>
                        <a:ea typeface="Mulish" charset="0"/>
                        <a:cs typeface="Mulish" charset="0"/>
                      </a:endParaRPr>
                    </a:p>
                  </a:txBody>
                  <a:tcPr marT="64008" marB="64008">
                    <a:lnL w="0" cap="flat" cmpd="sng" algn="ctr">
                      <a:noFill/>
                    </a:lnL>
                    <a:lnR w="0" cap="flat" cmpd="sng" algn="ctr">
                      <a:noFill/>
                    </a:lnR>
                    <a:lnT w="19050" cap="flat" cmpd="sng" algn="ctr">
                      <a:solidFill>
                        <a:srgbClr val="1F2328"/>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E6F3F2"/>
                    </a:solidFill>
                  </a:tcPr>
                </a:tc>
                <a:tc>
                  <a:txBody>
                    <a:bodyPr/>
                    <a:lstStyle/>
                    <a:p>
                      <a:pPr marL="0" indent="0">
                        <a:buNone/>
                      </a:pPr>
                      <a:r>
                        <a:rPr lang="en-US" sz="1300" dirty="0">
                          <a:solidFill>
                            <a:srgbClr val="1F2328"/>
                          </a:solidFill>
                          <a:latin typeface="Mulish" pitchFamily="34" charset="0"/>
                          <a:ea typeface="Mulish" pitchFamily="34" charset="-122"/>
                          <a:cs typeface="Mulish" pitchFamily="34" charset="-120"/>
                        </a:rPr>
                        <a:t>2025 P1 Buildings · 2023 P1 Sculpture III</a:t>
                      </a:r>
                      <a:endParaRPr lang="en-US" sz="1300" dirty="0">
                        <a:latin typeface="Mulish" charset="0"/>
                        <a:ea typeface="Mulish" charset="0"/>
                        <a:cs typeface="Mulish" charset="0"/>
                      </a:endParaRPr>
                    </a:p>
                  </a:txBody>
                  <a:tcPr marT="64008" marB="64008">
                    <a:lnL w="0" cap="flat" cmpd="sng" algn="ctr">
                      <a:noFill/>
                    </a:lnL>
                    <a:lnR w="0" cap="flat" cmpd="sng" algn="ctr">
                      <a:noFill/>
                    </a:lnR>
                    <a:lnT w="19050" cap="flat" cmpd="sng" algn="ctr">
                      <a:solidFill>
                        <a:srgbClr val="1F2328"/>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E6F3F2"/>
                    </a:solidFill>
                  </a:tcPr>
                </a:tc>
                <a:extLst>
                  <a:ext uri="{0D108BD9-81ED-4DB2-BD59-A6C34878D82A}">
                    <a16:rowId xmlns:a16="http://schemas.microsoft.com/office/drawing/2014/main" val="10001"/>
                  </a:ext>
                </a:extLst>
              </a:tr>
              <a:tr h="0">
                <a:tc>
                  <a:txBody>
                    <a:bodyPr/>
                    <a:lstStyle/>
                    <a:p>
                      <a:pPr marL="0" indent="0">
                        <a:buNone/>
                      </a:pPr>
                      <a:r>
                        <a:rPr lang="en-US" sz="1300" dirty="0">
                          <a:solidFill>
                            <a:srgbClr val="1F2328"/>
                          </a:solidFill>
                          <a:latin typeface="Mulish" pitchFamily="34" charset="0"/>
                          <a:ea typeface="Mulish" pitchFamily="34" charset="-122"/>
                          <a:cs typeface="Mulish" pitchFamily="34" charset="-120"/>
                        </a:rPr>
                        <a:t>Monotonic stack, sparse table</a:t>
                      </a:r>
                      <a:endParaRPr lang="en-US" sz="13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E6F3F2"/>
                    </a:solidFill>
                  </a:tcPr>
                </a:tc>
                <a:tc>
                  <a:txBody>
                    <a:bodyPr/>
                    <a:lstStyle/>
                    <a:p>
                      <a:pPr marL="0" indent="0">
                        <a:buNone/>
                      </a:pPr>
                      <a:r>
                        <a:rPr lang="en-US" sz="1300" dirty="0">
                          <a:solidFill>
                            <a:srgbClr val="1F2328"/>
                          </a:solidFill>
                          <a:latin typeface="Mulish" pitchFamily="34" charset="0"/>
                          <a:ea typeface="Mulish" pitchFamily="34" charset="-122"/>
                          <a:cs typeface="Mulish" pitchFamily="34" charset="-120"/>
                        </a:rPr>
                        <a:t>2023 P3 Pinnacle</a:t>
                      </a:r>
                      <a:endParaRPr lang="en-US" sz="13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E6F3F2"/>
                    </a:solidFill>
                  </a:tcPr>
                </a:tc>
                <a:extLst>
                  <a:ext uri="{0D108BD9-81ED-4DB2-BD59-A6C34878D82A}">
                    <a16:rowId xmlns:a16="http://schemas.microsoft.com/office/drawing/2014/main" val="10002"/>
                  </a:ext>
                </a:extLst>
              </a:tr>
              <a:tr h="0">
                <a:tc>
                  <a:txBody>
                    <a:bodyPr/>
                    <a:lstStyle/>
                    <a:p>
                      <a:pPr marL="0" indent="0">
                        <a:buNone/>
                      </a:pPr>
                      <a:r>
                        <a:rPr lang="en-US" sz="1300" dirty="0">
                          <a:solidFill>
                            <a:srgbClr val="1F2328"/>
                          </a:solidFill>
                          <a:latin typeface="Mulish" pitchFamily="34" charset="0"/>
                          <a:ea typeface="Mulish" pitchFamily="34" charset="-122"/>
                          <a:cs typeface="Mulish" pitchFamily="34" charset="-120"/>
                        </a:rPr>
                        <a:t>BFS, multi-source BFS, BFS from every node</a:t>
                      </a:r>
                      <a:endParaRPr lang="en-US" sz="13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300" dirty="0">
                          <a:solidFill>
                            <a:srgbClr val="1F2328"/>
                          </a:solidFill>
                          <a:latin typeface="Mulish" pitchFamily="34" charset="0"/>
                          <a:ea typeface="Mulish" pitchFamily="34" charset="-122"/>
                          <a:cs typeface="Mulish" pitchFamily="34" charset="-120"/>
                        </a:rPr>
                        <a:t>2023 P2 Electrical Fault · 2025 P3 Amazing Game II</a:t>
                      </a:r>
                      <a:endParaRPr lang="en-US" sz="13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300" dirty="0">
                          <a:solidFill>
                            <a:srgbClr val="1F2328"/>
                          </a:solidFill>
                          <a:latin typeface="Mulish" pitchFamily="34" charset="0"/>
                          <a:ea typeface="Mulish" pitchFamily="34" charset="-122"/>
                          <a:cs typeface="Mulish" pitchFamily="34" charset="-120"/>
                        </a:rPr>
                        <a:t>Dijkstra with a heap</a:t>
                      </a:r>
                      <a:endParaRPr lang="en-US" sz="13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300" dirty="0">
                          <a:solidFill>
                            <a:srgbClr val="1F2328"/>
                          </a:solidFill>
                          <a:latin typeface="Mulish" pitchFamily="34" charset="0"/>
                          <a:ea typeface="Mulish" pitchFamily="34" charset="-122"/>
                          <a:cs typeface="Mulish" pitchFamily="34" charset="-120"/>
                        </a:rPr>
                        <a:t>2023 P2 Electrical Fault · 2024 P2 Overcycle</a:t>
                      </a:r>
                      <a:endParaRPr lang="en-US" sz="13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300" dirty="0">
                          <a:solidFill>
                            <a:srgbClr val="1F2328"/>
                          </a:solidFill>
                          <a:latin typeface="Mulish" pitchFamily="34" charset="0"/>
                          <a:ea typeface="Mulish" pitchFamily="34" charset="-122"/>
                          <a:cs typeface="Mulish" pitchFamily="34" charset="-120"/>
                        </a:rPr>
                        <a:t>Segment tree: point update, range max and min</a:t>
                      </a:r>
                      <a:endParaRPr lang="en-US" sz="13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300" dirty="0">
                          <a:solidFill>
                            <a:srgbClr val="1F2328"/>
                          </a:solidFill>
                          <a:latin typeface="Mulish" pitchFamily="34" charset="0"/>
                          <a:ea typeface="Mulish" pitchFamily="34" charset="-122"/>
                          <a:cs typeface="Mulish" pitchFamily="34" charset="-120"/>
                        </a:rPr>
                        <a:t>2024 P1 Speed Friending</a:t>
                      </a:r>
                      <a:endParaRPr lang="en-US" sz="13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300" dirty="0">
                          <a:solidFill>
                            <a:srgbClr val="1F2328"/>
                          </a:solidFill>
                          <a:latin typeface="Mulish" pitchFamily="34" charset="0"/>
                          <a:ea typeface="Mulish" pitchFamily="34" charset="-122"/>
                          <a:cs typeface="Mulish" pitchFamily="34" charset="-120"/>
                        </a:rPr>
                        <a:t>Dynamic programming, 0/1 knapsack</a:t>
                      </a:r>
                      <a:endParaRPr lang="en-US" sz="13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300" dirty="0">
                          <a:solidFill>
                            <a:srgbClr val="1F2328"/>
                          </a:solidFill>
                          <a:latin typeface="Mulish" pitchFamily="34" charset="0"/>
                          <a:ea typeface="Mulish" pitchFamily="34" charset="-122"/>
                          <a:cs typeface="Mulish" pitchFamily="34" charset="-120"/>
                        </a:rPr>
                        <a:t>2023 P1 Sculpture III · 2025 P2 Retail Empire</a:t>
                      </a:r>
                      <a:endParaRPr lang="en-US" sz="13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indent="0">
                        <a:buNone/>
                      </a:pPr>
                      <a:r>
                        <a:rPr lang="en-US" sz="1300" dirty="0">
                          <a:solidFill>
                            <a:srgbClr val="1F2328"/>
                          </a:solidFill>
                          <a:latin typeface="Mulish" pitchFamily="34" charset="0"/>
                          <a:ea typeface="Mulish" pitchFamily="34" charset="-122"/>
                          <a:cs typeface="Mulish" pitchFamily="34" charset="-120"/>
                        </a:rPr>
                        <a:t>Permutation cycles and constructions</a:t>
                      </a:r>
                      <a:endParaRPr lang="en-US" sz="13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300" dirty="0">
                          <a:solidFill>
                            <a:srgbClr val="1F2328"/>
                          </a:solidFill>
                          <a:latin typeface="Mulish" pitchFamily="34" charset="0"/>
                          <a:ea typeface="Mulish" pitchFamily="34" charset="-122"/>
                          <a:cs typeface="Mulish" pitchFamily="34" charset="-120"/>
                        </a:rPr>
                        <a:t>2024 P3 Curator Catastrophe</a:t>
                      </a:r>
                      <a:endParaRPr lang="en-US" sz="13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0">
                <a:tc>
                  <a:txBody>
                    <a:bodyPr/>
                    <a:lstStyle/>
                    <a:p>
                      <a:pPr marL="0" indent="0">
                        <a:buNone/>
                      </a:pPr>
                      <a:r>
                        <a:rPr lang="en-US" sz="1300" dirty="0">
                          <a:solidFill>
                            <a:srgbClr val="1F2328"/>
                          </a:solidFill>
                          <a:latin typeface="Mulish" pitchFamily="34" charset="0"/>
                          <a:ea typeface="Mulish" pitchFamily="34" charset="-122"/>
                          <a:cs typeface="Mulish" pitchFamily="34" charset="-120"/>
                        </a:rPr>
                        <a:t>Interactive task with a query budget</a:t>
                      </a:r>
                      <a:endParaRPr lang="en-US" sz="13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300" dirty="0">
                          <a:solidFill>
                            <a:srgbClr val="1F2328"/>
                          </a:solidFill>
                          <a:latin typeface="Mulish" pitchFamily="34" charset="0"/>
                          <a:ea typeface="Mulish" pitchFamily="34" charset="-122"/>
                          <a:cs typeface="Mulish" pitchFamily="34" charset="-120"/>
                        </a:rPr>
                        <a:t>2025 P4 Kth Number</a:t>
                      </a:r>
                      <a:endParaRPr lang="en-US" sz="13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5" name="Text 2"/>
          <p:cNvSpPr txBox="1"/>
          <p:nvPr/>
        </p:nvSpPr>
        <p:spPr>
          <a:xfrm>
            <a:off x="812800" y="5588000"/>
            <a:ext cx="10566400" cy="320040"/>
          </a:xfrm>
          <a:prstGeom prst="rect">
            <a:avLst/>
          </a:prstGeom>
          <a:noFill/>
          <a:ln/>
        </p:spPr>
        <p:txBody>
          <a:bodyPr wrap="square" lIns="0" tIns="0" rIns="0" bIns="0" rtlCol="0" anchor="t"/>
          <a:lstStyle/>
          <a:p>
            <a:pPr marL="0" indent="0">
              <a:buNone/>
            </a:pPr>
            <a:r>
              <a:rPr lang="en-US" sz="1300" dirty="0">
                <a:solidFill>
                  <a:srgbClr val="4D5560"/>
                </a:solidFill>
                <a:latin typeface="Mulish" pitchFamily="34" charset="0"/>
                <a:ea typeface="Mulish" pitchFamily="34" charset="-122"/>
                <a:cs typeface="Mulish" pitchFamily="34" charset="-120"/>
              </a:rPr>
              <a:t>Highlighted rows use techniques from our four lessons.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12800" y="609600"/>
            <a:ext cx="10566400" cy="279400"/>
          </a:xfrm>
          <a:prstGeom prst="rect">
            <a:avLst/>
          </a:prstGeom>
          <a:noFill/>
          <a:ln/>
        </p:spPr>
        <p:txBody>
          <a:bodyPr wrap="square" lIns="0" tIns="0" rIns="0" bIns="0" rtlCol="0" anchor="t"/>
          <a:lstStyle/>
          <a:p>
            <a:pPr marL="0" indent="0">
              <a:buNone/>
            </a:pPr>
            <a:r>
              <a:rPr lang="en-US" sz="1200" b="1" kern="0" spc="200" dirty="0">
                <a:solidFill>
                  <a:srgbClr val="287673"/>
                </a:solidFill>
                <a:latin typeface="Mulish" pitchFamily="34" charset="0"/>
                <a:ea typeface="Mulish" pitchFamily="34" charset="-122"/>
                <a:cs typeface="Mulish" pitchFamily="34" charset="-120"/>
              </a:rPr>
              <a:t>STAGE 3 · BEYOND THE TOPICS</a:t>
            </a:r>
            <a:endParaRPr lang="en-US" sz="1200" dirty="0"/>
          </a:p>
        </p:txBody>
      </p:sp>
      <p:sp>
        <p:nvSpPr>
          <p:cNvPr id="3" name="Text 1"/>
          <p:cNvSpPr>
            <a:spLocks noGrp="1"/>
          </p:cNvSpPr>
          <p:nvPr>
            <p:ph type="title" idx="102" hasCustomPrompt="1"/>
          </p:nvPr>
        </p:nvSpPr>
        <p:spPr>
          <a:xfrm>
            <a:off x="812800" y="952500"/>
            <a:ext cx="10566400" cy="482600"/>
          </a:xfrm>
          <a:prstGeom prst="rect">
            <a:avLst/>
          </a:prstGeom>
          <a:noFill/>
          <a:ln/>
        </p:spPr>
        <p:txBody>
          <a:bodyPr wrap="square" lIns="0" tIns="0" rIns="0" bIns="0" rtlCol="0" anchor="t"/>
          <a:lstStyle/>
          <a:p>
            <a:pPr marL="0" indent="0" algn="l">
              <a:buNone/>
            </a:pPr>
            <a:r>
              <a:rPr lang="en-US" sz="2600" b="1" kern="0" spc="200" dirty="0">
                <a:solidFill>
                  <a:srgbClr val="1F2328"/>
                </a:solidFill>
                <a:latin typeface="Jost" pitchFamily="34" charset="0"/>
                <a:ea typeface="Jost" pitchFamily="34" charset="-122"/>
                <a:cs typeface="Jost" pitchFamily="34" charset="-120"/>
              </a:rPr>
              <a:t>WHAT THE AIIO REWARDS</a:t>
            </a:r>
            <a:endParaRPr lang="en-US" sz="2600" dirty="0"/>
          </a:p>
        </p:txBody>
      </p:sp>
      <p:sp>
        <p:nvSpPr>
          <p:cNvPr id="4" name="Shape 2"/>
          <p:cNvSpPr/>
          <p:nvPr/>
        </p:nvSpPr>
        <p:spPr>
          <a:xfrm>
            <a:off x="812800" y="1638300"/>
            <a:ext cx="5207000" cy="1079500"/>
          </a:xfrm>
          <a:prstGeom prst="rect">
            <a:avLst/>
          </a:prstGeom>
          <a:solidFill>
            <a:srgbClr val="FFFFFF"/>
          </a:solidFill>
          <a:ln w="9525">
            <a:solidFill>
              <a:srgbClr val="DADDE0"/>
            </a:solidFill>
            <a:prstDash val="solid"/>
          </a:ln>
        </p:spPr>
        <p:txBody>
          <a:bodyPr/>
          <a:lstStyle/>
          <a:p>
            <a:endParaRPr lang="en-AU"/>
          </a:p>
        </p:txBody>
      </p:sp>
      <p:sp>
        <p:nvSpPr>
          <p:cNvPr id="5" name="Shape 3"/>
          <p:cNvSpPr/>
          <p:nvPr/>
        </p:nvSpPr>
        <p:spPr>
          <a:xfrm>
            <a:off x="812800" y="1638300"/>
            <a:ext cx="63500" cy="1079500"/>
          </a:xfrm>
          <a:prstGeom prst="rect">
            <a:avLst/>
          </a:prstGeom>
          <a:solidFill>
            <a:srgbClr val="E46F69"/>
          </a:solidFill>
          <a:ln w="12700">
            <a:solidFill>
              <a:srgbClr val="E46F69"/>
            </a:solidFill>
            <a:prstDash val="solid"/>
          </a:ln>
        </p:spPr>
        <p:txBody>
          <a:bodyPr/>
          <a:lstStyle/>
          <a:p>
            <a:endParaRPr lang="en-AU"/>
          </a:p>
        </p:txBody>
      </p:sp>
      <p:sp>
        <p:nvSpPr>
          <p:cNvPr id="6" name="Text 4"/>
          <p:cNvSpPr txBox="1"/>
          <p:nvPr/>
        </p:nvSpPr>
        <p:spPr>
          <a:xfrm>
            <a:off x="1079500" y="1803400"/>
            <a:ext cx="4762500" cy="320040"/>
          </a:xfrm>
          <a:prstGeom prst="rect">
            <a:avLst/>
          </a:prstGeom>
          <a:noFill/>
          <a:ln/>
        </p:spPr>
        <p:txBody>
          <a:bodyPr wrap="square" lIns="0" tIns="0" rIns="0" bIns="0" rtlCol="0" anchor="t"/>
          <a:lstStyle/>
          <a:p>
            <a:pPr marL="0" indent="0">
              <a:buNone/>
            </a:pPr>
            <a:r>
              <a:rPr lang="en-US" sz="1600" b="1" dirty="0">
                <a:solidFill>
                  <a:srgbClr val="1F2328"/>
                </a:solidFill>
                <a:latin typeface="Jost" pitchFamily="34" charset="0"/>
                <a:ea typeface="Jost" pitchFamily="34" charset="-122"/>
                <a:cs typeface="Jost" pitchFamily="34" charset="-120"/>
              </a:rPr>
              <a:t>The key observation</a:t>
            </a:r>
            <a:endParaRPr lang="en-US" sz="1600" dirty="0"/>
          </a:p>
        </p:txBody>
      </p:sp>
      <p:sp>
        <p:nvSpPr>
          <p:cNvPr id="7" name="Text 5"/>
          <p:cNvSpPr txBox="1"/>
          <p:nvPr/>
        </p:nvSpPr>
        <p:spPr>
          <a:xfrm>
            <a:off x="1079500" y="2133600"/>
            <a:ext cx="4762500" cy="508000"/>
          </a:xfrm>
          <a:prstGeom prst="rect">
            <a:avLst/>
          </a:prstGeom>
          <a:noFill/>
          <a:ln/>
        </p:spPr>
        <p:txBody>
          <a:bodyPr wrap="square" lIns="0" tIns="0" rIns="0" bIns="0" rtlCol="0" anchor="t"/>
          <a:lstStyle/>
          <a:p>
            <a:pPr marL="0" indent="0">
              <a:buNone/>
            </a:pPr>
            <a:r>
              <a:rPr lang="en-US" sz="1300" dirty="0">
                <a:solidFill>
                  <a:srgbClr val="4D5560"/>
                </a:solidFill>
                <a:latin typeface="Mulish" pitchFamily="34" charset="0"/>
                <a:ea typeface="Mulish" pitchFamily="34" charset="-122"/>
                <a:cs typeface="Mulish" pitchFamily="34" charset="-120"/>
              </a:rPr>
              <a:t>Reduce the problem until a standard technique fits</a:t>
            </a:r>
            <a:endParaRPr lang="en-US" sz="1300" dirty="0"/>
          </a:p>
        </p:txBody>
      </p:sp>
      <p:sp>
        <p:nvSpPr>
          <p:cNvPr id="8" name="Shape 6"/>
          <p:cNvSpPr/>
          <p:nvPr/>
        </p:nvSpPr>
        <p:spPr>
          <a:xfrm>
            <a:off x="6172200" y="1638300"/>
            <a:ext cx="5207000" cy="1079500"/>
          </a:xfrm>
          <a:prstGeom prst="rect">
            <a:avLst/>
          </a:prstGeom>
          <a:solidFill>
            <a:srgbClr val="FFFFFF"/>
          </a:solidFill>
          <a:ln w="9525">
            <a:solidFill>
              <a:srgbClr val="DADDE0"/>
            </a:solidFill>
            <a:prstDash val="solid"/>
          </a:ln>
        </p:spPr>
        <p:txBody>
          <a:bodyPr/>
          <a:lstStyle/>
          <a:p>
            <a:endParaRPr lang="en-AU"/>
          </a:p>
        </p:txBody>
      </p:sp>
      <p:sp>
        <p:nvSpPr>
          <p:cNvPr id="9" name="Shape 7"/>
          <p:cNvSpPr/>
          <p:nvPr/>
        </p:nvSpPr>
        <p:spPr>
          <a:xfrm>
            <a:off x="6172200" y="1638300"/>
            <a:ext cx="63500" cy="1079500"/>
          </a:xfrm>
          <a:prstGeom prst="rect">
            <a:avLst/>
          </a:prstGeom>
          <a:solidFill>
            <a:srgbClr val="E46F69"/>
          </a:solidFill>
          <a:ln w="12700">
            <a:solidFill>
              <a:srgbClr val="E46F69"/>
            </a:solidFill>
            <a:prstDash val="solid"/>
          </a:ln>
        </p:spPr>
        <p:txBody>
          <a:bodyPr/>
          <a:lstStyle/>
          <a:p>
            <a:endParaRPr lang="en-AU"/>
          </a:p>
        </p:txBody>
      </p:sp>
      <p:sp>
        <p:nvSpPr>
          <p:cNvPr id="10" name="Text 8"/>
          <p:cNvSpPr txBox="1"/>
          <p:nvPr/>
        </p:nvSpPr>
        <p:spPr>
          <a:xfrm>
            <a:off x="6438900" y="1803400"/>
            <a:ext cx="4762500" cy="320040"/>
          </a:xfrm>
          <a:prstGeom prst="rect">
            <a:avLst/>
          </a:prstGeom>
          <a:noFill/>
          <a:ln/>
        </p:spPr>
        <p:txBody>
          <a:bodyPr wrap="square" lIns="0" tIns="0" rIns="0" bIns="0" rtlCol="0" anchor="t"/>
          <a:lstStyle/>
          <a:p>
            <a:pPr marL="0" indent="0">
              <a:buNone/>
            </a:pPr>
            <a:r>
              <a:rPr lang="en-US" sz="1600" b="1" dirty="0">
                <a:solidFill>
                  <a:srgbClr val="1F2328"/>
                </a:solidFill>
                <a:latin typeface="Jost" pitchFamily="34" charset="0"/>
                <a:ea typeface="Jost" pitchFamily="34" charset="-122"/>
                <a:cs typeface="Jost" pitchFamily="34" charset="-120"/>
              </a:rPr>
              <a:t>Partial scores</a:t>
            </a:r>
            <a:endParaRPr lang="en-US" sz="1600" dirty="0"/>
          </a:p>
        </p:txBody>
      </p:sp>
      <p:sp>
        <p:nvSpPr>
          <p:cNvPr id="11" name="Text 9"/>
          <p:cNvSpPr txBox="1"/>
          <p:nvPr/>
        </p:nvSpPr>
        <p:spPr>
          <a:xfrm>
            <a:off x="6438900" y="2133600"/>
            <a:ext cx="4762500" cy="508000"/>
          </a:xfrm>
          <a:prstGeom prst="rect">
            <a:avLst/>
          </a:prstGeom>
          <a:noFill/>
          <a:ln/>
        </p:spPr>
        <p:txBody>
          <a:bodyPr wrap="square" lIns="0" tIns="0" rIns="0" bIns="0" rtlCol="0" anchor="t"/>
          <a:lstStyle/>
          <a:p>
            <a:pPr marL="0" indent="0">
              <a:buNone/>
            </a:pPr>
            <a:r>
              <a:rPr lang="en-US" sz="1300" dirty="0">
                <a:solidFill>
                  <a:srgbClr val="4D5560"/>
                </a:solidFill>
                <a:latin typeface="Mulish" pitchFamily="34" charset="0"/>
                <a:ea typeface="Mulish" pitchFamily="34" charset="-122"/>
                <a:cs typeface="Mulish" pitchFamily="34" charset="-120"/>
              </a:rPr>
              <a:t>Amazing Game II gives 30% just for deciding whether the answer is zero</a:t>
            </a:r>
            <a:endParaRPr lang="en-US" sz="1300" dirty="0"/>
          </a:p>
        </p:txBody>
      </p:sp>
      <p:sp>
        <p:nvSpPr>
          <p:cNvPr id="12" name="Shape 10"/>
          <p:cNvSpPr/>
          <p:nvPr/>
        </p:nvSpPr>
        <p:spPr>
          <a:xfrm>
            <a:off x="812800" y="2870200"/>
            <a:ext cx="5207000" cy="1079500"/>
          </a:xfrm>
          <a:prstGeom prst="rect">
            <a:avLst/>
          </a:prstGeom>
          <a:solidFill>
            <a:srgbClr val="FFFFFF"/>
          </a:solidFill>
          <a:ln w="9525">
            <a:solidFill>
              <a:srgbClr val="DADDE0"/>
            </a:solidFill>
            <a:prstDash val="solid"/>
          </a:ln>
        </p:spPr>
        <p:txBody>
          <a:bodyPr/>
          <a:lstStyle/>
          <a:p>
            <a:endParaRPr lang="en-AU"/>
          </a:p>
        </p:txBody>
      </p:sp>
      <p:sp>
        <p:nvSpPr>
          <p:cNvPr id="13" name="Shape 11"/>
          <p:cNvSpPr/>
          <p:nvPr/>
        </p:nvSpPr>
        <p:spPr>
          <a:xfrm>
            <a:off x="812800" y="2870200"/>
            <a:ext cx="63500" cy="1079500"/>
          </a:xfrm>
          <a:prstGeom prst="rect">
            <a:avLst/>
          </a:prstGeom>
          <a:solidFill>
            <a:srgbClr val="E46F69"/>
          </a:solidFill>
          <a:ln w="12700">
            <a:solidFill>
              <a:srgbClr val="E46F69"/>
            </a:solidFill>
            <a:prstDash val="solid"/>
          </a:ln>
        </p:spPr>
        <p:txBody>
          <a:bodyPr/>
          <a:lstStyle/>
          <a:p>
            <a:endParaRPr lang="en-AU"/>
          </a:p>
        </p:txBody>
      </p:sp>
      <p:sp>
        <p:nvSpPr>
          <p:cNvPr id="14" name="Text 12"/>
          <p:cNvSpPr txBox="1"/>
          <p:nvPr/>
        </p:nvSpPr>
        <p:spPr>
          <a:xfrm>
            <a:off x="1079500" y="3035300"/>
            <a:ext cx="4762500" cy="320040"/>
          </a:xfrm>
          <a:prstGeom prst="rect">
            <a:avLst/>
          </a:prstGeom>
          <a:noFill/>
          <a:ln/>
        </p:spPr>
        <p:txBody>
          <a:bodyPr wrap="square" lIns="0" tIns="0" rIns="0" bIns="0" rtlCol="0" anchor="t"/>
          <a:lstStyle/>
          <a:p>
            <a:pPr marL="0" indent="0">
              <a:buNone/>
            </a:pPr>
            <a:r>
              <a:rPr lang="en-US" sz="1600" b="1" dirty="0">
                <a:solidFill>
                  <a:srgbClr val="1F2328"/>
                </a:solidFill>
                <a:latin typeface="Jost" pitchFamily="34" charset="0"/>
                <a:ea typeface="Jost" pitchFamily="34" charset="-122"/>
                <a:cs typeface="Jost" pitchFamily="34" charset="-120"/>
              </a:rPr>
              <a:t>Constructions</a:t>
            </a:r>
            <a:endParaRPr lang="en-US" sz="1600" dirty="0"/>
          </a:p>
        </p:txBody>
      </p:sp>
      <p:sp>
        <p:nvSpPr>
          <p:cNvPr id="15" name="Text 13"/>
          <p:cNvSpPr txBox="1"/>
          <p:nvPr/>
        </p:nvSpPr>
        <p:spPr>
          <a:xfrm>
            <a:off x="1079500" y="3365500"/>
            <a:ext cx="4762500" cy="508000"/>
          </a:xfrm>
          <a:prstGeom prst="rect">
            <a:avLst/>
          </a:prstGeom>
          <a:noFill/>
          <a:ln/>
        </p:spPr>
        <p:txBody>
          <a:bodyPr wrap="square" lIns="0" tIns="0" rIns="0" bIns="0" rtlCol="0" anchor="t"/>
          <a:lstStyle/>
          <a:p>
            <a:pPr marL="0" indent="0">
              <a:buNone/>
            </a:pPr>
            <a:r>
              <a:rPr lang="en-US" sz="1300" dirty="0">
                <a:solidFill>
                  <a:srgbClr val="4D5560"/>
                </a:solidFill>
                <a:latin typeface="Mulish" pitchFamily="34" charset="0"/>
                <a:ea typeface="Mulish" pitchFamily="34" charset="-122"/>
                <a:cs typeface="Mulish" pitchFamily="34" charset="-120"/>
              </a:rPr>
              <a:t>Curator Catastrophe gives 50% for the count; full marks need the swaps</a:t>
            </a:r>
            <a:endParaRPr lang="en-US" sz="1300" dirty="0"/>
          </a:p>
        </p:txBody>
      </p:sp>
      <p:sp>
        <p:nvSpPr>
          <p:cNvPr id="16" name="Shape 14"/>
          <p:cNvSpPr/>
          <p:nvPr/>
        </p:nvSpPr>
        <p:spPr>
          <a:xfrm>
            <a:off x="6172200" y="2870200"/>
            <a:ext cx="5207000" cy="1079500"/>
          </a:xfrm>
          <a:prstGeom prst="rect">
            <a:avLst/>
          </a:prstGeom>
          <a:solidFill>
            <a:srgbClr val="FFFFFF"/>
          </a:solidFill>
          <a:ln w="9525">
            <a:solidFill>
              <a:srgbClr val="DADDE0"/>
            </a:solidFill>
            <a:prstDash val="solid"/>
          </a:ln>
        </p:spPr>
        <p:txBody>
          <a:bodyPr/>
          <a:lstStyle/>
          <a:p>
            <a:endParaRPr lang="en-AU"/>
          </a:p>
        </p:txBody>
      </p:sp>
      <p:sp>
        <p:nvSpPr>
          <p:cNvPr id="17" name="Shape 15"/>
          <p:cNvSpPr/>
          <p:nvPr/>
        </p:nvSpPr>
        <p:spPr>
          <a:xfrm>
            <a:off x="6172200" y="2870200"/>
            <a:ext cx="63500" cy="1079500"/>
          </a:xfrm>
          <a:prstGeom prst="rect">
            <a:avLst/>
          </a:prstGeom>
          <a:solidFill>
            <a:srgbClr val="E46F69"/>
          </a:solidFill>
          <a:ln w="12700">
            <a:solidFill>
              <a:srgbClr val="E46F69"/>
            </a:solidFill>
            <a:prstDash val="solid"/>
          </a:ln>
        </p:spPr>
        <p:txBody>
          <a:bodyPr/>
          <a:lstStyle/>
          <a:p>
            <a:endParaRPr lang="en-AU"/>
          </a:p>
        </p:txBody>
      </p:sp>
      <p:sp>
        <p:nvSpPr>
          <p:cNvPr id="18" name="Text 16"/>
          <p:cNvSpPr txBox="1"/>
          <p:nvPr/>
        </p:nvSpPr>
        <p:spPr>
          <a:xfrm>
            <a:off x="6438900" y="3035300"/>
            <a:ext cx="4762500" cy="320040"/>
          </a:xfrm>
          <a:prstGeom prst="rect">
            <a:avLst/>
          </a:prstGeom>
          <a:noFill/>
          <a:ln/>
        </p:spPr>
        <p:txBody>
          <a:bodyPr wrap="square" lIns="0" tIns="0" rIns="0" bIns="0" rtlCol="0" anchor="t"/>
          <a:lstStyle/>
          <a:p>
            <a:pPr marL="0" indent="0">
              <a:buNone/>
            </a:pPr>
            <a:r>
              <a:rPr lang="en-US" sz="1600" b="1" dirty="0">
                <a:solidFill>
                  <a:srgbClr val="1F2328"/>
                </a:solidFill>
                <a:latin typeface="Jost" pitchFamily="34" charset="0"/>
                <a:ea typeface="Jost" pitchFamily="34" charset="-122"/>
                <a:cs typeface="Jost" pitchFamily="34" charset="-120"/>
              </a:rPr>
              <a:t>Speed</a:t>
            </a:r>
            <a:endParaRPr lang="en-US" sz="1600" dirty="0"/>
          </a:p>
        </p:txBody>
      </p:sp>
      <p:sp>
        <p:nvSpPr>
          <p:cNvPr id="19" name="Text 17"/>
          <p:cNvSpPr txBox="1"/>
          <p:nvPr/>
        </p:nvSpPr>
        <p:spPr>
          <a:xfrm>
            <a:off x="6438900" y="3365500"/>
            <a:ext cx="4762500" cy="508000"/>
          </a:xfrm>
          <a:prstGeom prst="rect">
            <a:avLst/>
          </a:prstGeom>
          <a:noFill/>
          <a:ln/>
        </p:spPr>
        <p:txBody>
          <a:bodyPr wrap="square" lIns="0" tIns="0" rIns="0" bIns="0" rtlCol="0" anchor="t"/>
          <a:lstStyle/>
          <a:p>
            <a:pPr marL="0" indent="0">
              <a:buNone/>
            </a:pPr>
            <a:r>
              <a:rPr lang="en-US" sz="1300" dirty="0">
                <a:solidFill>
                  <a:srgbClr val="4D5560"/>
                </a:solidFill>
                <a:latin typeface="Mulish" pitchFamily="34" charset="0"/>
                <a:ea typeface="Mulish" pitchFamily="34" charset="-122"/>
                <a:cs typeface="Mulish" pitchFamily="34" charset="-120"/>
              </a:rPr>
              <a:t>Most limits are N, Q ≤ 200 000: aim for about O(N log N)</a:t>
            </a:r>
            <a:endParaRPr lang="en-US" sz="1300" dirty="0"/>
          </a:p>
        </p:txBody>
      </p:sp>
      <p:sp>
        <p:nvSpPr>
          <p:cNvPr id="20" name="Shape 18"/>
          <p:cNvSpPr/>
          <p:nvPr/>
        </p:nvSpPr>
        <p:spPr>
          <a:xfrm>
            <a:off x="812800" y="4102100"/>
            <a:ext cx="5207000" cy="1079500"/>
          </a:xfrm>
          <a:prstGeom prst="rect">
            <a:avLst/>
          </a:prstGeom>
          <a:solidFill>
            <a:srgbClr val="FFFFFF"/>
          </a:solidFill>
          <a:ln w="9525">
            <a:solidFill>
              <a:srgbClr val="DADDE0"/>
            </a:solidFill>
            <a:prstDash val="solid"/>
          </a:ln>
        </p:spPr>
        <p:txBody>
          <a:bodyPr/>
          <a:lstStyle/>
          <a:p>
            <a:endParaRPr lang="en-AU"/>
          </a:p>
        </p:txBody>
      </p:sp>
      <p:sp>
        <p:nvSpPr>
          <p:cNvPr id="21" name="Shape 19"/>
          <p:cNvSpPr/>
          <p:nvPr/>
        </p:nvSpPr>
        <p:spPr>
          <a:xfrm>
            <a:off x="812800" y="4102100"/>
            <a:ext cx="63500" cy="1079500"/>
          </a:xfrm>
          <a:prstGeom prst="rect">
            <a:avLst/>
          </a:prstGeom>
          <a:solidFill>
            <a:srgbClr val="E46F69"/>
          </a:solidFill>
          <a:ln w="12700">
            <a:solidFill>
              <a:srgbClr val="E46F69"/>
            </a:solidFill>
            <a:prstDash val="solid"/>
          </a:ln>
        </p:spPr>
        <p:txBody>
          <a:bodyPr/>
          <a:lstStyle/>
          <a:p>
            <a:endParaRPr lang="en-AU"/>
          </a:p>
        </p:txBody>
      </p:sp>
      <p:sp>
        <p:nvSpPr>
          <p:cNvPr id="22" name="Text 20"/>
          <p:cNvSpPr txBox="1"/>
          <p:nvPr/>
        </p:nvSpPr>
        <p:spPr>
          <a:xfrm>
            <a:off x="1079500" y="4267200"/>
            <a:ext cx="4762500" cy="320040"/>
          </a:xfrm>
          <a:prstGeom prst="rect">
            <a:avLst/>
          </a:prstGeom>
          <a:noFill/>
          <a:ln/>
        </p:spPr>
        <p:txBody>
          <a:bodyPr wrap="square" lIns="0" tIns="0" rIns="0" bIns="0" rtlCol="0" anchor="t"/>
          <a:lstStyle/>
          <a:p>
            <a:pPr marL="0" indent="0">
              <a:buNone/>
            </a:pPr>
            <a:r>
              <a:rPr lang="en-US" sz="1600" b="1" dirty="0">
                <a:solidFill>
                  <a:srgbClr val="1F2328"/>
                </a:solidFill>
                <a:latin typeface="Jost" pitchFamily="34" charset="0"/>
                <a:ea typeface="Jost" pitchFamily="34" charset="-122"/>
                <a:cs typeface="Jost" pitchFamily="34" charset="-120"/>
              </a:rPr>
              <a:t>64-bit integers</a:t>
            </a:r>
            <a:endParaRPr lang="en-US" sz="1600" dirty="0"/>
          </a:p>
        </p:txBody>
      </p:sp>
      <p:sp>
        <p:nvSpPr>
          <p:cNvPr id="23" name="Text 21"/>
          <p:cNvSpPr txBox="1"/>
          <p:nvPr/>
        </p:nvSpPr>
        <p:spPr>
          <a:xfrm>
            <a:off x="1079500" y="4597400"/>
            <a:ext cx="4762500" cy="508000"/>
          </a:xfrm>
          <a:prstGeom prst="rect">
            <a:avLst/>
          </a:prstGeom>
          <a:noFill/>
          <a:ln/>
        </p:spPr>
        <p:txBody>
          <a:bodyPr wrap="square" lIns="0" tIns="0" rIns="0" bIns="0" rtlCol="0" anchor="t"/>
          <a:lstStyle/>
          <a:p>
            <a:pPr marL="0" indent="0">
              <a:buNone/>
            </a:pPr>
            <a:r>
              <a:rPr lang="en-US" sz="1300" dirty="0">
                <a:solidFill>
                  <a:srgbClr val="4D5560"/>
                </a:solidFill>
                <a:latin typeface="Mulish" pitchFamily="34" charset="0"/>
                <a:ea typeface="Mulish" pitchFamily="34" charset="-122"/>
                <a:cs typeface="Mulish" pitchFamily="34" charset="-120"/>
              </a:rPr>
              <a:t>Pinnacle and Overcycle both warn that answers overflow int</a:t>
            </a:r>
            <a:endParaRPr lang="en-US" sz="1300" dirty="0"/>
          </a:p>
        </p:txBody>
      </p:sp>
      <p:sp>
        <p:nvSpPr>
          <p:cNvPr id="24" name="Shape 22"/>
          <p:cNvSpPr/>
          <p:nvPr/>
        </p:nvSpPr>
        <p:spPr>
          <a:xfrm>
            <a:off x="6172200" y="4102100"/>
            <a:ext cx="5207000" cy="1079500"/>
          </a:xfrm>
          <a:prstGeom prst="rect">
            <a:avLst/>
          </a:prstGeom>
          <a:solidFill>
            <a:srgbClr val="FFFFFF"/>
          </a:solidFill>
          <a:ln w="9525">
            <a:solidFill>
              <a:srgbClr val="DADDE0"/>
            </a:solidFill>
            <a:prstDash val="solid"/>
          </a:ln>
        </p:spPr>
        <p:txBody>
          <a:bodyPr/>
          <a:lstStyle/>
          <a:p>
            <a:endParaRPr lang="en-AU"/>
          </a:p>
        </p:txBody>
      </p:sp>
      <p:sp>
        <p:nvSpPr>
          <p:cNvPr id="25" name="Shape 23"/>
          <p:cNvSpPr/>
          <p:nvPr/>
        </p:nvSpPr>
        <p:spPr>
          <a:xfrm>
            <a:off x="6172200" y="4102100"/>
            <a:ext cx="63500" cy="1079500"/>
          </a:xfrm>
          <a:prstGeom prst="rect">
            <a:avLst/>
          </a:prstGeom>
          <a:solidFill>
            <a:srgbClr val="E46F69"/>
          </a:solidFill>
          <a:ln w="12700">
            <a:solidFill>
              <a:srgbClr val="E46F69"/>
            </a:solidFill>
            <a:prstDash val="solid"/>
          </a:ln>
        </p:spPr>
        <p:txBody>
          <a:bodyPr/>
          <a:lstStyle/>
          <a:p>
            <a:endParaRPr lang="en-AU"/>
          </a:p>
        </p:txBody>
      </p:sp>
      <p:sp>
        <p:nvSpPr>
          <p:cNvPr id="26" name="Text 24"/>
          <p:cNvSpPr txBox="1"/>
          <p:nvPr/>
        </p:nvSpPr>
        <p:spPr>
          <a:xfrm>
            <a:off x="6438900" y="4267200"/>
            <a:ext cx="4762500" cy="320040"/>
          </a:xfrm>
          <a:prstGeom prst="rect">
            <a:avLst/>
          </a:prstGeom>
          <a:noFill/>
          <a:ln/>
        </p:spPr>
        <p:txBody>
          <a:bodyPr wrap="square" lIns="0" tIns="0" rIns="0" bIns="0" rtlCol="0" anchor="t"/>
          <a:lstStyle/>
          <a:p>
            <a:pPr marL="0" indent="0">
              <a:buNone/>
            </a:pPr>
            <a:r>
              <a:rPr lang="en-US" sz="1600" b="1" dirty="0">
                <a:solidFill>
                  <a:srgbClr val="1F2328"/>
                </a:solidFill>
                <a:latin typeface="Jost" pitchFamily="34" charset="0"/>
                <a:ea typeface="Jost" pitchFamily="34" charset="-122"/>
                <a:cs typeface="Jost" pitchFamily="34" charset="-120"/>
              </a:rPr>
              <a:t>Your own testing</a:t>
            </a:r>
            <a:endParaRPr lang="en-US" sz="1600" dirty="0"/>
          </a:p>
        </p:txBody>
      </p:sp>
      <p:sp>
        <p:nvSpPr>
          <p:cNvPr id="27" name="Text 25"/>
          <p:cNvSpPr txBox="1"/>
          <p:nvPr/>
        </p:nvSpPr>
        <p:spPr>
          <a:xfrm>
            <a:off x="6438900" y="4597400"/>
            <a:ext cx="4762500" cy="508000"/>
          </a:xfrm>
          <a:prstGeom prst="rect">
            <a:avLst/>
          </a:prstGeom>
          <a:noFill/>
          <a:ln/>
        </p:spPr>
        <p:txBody>
          <a:bodyPr wrap="square" lIns="0" tIns="0" rIns="0" bIns="0" rtlCol="0" anchor="t"/>
          <a:lstStyle/>
          <a:p>
            <a:pPr marL="0" indent="0">
              <a:buNone/>
            </a:pPr>
            <a:r>
              <a:rPr lang="en-US" sz="1300" dirty="0">
                <a:solidFill>
                  <a:srgbClr val="4D5560"/>
                </a:solidFill>
                <a:latin typeface="Mulish" pitchFamily="34" charset="0"/>
                <a:ea typeface="Mulish" pitchFamily="34" charset="-122"/>
                <a:cs typeface="Mulish" pitchFamily="34" charset="-120"/>
              </a:rPr>
              <a:t>No saved code allowed in: write a brute force and compare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812800" y="2095500"/>
            <a:ext cx="7302500" cy="279400"/>
          </a:xfrm>
          <a:prstGeom prst="rect">
            <a:avLst/>
          </a:prstGeom>
          <a:noFill/>
          <a:ln/>
        </p:spPr>
        <p:txBody>
          <a:bodyPr wrap="square" lIns="0" tIns="0" rIns="0" bIns="0" rtlCol="0"/>
          <a:lstStyle/>
          <a:p>
            <a:pPr marL="0" indent="0">
              <a:buNone/>
            </a:pPr>
            <a:r>
              <a:rPr lang="en-US" sz="1300" b="1" kern="0" spc="300" dirty="0">
                <a:solidFill>
                  <a:srgbClr val="287673"/>
                </a:solidFill>
                <a:latin typeface="Mulish" pitchFamily="34" charset="0"/>
                <a:ea typeface="Mulish" pitchFamily="34" charset="-122"/>
                <a:cs typeface="Mulish" pitchFamily="34" charset="-120"/>
              </a:rPr>
              <a:t>STAGE 4 OF 4 · BY INVITATION</a:t>
            </a:r>
            <a:endParaRPr lang="en-US" sz="1300" dirty="0"/>
          </a:p>
        </p:txBody>
      </p:sp>
      <p:sp>
        <p:nvSpPr>
          <p:cNvPr id="3" name="Text 0"/>
          <p:cNvSpPr>
            <a:spLocks noGrp="1"/>
          </p:cNvSpPr>
          <p:nvPr>
            <p:ph type="title" idx="102" hasCustomPrompt="1"/>
          </p:nvPr>
        </p:nvSpPr>
        <p:spPr>
          <a:xfrm>
            <a:off x="812800" y="2476500"/>
            <a:ext cx="7810500" cy="1333500"/>
          </a:xfrm>
          <a:prstGeom prst="rect">
            <a:avLst/>
          </a:prstGeom>
          <a:noFill/>
          <a:ln/>
        </p:spPr>
        <p:txBody>
          <a:bodyPr wrap="square" lIns="0" tIns="0" rIns="0" bIns="0" rtlCol="0" anchor="ctr"/>
          <a:lstStyle/>
          <a:p>
            <a:pPr marL="0" indent="0" algn="l">
              <a:buNone/>
            </a:pPr>
            <a:r>
              <a:rPr lang="en-US" sz="4400" b="1" kern="0" spc="300" dirty="0">
                <a:solidFill>
                  <a:srgbClr val="1F2328"/>
                </a:solidFill>
                <a:latin typeface="Jost" pitchFamily="34" charset="0"/>
                <a:ea typeface="Jost" pitchFamily="34" charset="-122"/>
                <a:cs typeface="Jost" pitchFamily="34" charset="-120"/>
              </a:rPr>
              <a:t>SELECTION SCHOOL</a:t>
            </a:r>
            <a:endParaRPr lang="en-US" sz="4400" dirty="0"/>
          </a:p>
        </p:txBody>
      </p:sp>
      <p:sp>
        <p:nvSpPr>
          <p:cNvPr id="4" name="Text 2"/>
          <p:cNvSpPr txBox="1"/>
          <p:nvPr/>
        </p:nvSpPr>
        <p:spPr>
          <a:xfrm>
            <a:off x="812800" y="3905250"/>
            <a:ext cx="6985000" cy="698500"/>
          </a:xfrm>
          <a:prstGeom prst="rect">
            <a:avLst/>
          </a:prstGeom>
          <a:noFill/>
          <a:ln/>
        </p:spPr>
        <p:txBody>
          <a:bodyPr wrap="square" lIns="0" tIns="0" rIns="0" bIns="0" rtlCol="0" anchor="t"/>
          <a:lstStyle/>
          <a:p>
            <a:pPr marL="0" indent="0">
              <a:buNone/>
            </a:pPr>
            <a:r>
              <a:rPr lang="en-US" sz="1700" dirty="0">
                <a:solidFill>
                  <a:srgbClr val="4D5560"/>
                </a:solidFill>
                <a:latin typeface="Mulish" pitchFamily="34" charset="0"/>
                <a:ea typeface="Mulish" pitchFamily="34" charset="-122"/>
                <a:cs typeface="Mulish" pitchFamily="34" charset="-120"/>
              </a:rPr>
              <a:t>Nine days in April. At the end, the four-student IOI team is announced.</a:t>
            </a:r>
            <a:endParaRPr lang="en-US" sz="1700" dirty="0"/>
          </a:p>
        </p:txBody>
      </p:sp>
      <p:sp>
        <p:nvSpPr>
          <p:cNvPr id="5" name="Text 3"/>
          <p:cNvSpPr/>
          <p:nvPr/>
        </p:nvSpPr>
        <p:spPr>
          <a:xfrm>
            <a:off x="812800" y="4730750"/>
            <a:ext cx="3444240" cy="393700"/>
          </a:xfrm>
          <a:prstGeom prst="roundRect">
            <a:avLst>
              <a:gd name="adj" fmla="val 116129"/>
            </a:avLst>
          </a:prstGeom>
          <a:solidFill>
            <a:srgbClr val="DFE8EC"/>
          </a:solidFill>
          <a:ln w="19050">
            <a:solidFill>
              <a:srgbClr val="0A4054"/>
            </a:solidFill>
          </a:ln>
        </p:spPr>
        <p:txBody>
          <a:bodyPr wrap="square" lIns="0" tIns="0" rIns="0" bIns="0" rtlCol="0" anchor="ctr"/>
          <a:lstStyle/>
          <a:p>
            <a:pPr marL="0" indent="0" algn="ctr">
              <a:buNone/>
            </a:pPr>
            <a:r>
              <a:rPr lang="en-US" sz="1400" b="1" dirty="0">
                <a:solidFill>
                  <a:srgbClr val="1F2328"/>
                </a:solidFill>
                <a:latin typeface="Mulish" pitchFamily="34" charset="0"/>
                <a:ea typeface="Mulish" pitchFamily="34" charset="-122"/>
                <a:cs typeface="Mulish" pitchFamily="34" charset="-120"/>
              </a:rPr>
              <a:t>Training school</a:t>
            </a:r>
            <a:r>
              <a:rPr lang="en-US" sz="1400" dirty="0">
                <a:solidFill>
                  <a:srgbClr val="1F2328"/>
                </a:solidFill>
                <a:latin typeface="Mulish" pitchFamily="34" charset="0"/>
                <a:ea typeface="Mulish" pitchFamily="34" charset="-122"/>
                <a:cs typeface="Mulish" pitchFamily="34" charset="-120"/>
              </a:rPr>
              <a:t> · with exams</a:t>
            </a:r>
            <a:endParaRPr lang="en-US" sz="1400" dirty="0"/>
          </a:p>
        </p:txBody>
      </p:sp>
      <p:sp>
        <p:nvSpPr>
          <p:cNvPr id="6" name="Text 4"/>
          <p:cNvSpPr/>
          <p:nvPr/>
        </p:nvSpPr>
        <p:spPr>
          <a:xfrm>
            <a:off x="4371340" y="4730750"/>
            <a:ext cx="1524000" cy="393700"/>
          </a:xfrm>
          <a:prstGeom prst="roundRect">
            <a:avLst>
              <a:gd name="adj" fmla="val 116129"/>
            </a:avLst>
          </a:prstGeom>
          <a:solidFill>
            <a:srgbClr val="DFE8EC"/>
          </a:solidFill>
          <a:ln w="19050">
            <a:solidFill>
              <a:srgbClr val="0A4054"/>
            </a:solidFill>
          </a:ln>
        </p:spPr>
        <p:txBody>
          <a:bodyPr wrap="square" lIns="0" tIns="0" rIns="0" bIns="0" rtlCol="0" anchor="ctr"/>
          <a:lstStyle/>
          <a:p>
            <a:pPr marL="0" indent="0" algn="ctr">
              <a:buNone/>
            </a:pPr>
            <a:r>
              <a:rPr lang="en-US" sz="1400" b="1" dirty="0">
                <a:solidFill>
                  <a:srgbClr val="1F2328"/>
                </a:solidFill>
                <a:latin typeface="Mulish" pitchFamily="34" charset="0"/>
                <a:ea typeface="Mulish" pitchFamily="34" charset="-122"/>
                <a:cs typeface="Mulish" pitchFamily="34" charset="-120"/>
              </a:rPr>
              <a:t>Late April</a:t>
            </a:r>
            <a:endParaRPr lang="en-US" sz="1400" dirty="0"/>
          </a:p>
        </p:txBody>
      </p:sp>
      <p:sp>
        <p:nvSpPr>
          <p:cNvPr id="7" name="Text 5"/>
          <p:cNvSpPr/>
          <p:nvPr/>
        </p:nvSpPr>
        <p:spPr>
          <a:xfrm>
            <a:off x="6009640" y="4730750"/>
            <a:ext cx="2590800" cy="393700"/>
          </a:xfrm>
          <a:prstGeom prst="roundRect">
            <a:avLst>
              <a:gd name="adj" fmla="val 116129"/>
            </a:avLst>
          </a:prstGeom>
          <a:solidFill>
            <a:srgbClr val="DFE8EC"/>
          </a:solidFill>
          <a:ln w="19050">
            <a:solidFill>
              <a:srgbClr val="0A4054"/>
            </a:solidFill>
          </a:ln>
        </p:spPr>
        <p:txBody>
          <a:bodyPr wrap="square" lIns="0" tIns="0" rIns="0" bIns="0" rtlCol="0" anchor="ctr"/>
          <a:lstStyle/>
          <a:p>
            <a:pPr marL="0" indent="0" algn="ctr">
              <a:buNone/>
            </a:pPr>
            <a:r>
              <a:rPr lang="en-US" sz="1400" b="1" dirty="0">
                <a:solidFill>
                  <a:srgbClr val="1F2328"/>
                </a:solidFill>
                <a:latin typeface="Mulish" pitchFamily="34" charset="0"/>
                <a:ea typeface="Mulish" pitchFamily="34" charset="-122"/>
                <a:cs typeface="Mulish" pitchFamily="34" charset="-120"/>
              </a:rPr>
              <a:t>19 invited</a:t>
            </a:r>
            <a:r>
              <a:rPr lang="en-US" sz="1400" dirty="0">
                <a:solidFill>
                  <a:srgbClr val="1F2328"/>
                </a:solidFill>
                <a:latin typeface="Mulish" pitchFamily="34" charset="0"/>
                <a:ea typeface="Mulish" pitchFamily="34" charset="-122"/>
                <a:cs typeface="Mulish" pitchFamily="34" charset="-120"/>
              </a:rPr>
              <a:t> · in 2026</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12800" y="609600"/>
            <a:ext cx="10566400" cy="279400"/>
          </a:xfrm>
          <a:prstGeom prst="rect">
            <a:avLst/>
          </a:prstGeom>
          <a:noFill/>
          <a:ln/>
        </p:spPr>
        <p:txBody>
          <a:bodyPr wrap="square" lIns="0" tIns="0" rIns="0" bIns="0" rtlCol="0" anchor="t"/>
          <a:lstStyle/>
          <a:p>
            <a:pPr marL="0" indent="0">
              <a:buNone/>
            </a:pPr>
            <a:r>
              <a:rPr lang="en-US" sz="1200" b="1" kern="0" spc="200" dirty="0">
                <a:solidFill>
                  <a:srgbClr val="287673"/>
                </a:solidFill>
                <a:latin typeface="Mulish" pitchFamily="34" charset="0"/>
                <a:ea typeface="Mulish" pitchFamily="34" charset="-122"/>
                <a:cs typeface="Mulish" pitchFamily="34" charset="-120"/>
              </a:rPr>
              <a:t>STAGE 4 · SELECTION SCHOOL</a:t>
            </a:r>
            <a:endParaRPr lang="en-US" sz="1200" dirty="0"/>
          </a:p>
        </p:txBody>
      </p:sp>
      <p:sp>
        <p:nvSpPr>
          <p:cNvPr id="3" name="Text 1"/>
          <p:cNvSpPr>
            <a:spLocks noGrp="1"/>
          </p:cNvSpPr>
          <p:nvPr>
            <p:ph type="title" idx="102" hasCustomPrompt="1"/>
          </p:nvPr>
        </p:nvSpPr>
        <p:spPr>
          <a:xfrm>
            <a:off x="812800" y="952500"/>
            <a:ext cx="10566400" cy="482600"/>
          </a:xfrm>
          <a:prstGeom prst="rect">
            <a:avLst/>
          </a:prstGeom>
          <a:noFill/>
          <a:ln/>
        </p:spPr>
        <p:txBody>
          <a:bodyPr wrap="square" lIns="0" tIns="0" rIns="0" bIns="0" rtlCol="0" anchor="t"/>
          <a:lstStyle/>
          <a:p>
            <a:pPr marL="0" indent="0" algn="l">
              <a:buNone/>
            </a:pPr>
            <a:r>
              <a:rPr lang="en-US" sz="2600" b="1" kern="0" spc="200" dirty="0">
                <a:solidFill>
                  <a:srgbClr val="1F2328"/>
                </a:solidFill>
                <a:latin typeface="Jost" pitchFamily="34" charset="0"/>
                <a:ea typeface="Jost" pitchFamily="34" charset="-122"/>
                <a:cs typeface="Jost" pitchFamily="34" charset="-120"/>
              </a:rPr>
              <a:t>FORMAT AND SKILLS</a:t>
            </a:r>
            <a:endParaRPr lang="en-US" sz="2600" dirty="0"/>
          </a:p>
        </p:txBody>
      </p:sp>
      <p:sp>
        <p:nvSpPr>
          <p:cNvPr id="4" name="Text 2"/>
          <p:cNvSpPr txBox="1"/>
          <p:nvPr/>
        </p:nvSpPr>
        <p:spPr>
          <a:xfrm>
            <a:off x="812800" y="1638300"/>
            <a:ext cx="4559300" cy="365760"/>
          </a:xfrm>
          <a:prstGeom prst="rect">
            <a:avLst/>
          </a:prstGeom>
          <a:noFill/>
          <a:ln/>
        </p:spPr>
        <p:txBody>
          <a:bodyPr wrap="square" lIns="0" tIns="0" rIns="0" bIns="0" rtlCol="0" anchor="t"/>
          <a:lstStyle/>
          <a:p>
            <a:pPr marL="0" indent="0">
              <a:buNone/>
            </a:pPr>
            <a:r>
              <a:rPr lang="en-US" sz="1700" b="1" dirty="0">
                <a:solidFill>
                  <a:srgbClr val="1F2328"/>
                </a:solidFill>
                <a:latin typeface="Jost" pitchFamily="34" charset="0"/>
                <a:ea typeface="Jost" pitchFamily="34" charset="-122"/>
                <a:cs typeface="Jost" pitchFamily="34" charset="-120"/>
              </a:rPr>
              <a:t>The school</a:t>
            </a:r>
            <a:endParaRPr lang="en-US" sz="1700" dirty="0"/>
          </a:p>
        </p:txBody>
      </p:sp>
      <p:sp>
        <p:nvSpPr>
          <p:cNvPr id="5" name="Text 3"/>
          <p:cNvSpPr txBox="1"/>
          <p:nvPr/>
        </p:nvSpPr>
        <p:spPr>
          <a:xfrm>
            <a:off x="812800" y="2095500"/>
            <a:ext cx="4559300" cy="3291840"/>
          </a:xfrm>
          <a:prstGeom prst="rect">
            <a:avLst/>
          </a:prstGeom>
          <a:noFill/>
          <a:ln/>
        </p:spPr>
        <p:txBody>
          <a:bodyPr wrap="square" lIns="0" tIns="0" rIns="0" bIns="0" rtlCol="0" anchor="t"/>
          <a:lstStyle/>
          <a:p>
            <a:pPr marL="177800" indent="-177800">
              <a:lnSpc>
                <a:spcPct val="115000"/>
              </a:lnSpc>
              <a:spcAft>
                <a:spcPts val="400"/>
              </a:spcAft>
              <a:buSzPct val="100000"/>
              <a:buChar char="•"/>
            </a:pPr>
            <a:r>
              <a:rPr lang="en-US" sz="1400" dirty="0">
                <a:solidFill>
                  <a:srgbClr val="4D5560"/>
                </a:solidFill>
                <a:latin typeface="Mulish" pitchFamily="34" charset="0"/>
                <a:ea typeface="Mulish" pitchFamily="34" charset="-122"/>
                <a:cs typeface="Mulish" pitchFamily="34" charset="-120"/>
              </a:rPr>
              <a:t>23 April – 1 May 2026, UNSW Sydney</a:t>
            </a:r>
            <a:endParaRPr lang="en-US" sz="1400" dirty="0"/>
          </a:p>
          <a:p>
            <a:pPr marL="177800" indent="-177800">
              <a:lnSpc>
                <a:spcPct val="115000"/>
              </a:lnSpc>
              <a:spcAft>
                <a:spcPts val="400"/>
              </a:spcAft>
              <a:buSzPct val="100000"/>
              <a:buChar char="•"/>
            </a:pPr>
            <a:r>
              <a:rPr lang="en-US" sz="1400" dirty="0">
                <a:solidFill>
                  <a:srgbClr val="4D5560"/>
                </a:solidFill>
                <a:latin typeface="Mulish" pitchFamily="34" charset="0"/>
                <a:ea typeface="Mulish" pitchFamily="34" charset="-122"/>
                <a:cs typeface="Mulish" pitchFamily="34" charset="-120"/>
              </a:rPr>
              <a:t>19 students in Years 8–12, invited on AIIO and FARIO results</a:t>
            </a:r>
            <a:endParaRPr lang="en-US" sz="1400" dirty="0"/>
          </a:p>
          <a:p>
            <a:pPr marL="177800" indent="-177800">
              <a:lnSpc>
                <a:spcPct val="115000"/>
              </a:lnSpc>
              <a:spcAft>
                <a:spcPts val="400"/>
              </a:spcAft>
              <a:buSzPct val="100000"/>
              <a:buChar char="•"/>
            </a:pPr>
            <a:r>
              <a:rPr lang="en-US" sz="1400" dirty="0">
                <a:solidFill>
                  <a:srgbClr val="4D5560"/>
                </a:solidFill>
                <a:latin typeface="Mulish" pitchFamily="34" charset="0"/>
                <a:ea typeface="Mulish" pitchFamily="34" charset="-122"/>
                <a:cs typeface="Mulish" pitchFamily="34" charset="-120"/>
              </a:rPr>
              <a:t>Training plus IOI-style selection exams</a:t>
            </a:r>
            <a:endParaRPr lang="en-US" sz="1400" dirty="0"/>
          </a:p>
          <a:p>
            <a:pPr marL="177800" indent="-177800">
              <a:lnSpc>
                <a:spcPct val="115000"/>
              </a:lnSpc>
              <a:spcAft>
                <a:spcPts val="400"/>
              </a:spcAft>
              <a:buSzPct val="100000"/>
              <a:buChar char="•"/>
            </a:pPr>
            <a:r>
              <a:rPr lang="en-US" sz="1400" dirty="0">
                <a:solidFill>
                  <a:srgbClr val="4D5560"/>
                </a:solidFill>
                <a:latin typeface="Mulish" pitchFamily="34" charset="0"/>
                <a:ea typeface="Mulish" pitchFamily="34" charset="-122"/>
                <a:cs typeface="Mulish" pitchFamily="34" charset="-120"/>
              </a:rPr>
              <a:t>Team of 4 announced at the end; the weighting is not published</a:t>
            </a:r>
            <a:endParaRPr lang="en-US" sz="1400" dirty="0"/>
          </a:p>
        </p:txBody>
      </p:sp>
      <p:sp>
        <p:nvSpPr>
          <p:cNvPr id="6" name="Text 4"/>
          <p:cNvSpPr txBox="1"/>
          <p:nvPr/>
        </p:nvSpPr>
        <p:spPr>
          <a:xfrm>
            <a:off x="5778500" y="1638300"/>
            <a:ext cx="4559300" cy="365760"/>
          </a:xfrm>
          <a:prstGeom prst="rect">
            <a:avLst/>
          </a:prstGeom>
          <a:noFill/>
          <a:ln/>
        </p:spPr>
        <p:txBody>
          <a:bodyPr wrap="square" lIns="0" tIns="0" rIns="0" bIns="0" rtlCol="0" anchor="t"/>
          <a:lstStyle/>
          <a:p>
            <a:pPr marL="0" indent="0">
              <a:buNone/>
            </a:pPr>
            <a:r>
              <a:rPr lang="en-US" sz="1700" b="1" dirty="0">
                <a:solidFill>
                  <a:srgbClr val="1F2328"/>
                </a:solidFill>
                <a:latin typeface="Jost" pitchFamily="34" charset="0"/>
                <a:ea typeface="Jost" pitchFamily="34" charset="-122"/>
                <a:cs typeface="Jost" pitchFamily="34" charset="-120"/>
              </a:rPr>
              <a:t>What you need</a:t>
            </a:r>
            <a:endParaRPr lang="en-US" sz="1700" dirty="0"/>
          </a:p>
        </p:txBody>
      </p:sp>
      <p:sp>
        <p:nvSpPr>
          <p:cNvPr id="7" name="Text 5"/>
          <p:cNvSpPr txBox="1"/>
          <p:nvPr/>
        </p:nvSpPr>
        <p:spPr>
          <a:xfrm>
            <a:off x="5778500" y="2095500"/>
            <a:ext cx="4559300" cy="3291840"/>
          </a:xfrm>
          <a:prstGeom prst="rect">
            <a:avLst/>
          </a:prstGeom>
          <a:noFill/>
          <a:ln/>
        </p:spPr>
        <p:txBody>
          <a:bodyPr wrap="square" lIns="0" tIns="0" rIns="0" bIns="0" rtlCol="0" anchor="t"/>
          <a:lstStyle/>
          <a:p>
            <a:pPr marL="177800" indent="-177800">
              <a:lnSpc>
                <a:spcPct val="115000"/>
              </a:lnSpc>
              <a:spcAft>
                <a:spcPts val="400"/>
              </a:spcAft>
              <a:buSzPct val="100000"/>
              <a:buChar char="•"/>
            </a:pPr>
            <a:r>
              <a:rPr lang="en-US" sz="1400" dirty="0">
                <a:solidFill>
                  <a:srgbClr val="4D5560"/>
                </a:solidFill>
                <a:latin typeface="Mulish" pitchFamily="34" charset="0"/>
                <a:ea typeface="Mulish" pitchFamily="34" charset="-122"/>
                <a:cs typeface="Mulish" pitchFamily="34" charset="-120"/>
              </a:rPr>
              <a:t>Everything from the School of Excellence and the AIIO, coded quickly and without bugs</a:t>
            </a:r>
            <a:endParaRPr lang="en-US" sz="1400" dirty="0"/>
          </a:p>
          <a:p>
            <a:pPr marL="177800" indent="-177800">
              <a:lnSpc>
                <a:spcPct val="115000"/>
              </a:lnSpc>
              <a:spcAft>
                <a:spcPts val="400"/>
              </a:spcAft>
              <a:buSzPct val="100000"/>
              <a:buChar char="•"/>
            </a:pPr>
            <a:r>
              <a:rPr lang="en-US" sz="1400" dirty="0">
                <a:solidFill>
                  <a:srgbClr val="4D5560"/>
                </a:solidFill>
                <a:latin typeface="Mulish" pitchFamily="34" charset="0"/>
                <a:ea typeface="Mulish" pitchFamily="34" charset="-122"/>
                <a:cs typeface="Mulish" pitchFamily="34" charset="-120"/>
              </a:rPr>
              <a:t>Solving new problems by combining algorithms you already know: few new topics are taught here</a:t>
            </a:r>
            <a:endParaRPr lang="en-US" sz="1400" dirty="0"/>
          </a:p>
          <a:p>
            <a:pPr marL="177800" indent="-177800">
              <a:lnSpc>
                <a:spcPct val="115000"/>
              </a:lnSpc>
              <a:spcAft>
                <a:spcPts val="400"/>
              </a:spcAft>
              <a:buSzPct val="100000"/>
              <a:buChar char="•"/>
            </a:pPr>
            <a:r>
              <a:rPr lang="en-US" sz="1400" dirty="0">
                <a:solidFill>
                  <a:srgbClr val="4D5560"/>
                </a:solidFill>
                <a:latin typeface="Mulish" pitchFamily="34" charset="0"/>
                <a:ea typeface="Mulish" pitchFamily="34" charset="-122"/>
                <a:cs typeface="Mulish" pitchFamily="34" charset="-120"/>
              </a:rPr>
              <a:t>Three new task types: write a function the grader calls; trade questions and answers with the grader (interactive); hand in answer files instead of code (output-only)</a:t>
            </a:r>
            <a:endParaRPr lang="en-US" sz="1400" dirty="0"/>
          </a:p>
          <a:p>
            <a:pPr marL="177800" indent="-177800">
              <a:lnSpc>
                <a:spcPct val="115000"/>
              </a:lnSpc>
              <a:spcAft>
                <a:spcPts val="400"/>
              </a:spcAft>
              <a:buSzPct val="100000"/>
              <a:buChar char="•"/>
            </a:pPr>
            <a:r>
              <a:rPr lang="en-US" sz="1400" dirty="0">
                <a:solidFill>
                  <a:srgbClr val="4D5560"/>
                </a:solidFill>
                <a:latin typeface="Mulish" pitchFamily="34" charset="0"/>
                <a:ea typeface="Mulish" pitchFamily="34" charset="-122"/>
                <a:cs typeface="Mulish" pitchFamily="34" charset="-120"/>
              </a:rPr>
              <a:t>Managing a long exam: read every problem first, collect the easy subtask points, move on when stuck</a:t>
            </a:r>
            <a:endParaRPr lang="en-US" sz="1400" dirty="0"/>
          </a:p>
          <a:p>
            <a:pPr marL="177800" indent="-177800">
              <a:lnSpc>
                <a:spcPct val="115000"/>
              </a:lnSpc>
              <a:spcAft>
                <a:spcPts val="400"/>
              </a:spcAft>
              <a:buSzPct val="100000"/>
              <a:buChar char="•"/>
            </a:pPr>
            <a:r>
              <a:rPr lang="en-US" sz="1400" dirty="0">
                <a:solidFill>
                  <a:srgbClr val="4D5560"/>
                </a:solidFill>
                <a:latin typeface="Mulish" pitchFamily="34" charset="0"/>
                <a:ea typeface="Mulish" pitchFamily="34" charset="-122"/>
                <a:cs typeface="Mulish" pitchFamily="34" charset="-120"/>
              </a:rPr>
              <a:t>Doing well in every exam of the week, not just one</a:t>
            </a:r>
            <a:endParaRPr lang="en-US" sz="1400" dirty="0"/>
          </a:p>
        </p:txBody>
      </p:sp>
      <mc:AlternateContent xmlns:mc="http://schemas.openxmlformats.org/markup-compatibility/2006">
        <mc:Choice xmlns:p14="http://schemas.microsoft.com/office/powerpoint/2010/main" Requires="p14">
          <p:contentPart p14:bwMode="auto" r:id="rId3">
            <p14:nvContentPartPr>
              <p14:cNvPr id="8" name="Ink 7">
                <a:extLst>
                  <a:ext uri="{FF2B5EF4-FFF2-40B4-BE49-F238E27FC236}">
                    <a16:creationId xmlns:a16="http://schemas.microsoft.com/office/drawing/2014/main" id="{73A50A1C-CEF5-7170-CF6E-B1F7E179C0B9}"/>
                  </a:ext>
                </a:extLst>
              </p14:cNvPr>
              <p14:cNvContentPartPr/>
              <p14:nvPr/>
            </p14:nvContentPartPr>
            <p14:xfrm>
              <a:off x="2476440" y="3902040"/>
              <a:ext cx="2036880" cy="1252080"/>
            </p14:xfrm>
          </p:contentPart>
        </mc:Choice>
        <mc:Fallback>
          <p:pic>
            <p:nvPicPr>
              <p:cNvPr id="8" name="Ink 7">
                <a:extLst>
                  <a:ext uri="{FF2B5EF4-FFF2-40B4-BE49-F238E27FC236}">
                    <a16:creationId xmlns:a16="http://schemas.microsoft.com/office/drawing/2014/main" id="{73A50A1C-CEF5-7170-CF6E-B1F7E179C0B9}"/>
                  </a:ext>
                </a:extLst>
              </p:cNvPr>
              <p:cNvPicPr/>
              <p:nvPr/>
            </p:nvPicPr>
            <p:blipFill>
              <a:blip r:embed="rId4"/>
              <a:stretch>
                <a:fillRect/>
              </a:stretch>
            </p:blipFill>
            <p:spPr>
              <a:xfrm>
                <a:off x="2460240" y="3885840"/>
                <a:ext cx="2069280" cy="1284480"/>
              </a:xfrm>
              <a:prstGeom prst="rect">
                <a:avLst/>
              </a:prstGeom>
            </p:spPr>
          </p:pic>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1" hasCustomPrompt="1"/>
          </p:nvPr>
        </p:nvSpPr>
        <p:spPr>
          <a:xfrm>
            <a:off x="812800" y="2095500"/>
            <a:ext cx="7302500" cy="279400"/>
          </a:xfrm>
          <a:prstGeom prst="rect">
            <a:avLst/>
          </a:prstGeom>
          <a:noFill/>
          <a:ln/>
        </p:spPr>
        <p:txBody>
          <a:bodyPr wrap="square" lIns="0" tIns="0" rIns="0" bIns="0" rtlCol="0"/>
          <a:lstStyle/>
          <a:p>
            <a:pPr marL="0" indent="0">
              <a:buNone/>
            </a:pPr>
            <a:r>
              <a:rPr lang="en-US" sz="1300" b="1" kern="0" spc="300" dirty="0">
                <a:solidFill>
                  <a:srgbClr val="287673"/>
                </a:solidFill>
                <a:latin typeface="Mulish" pitchFamily="34" charset="0"/>
                <a:ea typeface="Mulish" pitchFamily="34" charset="-122"/>
                <a:cs typeface="Mulish" pitchFamily="34" charset="-120"/>
              </a:rPr>
              <a:t>THE FINAL STAGE</a:t>
            </a:r>
            <a:endParaRPr lang="en-US" sz="1300" dirty="0"/>
          </a:p>
        </p:txBody>
      </p:sp>
      <p:sp>
        <p:nvSpPr>
          <p:cNvPr id="3" name="Text 0"/>
          <p:cNvSpPr>
            <a:spLocks noGrp="1"/>
          </p:cNvSpPr>
          <p:nvPr>
            <p:ph type="title" idx="102" hasCustomPrompt="1"/>
          </p:nvPr>
        </p:nvSpPr>
        <p:spPr>
          <a:xfrm>
            <a:off x="812800" y="2476500"/>
            <a:ext cx="7810500" cy="1333500"/>
          </a:xfrm>
          <a:prstGeom prst="rect">
            <a:avLst/>
          </a:prstGeom>
          <a:noFill/>
          <a:ln/>
        </p:spPr>
        <p:txBody>
          <a:bodyPr wrap="square" lIns="0" tIns="0" rIns="0" bIns="0" rtlCol="0" anchor="ctr"/>
          <a:lstStyle/>
          <a:p>
            <a:pPr marL="0" indent="0" algn="l">
              <a:buNone/>
            </a:pPr>
            <a:r>
              <a:rPr lang="en-US" sz="4400" b="1" kern="0" spc="300" dirty="0">
                <a:solidFill>
                  <a:srgbClr val="1F2328"/>
                </a:solidFill>
                <a:latin typeface="Jost" pitchFamily="34" charset="0"/>
                <a:ea typeface="Jost" pitchFamily="34" charset="-122"/>
                <a:cs typeface="Jost" pitchFamily="34" charset="-120"/>
              </a:rPr>
              <a:t>IOI</a:t>
            </a:r>
            <a:endParaRPr lang="en-US" sz="4400" dirty="0"/>
          </a:p>
        </p:txBody>
      </p:sp>
      <p:sp>
        <p:nvSpPr>
          <p:cNvPr id="4" name="Text 2"/>
          <p:cNvSpPr txBox="1"/>
          <p:nvPr/>
        </p:nvSpPr>
        <p:spPr>
          <a:xfrm>
            <a:off x="812800" y="3905250"/>
            <a:ext cx="6985000" cy="698500"/>
          </a:xfrm>
          <a:prstGeom prst="rect">
            <a:avLst/>
          </a:prstGeom>
          <a:noFill/>
          <a:ln/>
        </p:spPr>
        <p:txBody>
          <a:bodyPr wrap="square" lIns="0" tIns="0" rIns="0" bIns="0" rtlCol="0" anchor="t"/>
          <a:lstStyle/>
          <a:p>
            <a:pPr marL="0" indent="0">
              <a:buNone/>
            </a:pPr>
            <a:r>
              <a:rPr lang="en-US" sz="1700" dirty="0">
                <a:solidFill>
                  <a:srgbClr val="4D5560"/>
                </a:solidFill>
                <a:latin typeface="Mulish" pitchFamily="34" charset="0"/>
                <a:ea typeface="Mulish" pitchFamily="34" charset="-122"/>
                <a:cs typeface="Mulish" pitchFamily="34" charset="-120"/>
              </a:rPr>
              <a:t>The International Olympiad in Informatics. In 2026 it was held in Tashkent, Uzbekistan, in August.</a:t>
            </a:r>
            <a:endParaRPr lang="en-US" sz="1700" dirty="0"/>
          </a:p>
        </p:txBody>
      </p:sp>
      <p:sp>
        <p:nvSpPr>
          <p:cNvPr id="5" name="Text 3"/>
          <p:cNvSpPr/>
          <p:nvPr/>
        </p:nvSpPr>
        <p:spPr>
          <a:xfrm>
            <a:off x="812800" y="4730750"/>
            <a:ext cx="3337560" cy="393700"/>
          </a:xfrm>
          <a:prstGeom prst="roundRect">
            <a:avLst>
              <a:gd name="adj" fmla="val 116129"/>
            </a:avLst>
          </a:prstGeom>
          <a:solidFill>
            <a:srgbClr val="FEF3DC"/>
          </a:solidFill>
          <a:ln w="19050">
            <a:solidFill>
              <a:srgbClr val="F9AA19"/>
            </a:solidFill>
          </a:ln>
        </p:spPr>
        <p:txBody>
          <a:bodyPr wrap="square" lIns="0" tIns="0" rIns="0" bIns="0" rtlCol="0" anchor="ctr"/>
          <a:lstStyle/>
          <a:p>
            <a:pPr marL="0" indent="0" algn="ctr">
              <a:buNone/>
            </a:pPr>
            <a:r>
              <a:rPr lang="en-US" sz="1400" b="1" dirty="0">
                <a:solidFill>
                  <a:srgbClr val="1F2328"/>
                </a:solidFill>
                <a:latin typeface="Mulish" pitchFamily="34" charset="0"/>
                <a:ea typeface="Mulish" pitchFamily="34" charset="-122"/>
                <a:cs typeface="Mulish" pitchFamily="34" charset="-120"/>
              </a:rPr>
              <a:t>Competition</a:t>
            </a:r>
            <a:r>
              <a:rPr lang="en-US" sz="1400" dirty="0">
                <a:solidFill>
                  <a:srgbClr val="1F2328"/>
                </a:solidFill>
                <a:latin typeface="Mulish" pitchFamily="34" charset="0"/>
                <a:ea typeface="Mulish" pitchFamily="34" charset="-122"/>
                <a:cs typeface="Mulish" pitchFamily="34" charset="-120"/>
              </a:rPr>
              <a:t> · international</a:t>
            </a:r>
            <a:endParaRPr lang="en-US" sz="1400" dirty="0"/>
          </a:p>
        </p:txBody>
      </p:sp>
      <p:sp>
        <p:nvSpPr>
          <p:cNvPr id="6" name="Text 4"/>
          <p:cNvSpPr/>
          <p:nvPr/>
        </p:nvSpPr>
        <p:spPr>
          <a:xfrm>
            <a:off x="4264660" y="4730750"/>
            <a:ext cx="1950720" cy="393700"/>
          </a:xfrm>
          <a:prstGeom prst="roundRect">
            <a:avLst>
              <a:gd name="adj" fmla="val 116129"/>
            </a:avLst>
          </a:prstGeom>
          <a:solidFill>
            <a:srgbClr val="FEF3DC"/>
          </a:solidFill>
          <a:ln w="19050">
            <a:solidFill>
              <a:srgbClr val="F9AA19"/>
            </a:solidFill>
          </a:ln>
        </p:spPr>
        <p:txBody>
          <a:bodyPr wrap="square" lIns="0" tIns="0" rIns="0" bIns="0" rtlCol="0" anchor="ctr"/>
          <a:lstStyle/>
          <a:p>
            <a:pPr marL="0" indent="0" algn="ctr">
              <a:buNone/>
            </a:pPr>
            <a:r>
              <a:rPr lang="en-US" sz="1400" b="1" dirty="0">
                <a:solidFill>
                  <a:srgbClr val="1F2328"/>
                </a:solidFill>
                <a:latin typeface="Mulish" pitchFamily="34" charset="0"/>
                <a:ea typeface="Mulish" pitchFamily="34" charset="-122"/>
                <a:cs typeface="Mulish" pitchFamily="34" charset="-120"/>
              </a:rPr>
              <a:t>2 contest days</a:t>
            </a:r>
            <a:endParaRPr lang="en-US" sz="1400" dirty="0"/>
          </a:p>
        </p:txBody>
      </p:sp>
      <p:sp>
        <p:nvSpPr>
          <p:cNvPr id="7" name="Text 5"/>
          <p:cNvSpPr/>
          <p:nvPr/>
        </p:nvSpPr>
        <p:spPr>
          <a:xfrm>
            <a:off x="6329680" y="4730750"/>
            <a:ext cx="1417320" cy="393700"/>
          </a:xfrm>
          <a:prstGeom prst="roundRect">
            <a:avLst>
              <a:gd name="adj" fmla="val 116129"/>
            </a:avLst>
          </a:prstGeom>
          <a:solidFill>
            <a:srgbClr val="FEF3DC"/>
          </a:solidFill>
          <a:ln w="19050">
            <a:solidFill>
              <a:srgbClr val="F9AA19"/>
            </a:solidFill>
          </a:ln>
        </p:spPr>
        <p:txBody>
          <a:bodyPr wrap="square" lIns="0" tIns="0" rIns="0" bIns="0" rtlCol="0" anchor="ctr"/>
          <a:lstStyle/>
          <a:p>
            <a:pPr marL="0" indent="0" algn="ctr">
              <a:buNone/>
            </a:pPr>
            <a:r>
              <a:rPr lang="en-US" sz="1400" b="1" dirty="0">
                <a:solidFill>
                  <a:srgbClr val="1F2328"/>
                </a:solidFill>
                <a:latin typeface="Mulish" pitchFamily="34" charset="0"/>
                <a:ea typeface="Mulish" pitchFamily="34" charset="-122"/>
                <a:cs typeface="Mulish" pitchFamily="34" charset="-120"/>
              </a:rPr>
              <a:t>Team of 4</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12800" y="609600"/>
            <a:ext cx="10566400" cy="279400"/>
          </a:xfrm>
          <a:prstGeom prst="rect">
            <a:avLst/>
          </a:prstGeom>
          <a:noFill/>
          <a:ln/>
        </p:spPr>
        <p:txBody>
          <a:bodyPr wrap="square" lIns="0" tIns="0" rIns="0" bIns="0" rtlCol="0" anchor="t"/>
          <a:lstStyle/>
          <a:p>
            <a:pPr marL="0" indent="0">
              <a:buNone/>
            </a:pPr>
            <a:r>
              <a:rPr lang="en-US" sz="1200" b="1" kern="0" spc="200" dirty="0">
                <a:solidFill>
                  <a:srgbClr val="287673"/>
                </a:solidFill>
                <a:latin typeface="Mulish" pitchFamily="34" charset="0"/>
                <a:ea typeface="Mulish" pitchFamily="34" charset="-122"/>
                <a:cs typeface="Mulish" pitchFamily="34" charset="-120"/>
              </a:rPr>
              <a:t>THE IOI</a:t>
            </a:r>
            <a:endParaRPr lang="en-US" sz="1200" dirty="0"/>
          </a:p>
        </p:txBody>
      </p:sp>
      <p:sp>
        <p:nvSpPr>
          <p:cNvPr id="3" name="Text 1"/>
          <p:cNvSpPr>
            <a:spLocks noGrp="1"/>
          </p:cNvSpPr>
          <p:nvPr>
            <p:ph type="title" idx="102" hasCustomPrompt="1"/>
          </p:nvPr>
        </p:nvSpPr>
        <p:spPr>
          <a:xfrm>
            <a:off x="812800" y="952500"/>
            <a:ext cx="10566400" cy="482600"/>
          </a:xfrm>
          <a:prstGeom prst="rect">
            <a:avLst/>
          </a:prstGeom>
          <a:noFill/>
          <a:ln/>
        </p:spPr>
        <p:txBody>
          <a:bodyPr wrap="square" lIns="0" tIns="0" rIns="0" bIns="0" rtlCol="0" anchor="t"/>
          <a:lstStyle/>
          <a:p>
            <a:pPr marL="0" indent="0" algn="l">
              <a:buNone/>
            </a:pPr>
            <a:r>
              <a:rPr lang="en-US" sz="2600" b="1" kern="0" spc="200" dirty="0">
                <a:solidFill>
                  <a:srgbClr val="1F2328"/>
                </a:solidFill>
                <a:latin typeface="Jost" pitchFamily="34" charset="0"/>
                <a:ea typeface="Jost" pitchFamily="34" charset="-122"/>
                <a:cs typeface="Jost" pitchFamily="34" charset="-120"/>
              </a:rPr>
              <a:t>THE CONTEST AND THE SYLLABUS</a:t>
            </a:r>
            <a:endParaRPr lang="en-US" sz="2600" dirty="0"/>
          </a:p>
        </p:txBody>
      </p:sp>
      <p:sp>
        <p:nvSpPr>
          <p:cNvPr id="4" name="Text 2"/>
          <p:cNvSpPr txBox="1"/>
          <p:nvPr/>
        </p:nvSpPr>
        <p:spPr>
          <a:xfrm>
            <a:off x="812800" y="1638300"/>
            <a:ext cx="4559300" cy="365760"/>
          </a:xfrm>
          <a:prstGeom prst="rect">
            <a:avLst/>
          </a:prstGeom>
          <a:noFill/>
          <a:ln/>
        </p:spPr>
        <p:txBody>
          <a:bodyPr wrap="square" lIns="0" tIns="0" rIns="0" bIns="0" rtlCol="0" anchor="t"/>
          <a:lstStyle/>
          <a:p>
            <a:pPr marL="0" indent="0">
              <a:buNone/>
            </a:pPr>
            <a:r>
              <a:rPr lang="en-US" sz="1700" b="1" dirty="0">
                <a:solidFill>
                  <a:srgbClr val="1F2328"/>
                </a:solidFill>
                <a:latin typeface="Jost" pitchFamily="34" charset="0"/>
                <a:ea typeface="Jost" pitchFamily="34" charset="-122"/>
                <a:cs typeface="Jost" pitchFamily="34" charset="-120"/>
              </a:rPr>
              <a:t>The contest</a:t>
            </a:r>
            <a:endParaRPr lang="en-US" sz="1700" dirty="0"/>
          </a:p>
        </p:txBody>
      </p:sp>
      <p:sp>
        <p:nvSpPr>
          <p:cNvPr id="5" name="Text 3"/>
          <p:cNvSpPr txBox="1"/>
          <p:nvPr/>
        </p:nvSpPr>
        <p:spPr>
          <a:xfrm>
            <a:off x="812800" y="2095500"/>
            <a:ext cx="4559300" cy="2377440"/>
          </a:xfrm>
          <a:prstGeom prst="rect">
            <a:avLst/>
          </a:prstGeom>
          <a:noFill/>
          <a:ln/>
        </p:spPr>
        <p:txBody>
          <a:bodyPr wrap="square" lIns="0" tIns="0" rIns="0" bIns="0" rtlCol="0" anchor="t"/>
          <a:lstStyle/>
          <a:p>
            <a:pPr marL="177800" indent="-177800">
              <a:lnSpc>
                <a:spcPct val="115000"/>
              </a:lnSpc>
              <a:spcAft>
                <a:spcPts val="400"/>
              </a:spcAft>
              <a:buSzPct val="100000"/>
              <a:buChar char="•"/>
            </a:pPr>
            <a:r>
              <a:rPr lang="en-US" sz="1400" dirty="0">
                <a:solidFill>
                  <a:srgbClr val="4D5560"/>
                </a:solidFill>
                <a:latin typeface="Mulish" pitchFamily="34" charset="0"/>
                <a:ea typeface="Mulish" pitchFamily="34" charset="-122"/>
                <a:cs typeface="Mulish" pitchFamily="34" charset="-120"/>
              </a:rPr>
              <a:t>2 contest days, 3 tasks a day, 5 hours a day</a:t>
            </a:r>
            <a:endParaRPr lang="en-US" sz="1400" dirty="0"/>
          </a:p>
          <a:p>
            <a:pPr marL="177800" indent="-177800">
              <a:lnSpc>
                <a:spcPct val="115000"/>
              </a:lnSpc>
              <a:spcAft>
                <a:spcPts val="400"/>
              </a:spcAft>
              <a:buSzPct val="100000"/>
              <a:buChar char="•"/>
            </a:pPr>
            <a:r>
              <a:rPr lang="en-US" sz="1400" dirty="0">
                <a:solidFill>
                  <a:srgbClr val="4D5560"/>
                </a:solidFill>
                <a:latin typeface="Mulish" pitchFamily="34" charset="0"/>
                <a:ea typeface="Mulish" pitchFamily="34" charset="-122"/>
                <a:cs typeface="Mulish" pitchFamily="34" charset="-120"/>
              </a:rPr>
              <a:t>C++ only</a:t>
            </a:r>
            <a:endParaRPr lang="en-US" sz="1400" dirty="0"/>
          </a:p>
          <a:p>
            <a:pPr marL="177800" indent="-177800">
              <a:lnSpc>
                <a:spcPct val="115000"/>
              </a:lnSpc>
              <a:spcAft>
                <a:spcPts val="400"/>
              </a:spcAft>
              <a:buSzPct val="100000"/>
              <a:buChar char="•"/>
            </a:pPr>
            <a:r>
              <a:rPr lang="en-US" sz="1400" dirty="0">
                <a:solidFill>
                  <a:srgbClr val="4D5560"/>
                </a:solidFill>
                <a:latin typeface="Mulish" pitchFamily="34" charset="0"/>
                <a:ea typeface="Mulish" pitchFamily="34" charset="-122"/>
                <a:cs typeface="Mulish" pitchFamily="34" charset="-120"/>
              </a:rPr>
              <a:t>Up to 4 secondary-school students per country</a:t>
            </a:r>
            <a:endParaRPr lang="en-US" sz="1400" dirty="0"/>
          </a:p>
          <a:p>
            <a:pPr marL="177800" indent="-177800">
              <a:lnSpc>
                <a:spcPct val="115000"/>
              </a:lnSpc>
              <a:spcAft>
                <a:spcPts val="400"/>
              </a:spcAft>
              <a:buSzPct val="100000"/>
              <a:buChar char="•"/>
            </a:pPr>
            <a:r>
              <a:rPr lang="en-US" sz="1400" dirty="0">
                <a:solidFill>
                  <a:srgbClr val="4D5560"/>
                </a:solidFill>
                <a:latin typeface="Mulish" pitchFamily="34" charset="0"/>
                <a:ea typeface="Mulish" pitchFamily="34" charset="-122"/>
                <a:cs typeface="Mulish" pitchFamily="34" charset="-120"/>
              </a:rPr>
              <a:t>Topics set by the official IOI Syllabus (2025 edition is the latest)</a:t>
            </a:r>
            <a:endParaRPr lang="en-US" sz="1400" dirty="0"/>
          </a:p>
        </p:txBody>
      </p:sp>
      <p:sp>
        <p:nvSpPr>
          <p:cNvPr id="6" name="Text 4"/>
          <p:cNvSpPr txBox="1"/>
          <p:nvPr/>
        </p:nvSpPr>
        <p:spPr>
          <a:xfrm>
            <a:off x="5778500" y="1638300"/>
            <a:ext cx="4559300" cy="365760"/>
          </a:xfrm>
          <a:prstGeom prst="rect">
            <a:avLst/>
          </a:prstGeom>
          <a:noFill/>
          <a:ln/>
        </p:spPr>
        <p:txBody>
          <a:bodyPr wrap="square" lIns="0" tIns="0" rIns="0" bIns="0" rtlCol="0" anchor="t"/>
          <a:lstStyle/>
          <a:p>
            <a:pPr marL="0" indent="0">
              <a:buNone/>
            </a:pPr>
            <a:r>
              <a:rPr lang="en-US" sz="1700" b="1" dirty="0">
                <a:solidFill>
                  <a:srgbClr val="1F2328"/>
                </a:solidFill>
                <a:latin typeface="Jost" pitchFamily="34" charset="0"/>
                <a:ea typeface="Jost" pitchFamily="34" charset="-122"/>
                <a:cs typeface="Jost" pitchFamily="34" charset="-120"/>
              </a:rPr>
              <a:t>In the syllabus</a:t>
            </a:r>
            <a:endParaRPr lang="en-US" sz="1700" dirty="0"/>
          </a:p>
        </p:txBody>
      </p:sp>
      <p:sp>
        <p:nvSpPr>
          <p:cNvPr id="7" name="Text 5"/>
          <p:cNvSpPr txBox="1"/>
          <p:nvPr/>
        </p:nvSpPr>
        <p:spPr>
          <a:xfrm>
            <a:off x="5778500" y="2095500"/>
            <a:ext cx="4559300" cy="2377440"/>
          </a:xfrm>
          <a:prstGeom prst="rect">
            <a:avLst/>
          </a:prstGeom>
          <a:noFill/>
          <a:ln/>
        </p:spPr>
        <p:txBody>
          <a:bodyPr wrap="square" lIns="0" tIns="0" rIns="0" bIns="0" rtlCol="0" anchor="t"/>
          <a:lstStyle/>
          <a:p>
            <a:pPr marL="177800" indent="-177800">
              <a:lnSpc>
                <a:spcPct val="115000"/>
              </a:lnSpc>
              <a:spcAft>
                <a:spcPts val="400"/>
              </a:spcAft>
              <a:buSzPct val="100000"/>
              <a:buChar char="•"/>
            </a:pPr>
            <a:r>
              <a:rPr lang="en-US" sz="1400" dirty="0">
                <a:solidFill>
                  <a:srgbClr val="4D5560"/>
                </a:solidFill>
                <a:latin typeface="Mulish" pitchFamily="34" charset="0"/>
                <a:ea typeface="Mulish" pitchFamily="34" charset="-122"/>
                <a:cs typeface="Mulish" pitchFamily="34" charset="-120"/>
              </a:rPr>
              <a:t>Graphs: BFS, DFS, shortest paths, spanning trees, matching, flow</a:t>
            </a:r>
            <a:endParaRPr lang="en-US" sz="1400" dirty="0"/>
          </a:p>
          <a:p>
            <a:pPr marL="177800" indent="-177800">
              <a:lnSpc>
                <a:spcPct val="115000"/>
              </a:lnSpc>
              <a:spcAft>
                <a:spcPts val="400"/>
              </a:spcAft>
              <a:buSzPct val="100000"/>
              <a:buChar char="•"/>
            </a:pPr>
            <a:r>
              <a:rPr lang="en-US" sz="1400" dirty="0">
                <a:solidFill>
                  <a:srgbClr val="4D5560"/>
                </a:solidFill>
                <a:latin typeface="Mulish" pitchFamily="34" charset="0"/>
                <a:ea typeface="Mulish" pitchFamily="34" charset="-122"/>
                <a:cs typeface="Mulish" pitchFamily="34" charset="-120"/>
              </a:rPr>
              <a:t>Dynamic programming</a:t>
            </a:r>
            <a:endParaRPr lang="en-US" sz="1400" dirty="0"/>
          </a:p>
          <a:p>
            <a:pPr marL="177800" indent="-177800">
              <a:lnSpc>
                <a:spcPct val="115000"/>
              </a:lnSpc>
              <a:spcAft>
                <a:spcPts val="400"/>
              </a:spcAft>
              <a:buSzPct val="100000"/>
              <a:buChar char="•"/>
            </a:pPr>
            <a:r>
              <a:rPr lang="en-US" sz="1400" dirty="0">
                <a:solidFill>
                  <a:srgbClr val="4D5560"/>
                </a:solidFill>
                <a:latin typeface="Mulish" pitchFamily="34" charset="0"/>
                <a:ea typeface="Mulish" pitchFamily="34" charset="-122"/>
                <a:cs typeface="Mulish" pitchFamily="34" charset="-120"/>
              </a:rPr>
              <a:t>Heaps, union-find, segment and Fenwick trees</a:t>
            </a:r>
            <a:endParaRPr lang="en-US" sz="1400" dirty="0"/>
          </a:p>
          <a:p>
            <a:pPr marL="177800" indent="-177800">
              <a:lnSpc>
                <a:spcPct val="115000"/>
              </a:lnSpc>
              <a:spcAft>
                <a:spcPts val="400"/>
              </a:spcAft>
              <a:buSzPct val="100000"/>
              <a:buChar char="•"/>
            </a:pPr>
            <a:r>
              <a:rPr lang="en-US" sz="1400" dirty="0">
                <a:solidFill>
                  <a:srgbClr val="4D5560"/>
                </a:solidFill>
                <a:latin typeface="Mulish" pitchFamily="34" charset="0"/>
                <a:ea typeface="Mulish" pitchFamily="34" charset="-122"/>
                <a:cs typeface="Mulish" pitchFamily="34" charset="-120"/>
              </a:rPr>
              <a:t>Geometry: convex hull, sweep line</a:t>
            </a:r>
            <a:endParaRPr lang="en-US" sz="1400" dirty="0"/>
          </a:p>
        </p:txBody>
      </p:sp>
      <p:sp>
        <p:nvSpPr>
          <p:cNvPr id="8" name="Text 6"/>
          <p:cNvSpPr txBox="1"/>
          <p:nvPr/>
        </p:nvSpPr>
        <p:spPr>
          <a:xfrm>
            <a:off x="812800" y="4826000"/>
            <a:ext cx="10566400" cy="365760"/>
          </a:xfrm>
          <a:prstGeom prst="rect">
            <a:avLst/>
          </a:prstGeom>
          <a:noFill/>
          <a:ln/>
        </p:spPr>
        <p:txBody>
          <a:bodyPr wrap="square" lIns="0" tIns="0" rIns="0" bIns="0" rtlCol="0" anchor="t"/>
          <a:lstStyle/>
          <a:p>
            <a:pPr marL="0" indent="0">
              <a:buNone/>
            </a:pPr>
            <a:r>
              <a:rPr lang="en-US" sz="1400" b="1" dirty="0">
                <a:solidFill>
                  <a:srgbClr val="4D5560"/>
                </a:solidFill>
                <a:latin typeface="Mulish" pitchFamily="34" charset="0"/>
                <a:ea typeface="Mulish" pitchFamily="34" charset="-122"/>
                <a:cs typeface="Mulish" pitchFamily="34" charset="-120"/>
              </a:rPr>
              <a:t>Left out: </a:t>
            </a:r>
            <a:r>
              <a:rPr lang="en-US" sz="1400" dirty="0">
                <a:solidFill>
                  <a:srgbClr val="4D5560"/>
                </a:solidFill>
                <a:latin typeface="Mulish" pitchFamily="34" charset="0"/>
                <a:ea typeface="Mulish" pitchFamily="34" charset="-122"/>
                <a:cs typeface="Mulish" pitchFamily="34" charset="-120"/>
              </a:rPr>
              <a:t>KMP and suffix arrays, hash tables, FFT, modular inverses, Nim and Sprague-Grundy theory.</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12800" y="609600"/>
            <a:ext cx="10566400" cy="279400"/>
          </a:xfrm>
          <a:prstGeom prst="rect">
            <a:avLst/>
          </a:prstGeom>
          <a:noFill/>
          <a:ln/>
        </p:spPr>
        <p:txBody>
          <a:bodyPr wrap="square" lIns="0" tIns="0" rIns="0" bIns="0" rtlCol="0" anchor="t"/>
          <a:lstStyle/>
          <a:p>
            <a:pPr marL="0" indent="0">
              <a:buNone/>
            </a:pPr>
            <a:r>
              <a:rPr lang="en-US" sz="1200" b="1" kern="0" spc="200" dirty="0">
                <a:solidFill>
                  <a:srgbClr val="287673"/>
                </a:solidFill>
                <a:latin typeface="Mulish" pitchFamily="34" charset="0"/>
                <a:ea typeface="Mulish" pitchFamily="34" charset="-122"/>
                <a:cs typeface="Mulish" pitchFamily="34" charset="-120"/>
              </a:rPr>
              <a:t>WHERE WE ARE</a:t>
            </a:r>
            <a:endParaRPr lang="en-US" sz="1200" dirty="0"/>
          </a:p>
        </p:txBody>
      </p:sp>
      <p:sp>
        <p:nvSpPr>
          <p:cNvPr id="3" name="Text 1"/>
          <p:cNvSpPr>
            <a:spLocks noGrp="1"/>
          </p:cNvSpPr>
          <p:nvPr>
            <p:ph type="title" idx="102" hasCustomPrompt="1"/>
          </p:nvPr>
        </p:nvSpPr>
        <p:spPr>
          <a:xfrm>
            <a:off x="812800" y="952500"/>
            <a:ext cx="10566400" cy="482600"/>
          </a:xfrm>
          <a:prstGeom prst="rect">
            <a:avLst/>
          </a:prstGeom>
          <a:noFill/>
          <a:ln/>
        </p:spPr>
        <p:txBody>
          <a:bodyPr wrap="square" lIns="0" tIns="0" rIns="0" bIns="0" rtlCol="0" anchor="t"/>
          <a:lstStyle/>
          <a:p>
            <a:pPr marL="0" indent="0" algn="l">
              <a:buNone/>
            </a:pPr>
            <a:r>
              <a:rPr lang="en-US" sz="2600" b="1" kern="0" spc="200" dirty="0">
                <a:solidFill>
                  <a:srgbClr val="1F2328"/>
                </a:solidFill>
                <a:latin typeface="Jost" pitchFamily="34" charset="0"/>
                <a:ea typeface="Jost" pitchFamily="34" charset="-122"/>
                <a:cs typeface="Jost" pitchFamily="34" charset="-120"/>
              </a:rPr>
              <a:t>YOUR TOOLKIT AND WHAT COMES NEXT</a:t>
            </a:r>
            <a:endParaRPr lang="en-US" sz="2600" dirty="0"/>
          </a:p>
        </p:txBody>
      </p:sp>
      <p:sp>
        <p:nvSpPr>
          <p:cNvPr id="4" name="Shape 2"/>
          <p:cNvSpPr/>
          <p:nvPr/>
        </p:nvSpPr>
        <p:spPr>
          <a:xfrm>
            <a:off x="812800" y="1638300"/>
            <a:ext cx="5181600" cy="2984500"/>
          </a:xfrm>
          <a:prstGeom prst="rect">
            <a:avLst/>
          </a:prstGeom>
          <a:solidFill>
            <a:srgbClr val="FFFFFF"/>
          </a:solidFill>
          <a:ln w="9525">
            <a:solidFill>
              <a:srgbClr val="DADDE0"/>
            </a:solidFill>
            <a:prstDash val="solid"/>
          </a:ln>
        </p:spPr>
        <p:txBody>
          <a:bodyPr/>
          <a:lstStyle/>
          <a:p>
            <a:endParaRPr lang="en-AU"/>
          </a:p>
        </p:txBody>
      </p:sp>
      <p:sp>
        <p:nvSpPr>
          <p:cNvPr id="5" name="Shape 3"/>
          <p:cNvSpPr/>
          <p:nvPr/>
        </p:nvSpPr>
        <p:spPr>
          <a:xfrm>
            <a:off x="812800" y="1638300"/>
            <a:ext cx="63500" cy="2984500"/>
          </a:xfrm>
          <a:prstGeom prst="rect">
            <a:avLst/>
          </a:prstGeom>
          <a:solidFill>
            <a:srgbClr val="3E9A97"/>
          </a:solidFill>
          <a:ln w="12700">
            <a:solidFill>
              <a:srgbClr val="3E9A97"/>
            </a:solidFill>
            <a:prstDash val="solid"/>
          </a:ln>
        </p:spPr>
        <p:txBody>
          <a:bodyPr/>
          <a:lstStyle/>
          <a:p>
            <a:endParaRPr lang="en-AU"/>
          </a:p>
        </p:txBody>
      </p:sp>
      <p:sp>
        <p:nvSpPr>
          <p:cNvPr id="6" name="Text 4"/>
          <p:cNvSpPr txBox="1"/>
          <p:nvPr/>
        </p:nvSpPr>
        <p:spPr>
          <a:xfrm>
            <a:off x="1079500" y="1841500"/>
            <a:ext cx="4711700" cy="365760"/>
          </a:xfrm>
          <a:prstGeom prst="rect">
            <a:avLst/>
          </a:prstGeom>
          <a:noFill/>
          <a:ln/>
        </p:spPr>
        <p:txBody>
          <a:bodyPr wrap="square" lIns="0" tIns="0" rIns="0" bIns="0" rtlCol="0" anchor="t"/>
          <a:lstStyle/>
          <a:p>
            <a:pPr marL="0" indent="0">
              <a:buNone/>
            </a:pPr>
            <a:r>
              <a:rPr lang="en-US" sz="1900" b="1" dirty="0">
                <a:solidFill>
                  <a:srgbClr val="1F2328"/>
                </a:solidFill>
                <a:latin typeface="Jost" pitchFamily="34" charset="0"/>
                <a:ea typeface="Jost" pitchFamily="34" charset="-122"/>
                <a:cs typeface="Jost" pitchFamily="34" charset="-120"/>
              </a:rPr>
              <a:t>Already in your toolkit</a:t>
            </a:r>
            <a:endParaRPr lang="en-US" sz="1900" dirty="0"/>
          </a:p>
        </p:txBody>
      </p:sp>
      <p:sp>
        <p:nvSpPr>
          <p:cNvPr id="7" name="Text 5"/>
          <p:cNvSpPr txBox="1"/>
          <p:nvPr/>
        </p:nvSpPr>
        <p:spPr>
          <a:xfrm>
            <a:off x="1079500" y="2273300"/>
            <a:ext cx="4711700" cy="1841500"/>
          </a:xfrm>
          <a:prstGeom prst="rect">
            <a:avLst/>
          </a:prstGeom>
          <a:noFill/>
          <a:ln/>
        </p:spPr>
        <p:txBody>
          <a:bodyPr wrap="square" lIns="0" tIns="0" rIns="0" bIns="0" rtlCol="0" anchor="t"/>
          <a:lstStyle/>
          <a:p>
            <a:pPr marL="177800" indent="-177800">
              <a:spcAft>
                <a:spcPts val="400"/>
              </a:spcAft>
              <a:buSzPct val="100000"/>
              <a:buChar char="•"/>
            </a:pPr>
            <a:r>
              <a:rPr lang="en-US" sz="1500" dirty="0">
                <a:solidFill>
                  <a:srgbClr val="4D5560"/>
                </a:solidFill>
                <a:latin typeface="Mulish" pitchFamily="34" charset="0"/>
                <a:ea typeface="Mulish" pitchFamily="34" charset="-122"/>
                <a:cs typeface="Mulish" pitchFamily="34" charset="-120"/>
              </a:rPr>
              <a:t>Prefix sum</a:t>
            </a:r>
            <a:endParaRPr lang="en-US" sz="1500" dirty="0"/>
          </a:p>
          <a:p>
            <a:pPr marL="177800" indent="-177800">
              <a:spcAft>
                <a:spcPts val="400"/>
              </a:spcAft>
              <a:buSzPct val="100000"/>
              <a:buChar char="•"/>
            </a:pPr>
            <a:r>
              <a:rPr lang="en-US" sz="1500" dirty="0">
                <a:solidFill>
                  <a:srgbClr val="4D5560"/>
                </a:solidFill>
                <a:latin typeface="Mulish" pitchFamily="34" charset="0"/>
                <a:ea typeface="Mulish" pitchFamily="34" charset="-122"/>
                <a:cs typeface="Mulish" pitchFamily="34" charset="-120"/>
              </a:rPr>
              <a:t>Binary search</a:t>
            </a:r>
            <a:endParaRPr lang="en-US" sz="1500" dirty="0"/>
          </a:p>
          <a:p>
            <a:pPr marL="177800" indent="-177800">
              <a:spcAft>
                <a:spcPts val="400"/>
              </a:spcAft>
              <a:buSzPct val="100000"/>
              <a:buChar char="•"/>
            </a:pPr>
            <a:r>
              <a:rPr lang="en-US" sz="1500" dirty="0">
                <a:solidFill>
                  <a:srgbClr val="4D5560"/>
                </a:solidFill>
                <a:latin typeface="Mulish" pitchFamily="34" charset="0"/>
                <a:ea typeface="Mulish" pitchFamily="34" charset="-122"/>
                <a:cs typeface="Mulish" pitchFamily="34" charset="-120"/>
              </a:rPr>
              <a:t>Two pointers</a:t>
            </a:r>
            <a:endParaRPr lang="en-US" sz="1500" dirty="0"/>
          </a:p>
          <a:p>
            <a:pPr marL="177800" indent="-177800">
              <a:spcAft>
                <a:spcPts val="400"/>
              </a:spcAft>
              <a:buSzPct val="100000"/>
              <a:buChar char="•"/>
            </a:pPr>
            <a:r>
              <a:rPr lang="en-US" sz="1500" dirty="0">
                <a:solidFill>
                  <a:srgbClr val="4D5560"/>
                </a:solidFill>
                <a:latin typeface="Mulish" pitchFamily="34" charset="0"/>
                <a:ea typeface="Mulish" pitchFamily="34" charset="-122"/>
                <a:cs typeface="Mulish" pitchFamily="34" charset="-120"/>
              </a:rPr>
              <a:t>Greedy</a:t>
            </a:r>
            <a:endParaRPr lang="en-US" sz="1500" dirty="0"/>
          </a:p>
          <a:p>
            <a:pPr marL="177800" indent="-177800">
              <a:spcAft>
                <a:spcPts val="400"/>
              </a:spcAft>
              <a:buSzPct val="100000"/>
              <a:buChar char="•"/>
            </a:pPr>
            <a:r>
              <a:rPr lang="en-US" sz="1500" dirty="0">
                <a:solidFill>
                  <a:srgbClr val="4D5560"/>
                </a:solidFill>
                <a:latin typeface="Mulish" pitchFamily="34" charset="0"/>
                <a:ea typeface="Mulish" pitchFamily="34" charset="-122"/>
                <a:cs typeface="Mulish" pitchFamily="34" charset="-120"/>
              </a:rPr>
              <a:t>Sparse table</a:t>
            </a:r>
            <a:endParaRPr lang="en-US" sz="1500" dirty="0"/>
          </a:p>
        </p:txBody>
      </p:sp>
      <p:sp>
        <p:nvSpPr>
          <p:cNvPr id="8" name="Text 6"/>
          <p:cNvSpPr txBox="1"/>
          <p:nvPr/>
        </p:nvSpPr>
        <p:spPr>
          <a:xfrm>
            <a:off x="1079500" y="4178300"/>
            <a:ext cx="4711700" cy="320040"/>
          </a:xfrm>
          <a:prstGeom prst="rect">
            <a:avLst/>
          </a:prstGeom>
          <a:noFill/>
          <a:ln/>
        </p:spPr>
        <p:txBody>
          <a:bodyPr wrap="square" lIns="0" tIns="0" rIns="0" bIns="0" rtlCol="0" anchor="t"/>
          <a:lstStyle/>
          <a:p>
            <a:pPr marL="0" indent="0">
              <a:buNone/>
            </a:pPr>
            <a:r>
              <a:rPr lang="en-US" sz="1300" b="1" dirty="0">
                <a:solidFill>
                  <a:srgbClr val="287673"/>
                </a:solidFill>
                <a:latin typeface="Mulish" pitchFamily="34" charset="0"/>
                <a:ea typeface="Mulish" pitchFamily="34" charset="-122"/>
                <a:cs typeface="Mulish" pitchFamily="34" charset="-120"/>
              </a:rPr>
              <a:t>Enough for AIO Problems 4–6</a:t>
            </a:r>
            <a:endParaRPr lang="en-US" sz="1300" dirty="0"/>
          </a:p>
        </p:txBody>
      </p:sp>
      <p:sp>
        <p:nvSpPr>
          <p:cNvPr id="9" name="Shape 7"/>
          <p:cNvSpPr/>
          <p:nvPr/>
        </p:nvSpPr>
        <p:spPr>
          <a:xfrm>
            <a:off x="6197600" y="1638300"/>
            <a:ext cx="5181600" cy="2984500"/>
          </a:xfrm>
          <a:prstGeom prst="rect">
            <a:avLst/>
          </a:prstGeom>
          <a:solidFill>
            <a:srgbClr val="FFFFFF"/>
          </a:solidFill>
          <a:ln w="9525">
            <a:solidFill>
              <a:srgbClr val="DADDE0"/>
            </a:solidFill>
            <a:prstDash val="solid"/>
          </a:ln>
        </p:spPr>
        <p:txBody>
          <a:bodyPr/>
          <a:lstStyle/>
          <a:p>
            <a:endParaRPr lang="en-AU"/>
          </a:p>
        </p:txBody>
      </p:sp>
      <p:sp>
        <p:nvSpPr>
          <p:cNvPr id="10" name="Shape 8"/>
          <p:cNvSpPr/>
          <p:nvPr/>
        </p:nvSpPr>
        <p:spPr>
          <a:xfrm>
            <a:off x="6197600" y="1638300"/>
            <a:ext cx="63500" cy="2984500"/>
          </a:xfrm>
          <a:prstGeom prst="rect">
            <a:avLst/>
          </a:prstGeom>
          <a:solidFill>
            <a:srgbClr val="E46F69"/>
          </a:solidFill>
          <a:ln w="12700">
            <a:solidFill>
              <a:srgbClr val="E46F69"/>
            </a:solidFill>
            <a:prstDash val="solid"/>
          </a:ln>
        </p:spPr>
        <p:txBody>
          <a:bodyPr/>
          <a:lstStyle/>
          <a:p>
            <a:endParaRPr lang="en-AU"/>
          </a:p>
        </p:txBody>
      </p:sp>
      <p:sp>
        <p:nvSpPr>
          <p:cNvPr id="11" name="Text 9"/>
          <p:cNvSpPr txBox="1"/>
          <p:nvPr/>
        </p:nvSpPr>
        <p:spPr>
          <a:xfrm>
            <a:off x="6464300" y="1841500"/>
            <a:ext cx="4711700" cy="365760"/>
          </a:xfrm>
          <a:prstGeom prst="rect">
            <a:avLst/>
          </a:prstGeom>
          <a:noFill/>
          <a:ln/>
        </p:spPr>
        <p:txBody>
          <a:bodyPr wrap="square" lIns="0" tIns="0" rIns="0" bIns="0" rtlCol="0" anchor="t"/>
          <a:lstStyle/>
          <a:p>
            <a:pPr marL="0" indent="0">
              <a:buNone/>
            </a:pPr>
            <a:r>
              <a:rPr lang="en-US" sz="1900" b="1" dirty="0">
                <a:solidFill>
                  <a:srgbClr val="1F2328"/>
                </a:solidFill>
                <a:latin typeface="Jost" pitchFamily="34" charset="0"/>
                <a:ea typeface="Jost" pitchFamily="34" charset="-122"/>
                <a:cs typeface="Jost" pitchFamily="34" charset="-120"/>
              </a:rPr>
              <a:t>Next, for the AIIO</a:t>
            </a:r>
            <a:endParaRPr lang="en-US" sz="1900" dirty="0"/>
          </a:p>
        </p:txBody>
      </p:sp>
      <p:sp>
        <p:nvSpPr>
          <p:cNvPr id="12" name="Text 10"/>
          <p:cNvSpPr txBox="1"/>
          <p:nvPr/>
        </p:nvSpPr>
        <p:spPr>
          <a:xfrm>
            <a:off x="6464300" y="2273300"/>
            <a:ext cx="4711700" cy="1841500"/>
          </a:xfrm>
          <a:prstGeom prst="rect">
            <a:avLst/>
          </a:prstGeom>
          <a:noFill/>
          <a:ln/>
        </p:spPr>
        <p:txBody>
          <a:bodyPr wrap="square" lIns="0" tIns="0" rIns="0" bIns="0" rtlCol="0" anchor="t"/>
          <a:lstStyle/>
          <a:p>
            <a:pPr marL="177800" indent="-177800">
              <a:spcAft>
                <a:spcPts val="400"/>
              </a:spcAft>
              <a:buSzPct val="100000"/>
              <a:buChar char="•"/>
            </a:pPr>
            <a:r>
              <a:rPr lang="en-US" sz="1500" dirty="0">
                <a:solidFill>
                  <a:srgbClr val="4D5560"/>
                </a:solidFill>
                <a:latin typeface="Mulish" pitchFamily="34" charset="0"/>
                <a:ea typeface="Mulish" pitchFamily="34" charset="-122"/>
                <a:cs typeface="Mulish" pitchFamily="34" charset="-120"/>
              </a:rPr>
              <a:t>BFS and graphs</a:t>
            </a:r>
            <a:endParaRPr lang="en-US" sz="1500" dirty="0"/>
          </a:p>
          <a:p>
            <a:pPr marL="177800" indent="-177800">
              <a:spcAft>
                <a:spcPts val="400"/>
              </a:spcAft>
              <a:buSzPct val="100000"/>
              <a:buChar char="•"/>
            </a:pPr>
            <a:r>
              <a:rPr lang="en-US" sz="1500" dirty="0">
                <a:solidFill>
                  <a:srgbClr val="4D5560"/>
                </a:solidFill>
                <a:latin typeface="Mulish" pitchFamily="34" charset="0"/>
                <a:ea typeface="Mulish" pitchFamily="34" charset="-122"/>
                <a:cs typeface="Mulish" pitchFamily="34" charset="-120"/>
              </a:rPr>
              <a:t>Dijkstra with a heap</a:t>
            </a:r>
            <a:endParaRPr lang="en-US" sz="1500" dirty="0"/>
          </a:p>
          <a:p>
            <a:pPr marL="177800" indent="-177800">
              <a:spcAft>
                <a:spcPts val="400"/>
              </a:spcAft>
              <a:buSzPct val="100000"/>
              <a:buChar char="•"/>
            </a:pPr>
            <a:r>
              <a:rPr lang="en-US" sz="1500" dirty="0">
                <a:solidFill>
                  <a:srgbClr val="4D5560"/>
                </a:solidFill>
                <a:latin typeface="Mulish" pitchFamily="34" charset="0"/>
                <a:ea typeface="Mulish" pitchFamily="34" charset="-122"/>
                <a:cs typeface="Mulish" pitchFamily="34" charset="-120"/>
              </a:rPr>
              <a:t>Dynamic programming</a:t>
            </a:r>
            <a:endParaRPr lang="en-US" sz="1500" dirty="0"/>
          </a:p>
          <a:p>
            <a:pPr marL="177800" indent="-177800">
              <a:spcAft>
                <a:spcPts val="400"/>
              </a:spcAft>
              <a:buSzPct val="100000"/>
              <a:buChar char="•"/>
            </a:pPr>
            <a:r>
              <a:rPr lang="en-US" sz="1500" dirty="0">
                <a:solidFill>
                  <a:srgbClr val="4D5560"/>
                </a:solidFill>
                <a:latin typeface="Mulish" pitchFamily="34" charset="0"/>
                <a:ea typeface="Mulish" pitchFamily="34" charset="-122"/>
                <a:cs typeface="Mulish" pitchFamily="34" charset="-120"/>
              </a:rPr>
              <a:t>Segment trees</a:t>
            </a:r>
            <a:endParaRPr lang="en-US" sz="1500" dirty="0"/>
          </a:p>
        </p:txBody>
      </p:sp>
      <p:sp>
        <p:nvSpPr>
          <p:cNvPr id="13" name="Text 11"/>
          <p:cNvSpPr txBox="1"/>
          <p:nvPr/>
        </p:nvSpPr>
        <p:spPr>
          <a:xfrm>
            <a:off x="6464300" y="4178300"/>
            <a:ext cx="4711700" cy="320040"/>
          </a:xfrm>
          <a:prstGeom prst="rect">
            <a:avLst/>
          </a:prstGeom>
          <a:noFill/>
          <a:ln/>
        </p:spPr>
        <p:txBody>
          <a:bodyPr wrap="square" lIns="0" tIns="0" rIns="0" bIns="0" rtlCol="0" anchor="t"/>
          <a:lstStyle/>
          <a:p>
            <a:pPr marL="0" indent="0">
              <a:buNone/>
            </a:pPr>
            <a:r>
              <a:rPr lang="en-US" sz="1300" b="1" dirty="0">
                <a:solidFill>
                  <a:srgbClr val="B0453F"/>
                </a:solidFill>
                <a:latin typeface="Mulish" pitchFamily="34" charset="0"/>
                <a:ea typeface="Mulish" pitchFamily="34" charset="-122"/>
                <a:cs typeface="Mulish" pitchFamily="34" charset="-120"/>
              </a:rPr>
              <a:t>Every one appears in the 2023–2025 AIIO papers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12800" y="609600"/>
            <a:ext cx="10566400" cy="279400"/>
          </a:xfrm>
          <a:prstGeom prst="rect">
            <a:avLst/>
          </a:prstGeom>
          <a:noFill/>
          <a:ln/>
        </p:spPr>
        <p:txBody>
          <a:bodyPr wrap="square" lIns="0" tIns="0" rIns="0" bIns="0" rtlCol="0" anchor="t"/>
          <a:lstStyle/>
          <a:p>
            <a:pPr marL="0" indent="0">
              <a:buNone/>
            </a:pPr>
            <a:r>
              <a:rPr lang="en-US" sz="1200" b="1" kern="0" spc="200" dirty="0">
                <a:solidFill>
                  <a:srgbClr val="287673"/>
                </a:solidFill>
                <a:latin typeface="Mulish" pitchFamily="34" charset="0"/>
                <a:ea typeface="Mulish" pitchFamily="34" charset="-122"/>
                <a:cs typeface="Mulish" pitchFamily="34" charset="-120"/>
              </a:rPr>
              <a:t>RECAP</a:t>
            </a:r>
            <a:endParaRPr lang="en-US" sz="1200" dirty="0"/>
          </a:p>
        </p:txBody>
      </p:sp>
      <p:sp>
        <p:nvSpPr>
          <p:cNvPr id="3" name="Text 1"/>
          <p:cNvSpPr>
            <a:spLocks noGrp="1"/>
          </p:cNvSpPr>
          <p:nvPr>
            <p:ph type="title" idx="102" hasCustomPrompt="1"/>
          </p:nvPr>
        </p:nvSpPr>
        <p:spPr>
          <a:xfrm>
            <a:off x="812800" y="952500"/>
            <a:ext cx="10566400" cy="482600"/>
          </a:xfrm>
          <a:prstGeom prst="rect">
            <a:avLst/>
          </a:prstGeom>
          <a:noFill/>
          <a:ln/>
        </p:spPr>
        <p:txBody>
          <a:bodyPr wrap="square" lIns="0" tIns="0" rIns="0" bIns="0" rtlCol="0" anchor="t"/>
          <a:lstStyle/>
          <a:p>
            <a:pPr marL="0" indent="0" algn="l">
              <a:buNone/>
            </a:pPr>
            <a:r>
              <a:rPr lang="en-US" sz="2600" b="1" kern="0" spc="200" dirty="0">
                <a:solidFill>
                  <a:srgbClr val="1F2328"/>
                </a:solidFill>
                <a:latin typeface="Jost" pitchFamily="34" charset="0"/>
                <a:ea typeface="Jost" pitchFamily="34" charset="-122"/>
                <a:cs typeface="Jost" pitchFamily="34" charset="-120"/>
              </a:rPr>
              <a:t>THREE THINGS TO REMEMBER</a:t>
            </a:r>
            <a:endParaRPr lang="en-US" sz="2600" dirty="0"/>
          </a:p>
        </p:txBody>
      </p:sp>
      <p:sp>
        <p:nvSpPr>
          <p:cNvPr id="4" name="Text 2"/>
          <p:cNvSpPr txBox="1"/>
          <p:nvPr/>
        </p:nvSpPr>
        <p:spPr>
          <a:xfrm>
            <a:off x="812800" y="1638300"/>
            <a:ext cx="7620000" cy="355600"/>
          </a:xfrm>
          <a:prstGeom prst="rect">
            <a:avLst/>
          </a:prstGeom>
          <a:noFill/>
          <a:ln/>
        </p:spPr>
        <p:txBody>
          <a:bodyPr wrap="square" lIns="0" tIns="0" rIns="0" bIns="0" rtlCol="0" anchor="t"/>
          <a:lstStyle/>
          <a:p>
            <a:pPr marL="0" indent="0">
              <a:buNone/>
            </a:pPr>
            <a:r>
              <a:rPr lang="en-US" sz="1800" b="1" dirty="0">
                <a:solidFill>
                  <a:srgbClr val="1F2328"/>
                </a:solidFill>
                <a:latin typeface="Mulish" pitchFamily="34" charset="0"/>
                <a:ea typeface="Mulish" pitchFamily="34" charset="-122"/>
                <a:cs typeface="Mulish" pitchFamily="34" charset="-120"/>
              </a:rPr>
              <a:t>1. Only the AIO is open.</a:t>
            </a:r>
            <a:endParaRPr lang="en-US" sz="1800" dirty="0"/>
          </a:p>
        </p:txBody>
      </p:sp>
      <p:sp>
        <p:nvSpPr>
          <p:cNvPr id="5" name="Text 3"/>
          <p:cNvSpPr txBox="1"/>
          <p:nvPr/>
        </p:nvSpPr>
        <p:spPr>
          <a:xfrm>
            <a:off x="812800" y="2057400"/>
            <a:ext cx="7620000" cy="317500"/>
          </a:xfrm>
          <a:prstGeom prst="rect">
            <a:avLst/>
          </a:prstGeom>
          <a:noFill/>
          <a:ln/>
        </p:spPr>
        <p:txBody>
          <a:bodyPr wrap="square" lIns="0" tIns="0" rIns="0" bIns="0" rtlCol="0" anchor="t"/>
          <a:lstStyle/>
          <a:p>
            <a:pPr marL="0" indent="0">
              <a:buNone/>
            </a:pPr>
            <a:r>
              <a:rPr lang="en-US" sz="1400" dirty="0">
                <a:solidFill>
                  <a:srgbClr val="4D5560"/>
                </a:solidFill>
                <a:latin typeface="Mulish" pitchFamily="34" charset="0"/>
                <a:ea typeface="Mulish" pitchFamily="34" charset="-122"/>
                <a:cs typeface="Mulish" pitchFamily="34" charset="-120"/>
              </a:rPr>
              <a:t>Every later stage is by invitation, earned at the stage before.</a:t>
            </a:r>
            <a:endParaRPr lang="en-US" sz="1400" dirty="0"/>
          </a:p>
        </p:txBody>
      </p:sp>
      <p:sp>
        <p:nvSpPr>
          <p:cNvPr id="6" name="Text 4"/>
          <p:cNvSpPr txBox="1"/>
          <p:nvPr/>
        </p:nvSpPr>
        <p:spPr>
          <a:xfrm>
            <a:off x="812800" y="2717800"/>
            <a:ext cx="7620000" cy="355600"/>
          </a:xfrm>
          <a:prstGeom prst="rect">
            <a:avLst/>
          </a:prstGeom>
          <a:noFill/>
          <a:ln/>
        </p:spPr>
        <p:txBody>
          <a:bodyPr wrap="square" lIns="0" tIns="0" rIns="0" bIns="0" rtlCol="0" anchor="t"/>
          <a:lstStyle/>
          <a:p>
            <a:pPr marL="0" indent="0">
              <a:buNone/>
            </a:pPr>
            <a:r>
              <a:rPr lang="en-US" sz="1800" b="1" dirty="0">
                <a:solidFill>
                  <a:srgbClr val="1F2328"/>
                </a:solidFill>
                <a:latin typeface="Mulish" pitchFamily="34" charset="0"/>
                <a:ea typeface="Mulish" pitchFamily="34" charset="-122"/>
                <a:cs typeface="Mulish" pitchFamily="34" charset="-120"/>
              </a:rPr>
              <a:t>2. Year 11 is the cut-off.</a:t>
            </a:r>
            <a:endParaRPr lang="en-US" sz="1800" dirty="0"/>
          </a:p>
        </p:txBody>
      </p:sp>
      <p:sp>
        <p:nvSpPr>
          <p:cNvPr id="7" name="Text 5"/>
          <p:cNvSpPr txBox="1"/>
          <p:nvPr/>
        </p:nvSpPr>
        <p:spPr>
          <a:xfrm>
            <a:off x="812800" y="3136900"/>
            <a:ext cx="7620000" cy="317500"/>
          </a:xfrm>
          <a:prstGeom prst="rect">
            <a:avLst/>
          </a:prstGeom>
          <a:noFill/>
          <a:ln/>
        </p:spPr>
        <p:txBody>
          <a:bodyPr wrap="square" lIns="0" tIns="0" rIns="0" bIns="0" rtlCol="0" anchor="t"/>
          <a:lstStyle/>
          <a:p>
            <a:pPr marL="0" indent="0">
              <a:buNone/>
            </a:pPr>
            <a:r>
              <a:rPr lang="en-US" sz="1400" dirty="0">
                <a:solidFill>
                  <a:srgbClr val="4D5560"/>
                </a:solidFill>
                <a:latin typeface="Mulish" pitchFamily="34" charset="0"/>
                <a:ea typeface="Mulish" pitchFamily="34" charset="-122"/>
                <a:cs typeface="Mulish" pitchFamily="34" charset="-120"/>
              </a:rPr>
              <a:t>Reach the December School of Excellence by Year 11 at the latest.</a:t>
            </a:r>
            <a:endParaRPr lang="en-US" sz="1400" dirty="0"/>
          </a:p>
        </p:txBody>
      </p:sp>
      <p:sp>
        <p:nvSpPr>
          <p:cNvPr id="8" name="Text 6"/>
          <p:cNvSpPr txBox="1"/>
          <p:nvPr/>
        </p:nvSpPr>
        <p:spPr>
          <a:xfrm>
            <a:off x="812800" y="3797300"/>
            <a:ext cx="7620000" cy="355600"/>
          </a:xfrm>
          <a:prstGeom prst="rect">
            <a:avLst/>
          </a:prstGeom>
          <a:noFill/>
          <a:ln/>
        </p:spPr>
        <p:txBody>
          <a:bodyPr wrap="square" lIns="0" tIns="0" rIns="0" bIns="0" rtlCol="0" anchor="t"/>
          <a:lstStyle/>
          <a:p>
            <a:pPr marL="0" indent="0">
              <a:buNone/>
            </a:pPr>
            <a:r>
              <a:rPr lang="en-US" sz="1800" b="1" dirty="0">
                <a:solidFill>
                  <a:srgbClr val="1F2328"/>
                </a:solidFill>
                <a:latin typeface="Mulish" pitchFamily="34" charset="0"/>
                <a:ea typeface="Mulish" pitchFamily="34" charset="-122"/>
                <a:cs typeface="Mulish" pitchFamily="34" charset="-120"/>
              </a:rPr>
              <a:t>3. Each stage builds on the last.</a:t>
            </a:r>
            <a:endParaRPr lang="en-US" sz="1800" dirty="0"/>
          </a:p>
        </p:txBody>
      </p:sp>
      <p:sp>
        <p:nvSpPr>
          <p:cNvPr id="9" name="Text 7"/>
          <p:cNvSpPr txBox="1"/>
          <p:nvPr/>
        </p:nvSpPr>
        <p:spPr>
          <a:xfrm>
            <a:off x="812800" y="4216400"/>
            <a:ext cx="7620000" cy="317500"/>
          </a:xfrm>
          <a:prstGeom prst="rect">
            <a:avLst/>
          </a:prstGeom>
          <a:noFill/>
          <a:ln/>
        </p:spPr>
        <p:txBody>
          <a:bodyPr wrap="square" lIns="0" tIns="0" rIns="0" bIns="0" rtlCol="0" anchor="t"/>
          <a:lstStyle/>
          <a:p>
            <a:pPr marL="0" indent="0">
              <a:buNone/>
            </a:pPr>
            <a:r>
              <a:rPr lang="en-US" sz="1400" dirty="0">
                <a:solidFill>
                  <a:srgbClr val="4D5560"/>
                </a:solidFill>
                <a:latin typeface="Mulish" pitchFamily="34" charset="0"/>
                <a:ea typeface="Mulish" pitchFamily="34" charset="-122"/>
                <a:cs typeface="Mulish" pitchFamily="34" charset="-120"/>
              </a:rPr>
              <a:t>AIO: the four techniques. AIIO: graphs, DP, data structures. IOI: all of it, used in new ways.</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12800" y="609600"/>
            <a:ext cx="10566400" cy="279400"/>
          </a:xfrm>
          <a:prstGeom prst="rect">
            <a:avLst/>
          </a:prstGeom>
          <a:noFill/>
          <a:ln/>
        </p:spPr>
        <p:txBody>
          <a:bodyPr wrap="square" lIns="0" tIns="0" rIns="0" bIns="0" rtlCol="0" anchor="t"/>
          <a:lstStyle/>
          <a:p>
            <a:pPr marL="0" indent="0">
              <a:buNone/>
            </a:pPr>
            <a:r>
              <a:rPr lang="en-US" sz="1200" b="1" kern="0" spc="200" dirty="0">
                <a:solidFill>
                  <a:srgbClr val="287673"/>
                </a:solidFill>
                <a:latin typeface="Mulish" pitchFamily="34" charset="0"/>
                <a:ea typeface="Mulish" pitchFamily="34" charset="-122"/>
                <a:cs typeface="Mulish" pitchFamily="34" charset="-120"/>
              </a:rPr>
              <a:t>ADDENDUM · IOI SYLLABUS 2025 · 1 OF 3</a:t>
            </a:r>
            <a:endParaRPr lang="en-US" sz="1200" dirty="0"/>
          </a:p>
        </p:txBody>
      </p:sp>
      <p:sp>
        <p:nvSpPr>
          <p:cNvPr id="3" name="Text 1"/>
          <p:cNvSpPr>
            <a:spLocks noGrp="1"/>
          </p:cNvSpPr>
          <p:nvPr>
            <p:ph type="title" idx="102" hasCustomPrompt="1"/>
          </p:nvPr>
        </p:nvSpPr>
        <p:spPr>
          <a:xfrm>
            <a:off x="812800" y="952500"/>
            <a:ext cx="10566400" cy="482600"/>
          </a:xfrm>
          <a:prstGeom prst="rect">
            <a:avLst/>
          </a:prstGeom>
          <a:noFill/>
          <a:ln/>
        </p:spPr>
        <p:txBody>
          <a:bodyPr wrap="square" lIns="0" tIns="0" rIns="0" bIns="0" rtlCol="0" anchor="t"/>
          <a:lstStyle/>
          <a:p>
            <a:pPr marL="0" indent="0" algn="l">
              <a:buNone/>
            </a:pPr>
            <a:r>
              <a:rPr lang="en-US" sz="2600" b="1" kern="0" spc="200" dirty="0">
                <a:solidFill>
                  <a:srgbClr val="1F2328"/>
                </a:solidFill>
                <a:latin typeface="Jost" pitchFamily="34" charset="0"/>
                <a:ea typeface="Jost" pitchFamily="34" charset="-122"/>
                <a:cs typeface="Jost" pitchFamily="34" charset="-120"/>
              </a:rPr>
              <a:t>HOW THE SYLLABUS LABELS TOPICS</a:t>
            </a:r>
            <a:endParaRPr lang="en-US" sz="2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812800" y="1638300"/>
          <a:ext cx="10566400" cy="2389632"/>
        </p:xfrm>
        <a:graphic>
          <a:graphicData uri="http://schemas.openxmlformats.org/drawingml/2006/table">
            <a:tbl>
              <a:tblPr/>
              <a:tblGrid>
                <a:gridCol w="1056640">
                  <a:extLst>
                    <a:ext uri="{9D8B030D-6E8A-4147-A177-3AD203B41FA5}">
                      <a16:colId xmlns:a16="http://schemas.microsoft.com/office/drawing/2014/main" val="20000"/>
                    </a:ext>
                  </a:extLst>
                </a:gridCol>
                <a:gridCol w="3381248">
                  <a:extLst>
                    <a:ext uri="{9D8B030D-6E8A-4147-A177-3AD203B41FA5}">
                      <a16:colId xmlns:a16="http://schemas.microsoft.com/office/drawing/2014/main" val="20001"/>
                    </a:ext>
                  </a:extLst>
                </a:gridCol>
                <a:gridCol w="6128512">
                  <a:extLst>
                    <a:ext uri="{9D8B030D-6E8A-4147-A177-3AD203B41FA5}">
                      <a16:colId xmlns:a16="http://schemas.microsoft.com/office/drawing/2014/main" val="20002"/>
                    </a:ext>
                  </a:extLst>
                </a:gridCol>
              </a:tblGrid>
              <a:tr h="0">
                <a:tc>
                  <a:txBody>
                    <a:bodyPr/>
                    <a:lstStyle/>
                    <a:p>
                      <a:pPr marL="0" indent="0">
                        <a:buNone/>
                      </a:pPr>
                      <a:r>
                        <a:rPr lang="en-US" sz="1400" b="1" dirty="0">
                          <a:solidFill>
                            <a:srgbClr val="1F2328"/>
                          </a:solidFill>
                          <a:latin typeface="Mulish" pitchFamily="34" charset="0"/>
                          <a:ea typeface="Mulish" pitchFamily="34" charset="-122"/>
                          <a:cs typeface="Mulish" pitchFamily="34" charset="-120"/>
                        </a:rPr>
                        <a:t>Marker</a:t>
                      </a:r>
                      <a:endParaRPr lang="en-US" sz="1400" dirty="0">
                        <a:latin typeface="Mulish" charset="0"/>
                        <a:ea typeface="Mulish" charset="0"/>
                        <a:cs typeface="Mulish" charset="0"/>
                      </a:endParaRPr>
                    </a:p>
                  </a:txBody>
                  <a:tcPr marT="64008" marB="64008">
                    <a:lnL w="0" cap="flat" cmpd="sng" algn="ctr">
                      <a:noFill/>
                    </a:lnL>
                    <a:lnR w="0" cap="flat" cmpd="sng" algn="ctr">
                      <a:noFill/>
                    </a:lnR>
                    <a:lnT w="0" cap="flat" cmpd="sng" algn="ctr">
                      <a:noFill/>
                    </a:lnT>
                    <a:lnB w="19050" cap="flat" cmpd="sng" algn="ctr">
                      <a:solidFill>
                        <a:srgbClr val="1F2328"/>
                      </a:solidFill>
                      <a:prstDash val="solid"/>
                      <a:round/>
                      <a:headEnd type="none" w="med" len="med"/>
                      <a:tailEnd type="none" w="med" len="med"/>
                    </a:lnB>
                    <a:solidFill>
                      <a:srgbClr val="FFFFFF"/>
                    </a:solidFill>
                  </a:tcPr>
                </a:tc>
                <a:tc>
                  <a:txBody>
                    <a:bodyPr/>
                    <a:lstStyle/>
                    <a:p>
                      <a:pPr marL="0" indent="0">
                        <a:buNone/>
                      </a:pPr>
                      <a:r>
                        <a:rPr lang="en-US" sz="1400" b="1" dirty="0">
                          <a:solidFill>
                            <a:srgbClr val="1F2328"/>
                          </a:solidFill>
                          <a:latin typeface="Mulish" pitchFamily="34" charset="0"/>
                          <a:ea typeface="Mulish" pitchFamily="34" charset="-122"/>
                          <a:cs typeface="Mulish" pitchFamily="34" charset="-120"/>
                        </a:rPr>
                        <a:t>Level</a:t>
                      </a:r>
                      <a:endParaRPr lang="en-US" sz="1400" dirty="0">
                        <a:latin typeface="Mulish" charset="0"/>
                        <a:ea typeface="Mulish" charset="0"/>
                        <a:cs typeface="Mulish" charset="0"/>
                      </a:endParaRPr>
                    </a:p>
                  </a:txBody>
                  <a:tcPr marT="64008" marB="64008">
                    <a:lnL w="0" cap="flat" cmpd="sng" algn="ctr">
                      <a:noFill/>
                    </a:lnL>
                    <a:lnR w="0" cap="flat" cmpd="sng" algn="ctr">
                      <a:noFill/>
                    </a:lnR>
                    <a:lnT w="0" cap="flat" cmpd="sng" algn="ctr">
                      <a:noFill/>
                    </a:lnT>
                    <a:lnB w="19050" cap="flat" cmpd="sng" algn="ctr">
                      <a:solidFill>
                        <a:srgbClr val="1F2328"/>
                      </a:solidFill>
                      <a:prstDash val="solid"/>
                      <a:round/>
                      <a:headEnd type="none" w="med" len="med"/>
                      <a:tailEnd type="none" w="med" len="med"/>
                    </a:lnB>
                    <a:solidFill>
                      <a:srgbClr val="FFFFFF"/>
                    </a:solidFill>
                  </a:tcPr>
                </a:tc>
                <a:tc>
                  <a:txBody>
                    <a:bodyPr/>
                    <a:lstStyle/>
                    <a:p>
                      <a:pPr marL="0" indent="0">
                        <a:buNone/>
                      </a:pPr>
                      <a:r>
                        <a:rPr lang="en-US" sz="1400" b="1" dirty="0">
                          <a:solidFill>
                            <a:srgbClr val="1F2328"/>
                          </a:solidFill>
                          <a:latin typeface="Mulish" pitchFamily="34" charset="0"/>
                          <a:ea typeface="Mulish" pitchFamily="34" charset="-122"/>
                          <a:cs typeface="Mulish" pitchFamily="34" charset="-120"/>
                        </a:rPr>
                        <a:t>Meaning</a:t>
                      </a:r>
                      <a:endParaRPr lang="en-US" sz="1400" dirty="0">
                        <a:latin typeface="Mulish" charset="0"/>
                        <a:ea typeface="Mulish" charset="0"/>
                        <a:cs typeface="Mulish" charset="0"/>
                      </a:endParaRPr>
                    </a:p>
                  </a:txBody>
                  <a:tcPr marT="64008" marB="64008">
                    <a:lnL w="0" cap="flat" cmpd="sng" algn="ctr">
                      <a:noFill/>
                    </a:lnL>
                    <a:lnR w="0" cap="flat" cmpd="sng" algn="ctr">
                      <a:noFill/>
                    </a:lnR>
                    <a:lnT w="0" cap="flat" cmpd="sng" algn="ctr">
                      <a:noFill/>
                    </a:lnT>
                    <a:lnB w="19050" cap="flat" cmpd="sng" algn="ctr">
                      <a:solidFill>
                        <a:srgbClr val="1F232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F2328"/>
                          </a:solidFill>
                          <a:latin typeface="Mulish" pitchFamily="34" charset="0"/>
                          <a:ea typeface="Mulish" pitchFamily="34" charset="-122"/>
                          <a:cs typeface="Mulish" pitchFamily="34" charset="-120"/>
                        </a:rPr>
                        <a:t>✓</a:t>
                      </a:r>
                      <a:endParaRPr lang="en-US" sz="1400" dirty="0">
                        <a:latin typeface="Mulish" charset="0"/>
                        <a:ea typeface="Mulish" charset="0"/>
                        <a:cs typeface="Mulish" charset="0"/>
                      </a:endParaRPr>
                    </a:p>
                  </a:txBody>
                  <a:tcPr marT="64008" marB="64008">
                    <a:lnL w="0" cap="flat" cmpd="sng" algn="ctr">
                      <a:noFill/>
                    </a:lnL>
                    <a:lnR w="0" cap="flat" cmpd="sng" algn="ctr">
                      <a:noFill/>
                    </a:lnR>
                    <a:lnT w="19050" cap="flat" cmpd="sng" algn="ctr">
                      <a:solidFill>
                        <a:srgbClr val="1F2328"/>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400" dirty="0">
                          <a:solidFill>
                            <a:srgbClr val="1F2328"/>
                          </a:solidFill>
                          <a:latin typeface="Mulish" pitchFamily="34" charset="0"/>
                          <a:ea typeface="Mulish" pitchFamily="34" charset="-122"/>
                          <a:cs typeface="Mulish" pitchFamily="34" charset="-120"/>
                        </a:rPr>
                        <a:t>Included, unlimited</a:t>
                      </a:r>
                      <a:endParaRPr lang="en-US" sz="1400" dirty="0">
                        <a:latin typeface="Mulish" charset="0"/>
                        <a:ea typeface="Mulish" charset="0"/>
                        <a:cs typeface="Mulish" charset="0"/>
                      </a:endParaRPr>
                    </a:p>
                  </a:txBody>
                  <a:tcPr marT="64008" marB="64008">
                    <a:lnL w="0" cap="flat" cmpd="sng" algn="ctr">
                      <a:noFill/>
                    </a:lnL>
                    <a:lnR w="0" cap="flat" cmpd="sng" algn="ctr">
                      <a:noFill/>
                    </a:lnR>
                    <a:lnT w="19050" cap="flat" cmpd="sng" algn="ctr">
                      <a:solidFill>
                        <a:srgbClr val="1F2328"/>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400" dirty="0">
                          <a:solidFill>
                            <a:srgbClr val="1F2328"/>
                          </a:solidFill>
                          <a:latin typeface="Mulish" pitchFamily="34" charset="0"/>
                          <a:ea typeface="Mulish" pitchFamily="34" charset="-122"/>
                          <a:cs typeface="Mulish" pitchFamily="34" charset="-120"/>
                        </a:rPr>
                        <a:t>Basic knowledge; can appear in a task without explanation</a:t>
                      </a:r>
                      <a:endParaRPr lang="en-US" sz="1400" dirty="0">
                        <a:latin typeface="Mulish" charset="0"/>
                        <a:ea typeface="Mulish" charset="0"/>
                        <a:cs typeface="Mulish" charset="0"/>
                      </a:endParaRPr>
                    </a:p>
                  </a:txBody>
                  <a:tcPr marT="64008" marB="64008">
                    <a:lnL w="0" cap="flat" cmpd="sng" algn="ctr">
                      <a:noFill/>
                    </a:lnL>
                    <a:lnR w="0" cap="flat" cmpd="sng" algn="ctr">
                      <a:noFill/>
                    </a:lnR>
                    <a:lnT w="19050" cap="flat" cmpd="sng" algn="ctr">
                      <a:solidFill>
                        <a:srgbClr val="1F2328"/>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1F2328"/>
                          </a:solidFill>
                          <a:latin typeface="Mulish" pitchFamily="34" charset="0"/>
                          <a:ea typeface="Mulish" pitchFamily="34" charset="-122"/>
                          <a:cs typeface="Mulish" pitchFamily="34" charset="-120"/>
                        </a:rPr>
                        <a:t>✓q</a:t>
                      </a:r>
                      <a:endParaRPr lang="en-US" sz="14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400" dirty="0">
                          <a:solidFill>
                            <a:srgbClr val="1F2328"/>
                          </a:solidFill>
                          <a:latin typeface="Mulish" pitchFamily="34" charset="0"/>
                          <a:ea typeface="Mulish" pitchFamily="34" charset="-122"/>
                          <a:cs typeface="Mulish" pitchFamily="34" charset="-120"/>
                        </a:rPr>
                        <a:t>Included, to be defined</a:t>
                      </a:r>
                      <a:endParaRPr lang="en-US" sz="14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400" dirty="0">
                          <a:solidFill>
                            <a:srgbClr val="1F2328"/>
                          </a:solidFill>
                          <a:latin typeface="Mulish" pitchFamily="34" charset="0"/>
                          <a:ea typeface="Mulish" pitchFamily="34" charset="-122"/>
                          <a:cs typeface="Mulish" pitchFamily="34" charset="-120"/>
                        </a:rPr>
                        <a:t>Can appear, but the task statement must define it</a:t>
                      </a:r>
                      <a:endParaRPr lang="en-US" sz="14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1F2328"/>
                          </a:solidFill>
                          <a:latin typeface="Mulish" pitchFamily="34" charset="0"/>
                          <a:ea typeface="Mulish" pitchFamily="34" charset="-122"/>
                          <a:cs typeface="Mulish" pitchFamily="34" charset="-120"/>
                        </a:rPr>
                        <a:t>✓p</a:t>
                      </a:r>
                      <a:endParaRPr lang="en-US" sz="14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400" dirty="0">
                          <a:solidFill>
                            <a:srgbClr val="1F2328"/>
                          </a:solidFill>
                          <a:latin typeface="Mulish" pitchFamily="34" charset="0"/>
                          <a:ea typeface="Mulish" pitchFamily="34" charset="-122"/>
                          <a:cs typeface="Mulish" pitchFamily="34" charset="-120"/>
                        </a:rPr>
                        <a:t>Included, not for task description</a:t>
                      </a:r>
                      <a:endParaRPr lang="en-US" sz="14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400" dirty="0">
                          <a:solidFill>
                            <a:srgbClr val="1F2328"/>
                          </a:solidFill>
                          <a:latin typeface="Mulish" pitchFamily="34" charset="0"/>
                          <a:ea typeface="Mulish" pitchFamily="34" charset="-122"/>
                          <a:cs typeface="Mulish" pitchFamily="34" charset="-120"/>
                        </a:rPr>
                        <a:t>Needed to solve tasks, but not named in statements</a:t>
                      </a:r>
                      <a:endParaRPr lang="en-US" sz="14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1F2328"/>
                          </a:solidFill>
                          <a:latin typeface="Mulish" pitchFamily="34" charset="0"/>
                          <a:ea typeface="Mulish" pitchFamily="34" charset="-122"/>
                          <a:cs typeface="Mulish" pitchFamily="34" charset="-120"/>
                        </a:rPr>
                        <a:t>?</a:t>
                      </a:r>
                      <a:endParaRPr lang="en-US" sz="14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400" dirty="0">
                          <a:solidFill>
                            <a:srgbClr val="1F2328"/>
                          </a:solidFill>
                          <a:latin typeface="Mulish" pitchFamily="34" charset="0"/>
                          <a:ea typeface="Mulish" pitchFamily="34" charset="-122"/>
                          <a:cs typeface="Mulish" pitchFamily="34" charset="-120"/>
                        </a:rPr>
                        <a:t>Outside of focus</a:t>
                      </a:r>
                      <a:endParaRPr lang="en-US" sz="14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400" dirty="0">
                          <a:solidFill>
                            <a:srgbClr val="1F2328"/>
                          </a:solidFill>
                          <a:latin typeface="Mulish" pitchFamily="34" charset="0"/>
                          <a:ea typeface="Mulish" pitchFamily="34" charset="-122"/>
                          <a:cs typeface="Mulish" pitchFamily="34" charset="-120"/>
                        </a:rPr>
                        <a:t>Not expected; a task may use it only if it can be solved without prior knowledge</a:t>
                      </a:r>
                      <a:endParaRPr lang="en-US" sz="14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400" dirty="0">
                          <a:solidFill>
                            <a:srgbClr val="1F2328"/>
                          </a:solidFill>
                          <a:latin typeface="Mulish" pitchFamily="34" charset="0"/>
                          <a:ea typeface="Mulish" pitchFamily="34" charset="-122"/>
                          <a:cs typeface="Mulish" pitchFamily="34" charset="-120"/>
                        </a:rPr>
                        <a:t>✗?</a:t>
                      </a:r>
                      <a:endParaRPr lang="en-US" sz="14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400" dirty="0">
                          <a:solidFill>
                            <a:srgbClr val="1F2328"/>
                          </a:solidFill>
                          <a:latin typeface="Mulish" pitchFamily="34" charset="0"/>
                          <a:ea typeface="Mulish" pitchFamily="34" charset="-122"/>
                          <a:cs typeface="Mulish" pitchFamily="34" charset="-120"/>
                        </a:rPr>
                        <a:t>Excluded, open to discussion</a:t>
                      </a:r>
                      <a:endParaRPr lang="en-US" sz="14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400" dirty="0">
                          <a:solidFill>
                            <a:srgbClr val="1F2328"/>
                          </a:solidFill>
                          <a:latin typeface="Mulish" pitchFamily="34" charset="0"/>
                          <a:ea typeface="Mulish" pitchFamily="34" charset="-122"/>
                          <a:cs typeface="Mulish" pitchFamily="34" charset="-120"/>
                        </a:rPr>
                        <a:t>Excluded for now, under review</a:t>
                      </a:r>
                      <a:endParaRPr lang="en-US" sz="14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400" dirty="0">
                          <a:solidFill>
                            <a:srgbClr val="1F2328"/>
                          </a:solidFill>
                          <a:latin typeface="Mulish" pitchFamily="34" charset="0"/>
                          <a:ea typeface="Mulish" pitchFamily="34" charset="-122"/>
                          <a:cs typeface="Mulish" pitchFamily="34" charset="-120"/>
                        </a:rPr>
                        <a:t>✗</a:t>
                      </a:r>
                      <a:endParaRPr lang="en-US" sz="14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400" dirty="0">
                          <a:solidFill>
                            <a:srgbClr val="1F2328"/>
                          </a:solidFill>
                          <a:latin typeface="Mulish" pitchFamily="34" charset="0"/>
                          <a:ea typeface="Mulish" pitchFamily="34" charset="-122"/>
                          <a:cs typeface="Mulish" pitchFamily="34" charset="-120"/>
                        </a:rPr>
                        <a:t>Explicitly excluded</a:t>
                      </a:r>
                      <a:endParaRPr lang="en-US" sz="14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400" dirty="0">
                          <a:solidFill>
                            <a:srgbClr val="1F2328"/>
                          </a:solidFill>
                          <a:latin typeface="Mulish" pitchFamily="34" charset="0"/>
                          <a:ea typeface="Mulish" pitchFamily="34" charset="-122"/>
                          <a:cs typeface="Mulish" pitchFamily="34" charset="-120"/>
                        </a:rPr>
                        <a:t>Will not be needed; knowing it gives no advantage</a:t>
                      </a:r>
                      <a:endParaRPr lang="en-US" sz="14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Text 2"/>
          <p:cNvSpPr txBox="1"/>
          <p:nvPr/>
        </p:nvSpPr>
        <p:spPr>
          <a:xfrm>
            <a:off x="812800" y="5080000"/>
            <a:ext cx="10566400" cy="548640"/>
          </a:xfrm>
          <a:prstGeom prst="rect">
            <a:avLst/>
          </a:prstGeom>
          <a:noFill/>
          <a:ln/>
        </p:spPr>
        <p:txBody>
          <a:bodyPr wrap="square" lIns="0" tIns="0" rIns="0" bIns="0" rtlCol="0" anchor="t"/>
          <a:lstStyle/>
          <a:p>
            <a:pPr marL="0" indent="0">
              <a:buNone/>
            </a:pPr>
            <a:r>
              <a:rPr lang="en-US" sz="1400" dirty="0">
                <a:solidFill>
                  <a:srgbClr val="4D5560"/>
                </a:solidFill>
                <a:latin typeface="Mulish" pitchFamily="34" charset="0"/>
                <a:ea typeface="Mulish" pitchFamily="34" charset="-122"/>
                <a:cs typeface="Mulish" pitchFamily="34" charset="-120"/>
              </a:rPr>
              <a:t>The IOI Syllabus (2025 edition, the latest published) focuses on graphs, dynamic programming and data structures. It rules out string-matching algorithms, hash tables, FFT and most advanced mathematics.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12800" y="609600"/>
            <a:ext cx="10566400" cy="279400"/>
          </a:xfrm>
          <a:prstGeom prst="rect">
            <a:avLst/>
          </a:prstGeom>
          <a:noFill/>
          <a:ln/>
        </p:spPr>
        <p:txBody>
          <a:bodyPr wrap="square" lIns="0" tIns="0" rIns="0" bIns="0" rtlCol="0" anchor="t"/>
          <a:lstStyle/>
          <a:p>
            <a:pPr marL="0" indent="0">
              <a:buNone/>
            </a:pPr>
            <a:r>
              <a:rPr lang="en-US" sz="1200" b="1" kern="0" spc="200" dirty="0">
                <a:solidFill>
                  <a:srgbClr val="287673"/>
                </a:solidFill>
                <a:latin typeface="Mulish" pitchFamily="34" charset="0"/>
                <a:ea typeface="Mulish" pitchFamily="34" charset="-122"/>
                <a:cs typeface="Mulish" pitchFamily="34" charset="-120"/>
              </a:rPr>
              <a:t>ADDENDUM · IOI SYLLABUS 2025 · 2 OF 3</a:t>
            </a:r>
            <a:endParaRPr lang="en-US" sz="1200" dirty="0"/>
          </a:p>
        </p:txBody>
      </p:sp>
      <p:sp>
        <p:nvSpPr>
          <p:cNvPr id="3" name="Text 1"/>
          <p:cNvSpPr>
            <a:spLocks noGrp="1"/>
          </p:cNvSpPr>
          <p:nvPr>
            <p:ph type="title" idx="102" hasCustomPrompt="1"/>
          </p:nvPr>
        </p:nvSpPr>
        <p:spPr>
          <a:xfrm>
            <a:off x="812800" y="952500"/>
            <a:ext cx="10566400" cy="482600"/>
          </a:xfrm>
          <a:prstGeom prst="rect">
            <a:avLst/>
          </a:prstGeom>
          <a:noFill/>
          <a:ln/>
        </p:spPr>
        <p:txBody>
          <a:bodyPr wrap="square" lIns="0" tIns="0" rIns="0" bIns="0" rtlCol="0" anchor="t"/>
          <a:lstStyle/>
          <a:p>
            <a:pPr marL="0" indent="0" algn="l">
              <a:buNone/>
            </a:pPr>
            <a:r>
              <a:rPr lang="en-US" sz="2600" b="1" kern="0" spc="200" dirty="0">
                <a:solidFill>
                  <a:srgbClr val="1F2328"/>
                </a:solidFill>
                <a:latin typeface="Jost" pitchFamily="34" charset="0"/>
                <a:ea typeface="Jost" pitchFamily="34" charset="-122"/>
                <a:cs typeface="Jost" pitchFamily="34" charset="-120"/>
              </a:rPr>
              <a:t>MATHS, PROGRAMMING AND STRATEGIES</a:t>
            </a:r>
            <a:endParaRPr lang="en-US" sz="2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812800" y="1638300"/>
          <a:ext cx="10566400" cy="3200400"/>
        </p:xfrm>
        <a:graphic>
          <a:graphicData uri="http://schemas.openxmlformats.org/drawingml/2006/table">
            <a:tbl>
              <a:tblPr/>
              <a:tblGrid>
                <a:gridCol w="1584960">
                  <a:extLst>
                    <a:ext uri="{9D8B030D-6E8A-4147-A177-3AD203B41FA5}">
                      <a16:colId xmlns:a16="http://schemas.microsoft.com/office/drawing/2014/main" val="20000"/>
                    </a:ext>
                  </a:extLst>
                </a:gridCol>
                <a:gridCol w="4226560">
                  <a:extLst>
                    <a:ext uri="{9D8B030D-6E8A-4147-A177-3AD203B41FA5}">
                      <a16:colId xmlns:a16="http://schemas.microsoft.com/office/drawing/2014/main" val="20001"/>
                    </a:ext>
                  </a:extLst>
                </a:gridCol>
                <a:gridCol w="1796288">
                  <a:extLst>
                    <a:ext uri="{9D8B030D-6E8A-4147-A177-3AD203B41FA5}">
                      <a16:colId xmlns:a16="http://schemas.microsoft.com/office/drawing/2014/main" val="20002"/>
                    </a:ext>
                  </a:extLst>
                </a:gridCol>
                <a:gridCol w="2958592">
                  <a:extLst>
                    <a:ext uri="{9D8B030D-6E8A-4147-A177-3AD203B41FA5}">
                      <a16:colId xmlns:a16="http://schemas.microsoft.com/office/drawing/2014/main" val="20003"/>
                    </a:ext>
                  </a:extLst>
                </a:gridCol>
              </a:tblGrid>
              <a:tr h="0">
                <a:tc>
                  <a:txBody>
                    <a:bodyPr/>
                    <a:lstStyle/>
                    <a:p>
                      <a:pPr marL="0" indent="0">
                        <a:buNone/>
                      </a:pPr>
                      <a:r>
                        <a:rPr lang="en-US" sz="1200" b="1" dirty="0">
                          <a:solidFill>
                            <a:srgbClr val="1F2328"/>
                          </a:solidFill>
                          <a:latin typeface="Mulish" pitchFamily="34" charset="0"/>
                          <a:ea typeface="Mulish" pitchFamily="34" charset="-122"/>
                          <a:cs typeface="Mulish" pitchFamily="34" charset="-120"/>
                        </a:rPr>
                        <a:t>Area</a:t>
                      </a:r>
                      <a:endParaRPr lang="en-US" sz="1200" dirty="0">
                        <a:latin typeface="Mulish" charset="0"/>
                        <a:ea typeface="Mulish" charset="0"/>
                        <a:cs typeface="Mulish" charset="0"/>
                      </a:endParaRPr>
                    </a:p>
                  </a:txBody>
                  <a:tcPr marT="64008" marB="64008">
                    <a:lnL w="0" cap="flat" cmpd="sng" algn="ctr">
                      <a:noFill/>
                    </a:lnL>
                    <a:lnR w="0" cap="flat" cmpd="sng" algn="ctr">
                      <a:noFill/>
                    </a:lnR>
                    <a:lnT w="0" cap="flat" cmpd="sng" algn="ctr">
                      <a:noFill/>
                    </a:lnT>
                    <a:lnB w="19050" cap="flat" cmpd="sng" algn="ctr">
                      <a:solidFill>
                        <a:srgbClr val="1F2328"/>
                      </a:solidFill>
                      <a:prstDash val="solid"/>
                      <a:round/>
                      <a:headEnd type="none" w="med" len="med"/>
                      <a:tailEnd type="none" w="med" len="med"/>
                    </a:lnB>
                    <a:solidFill>
                      <a:srgbClr val="FFFFFF"/>
                    </a:solidFill>
                  </a:tcPr>
                </a:tc>
                <a:tc>
                  <a:txBody>
                    <a:bodyPr/>
                    <a:lstStyle/>
                    <a:p>
                      <a:pPr marL="0" indent="0">
                        <a:buNone/>
                      </a:pPr>
                      <a:r>
                        <a:rPr lang="en-US" sz="1200" b="1" dirty="0">
                          <a:solidFill>
                            <a:srgbClr val="1F2328"/>
                          </a:solidFill>
                          <a:latin typeface="Mulish" pitchFamily="34" charset="0"/>
                          <a:ea typeface="Mulish" pitchFamily="34" charset="-122"/>
                          <a:cs typeface="Mulish" pitchFamily="34" charset="-120"/>
                        </a:rPr>
                        <a:t>Included (✓, ✓q, ✓p)</a:t>
                      </a:r>
                      <a:endParaRPr lang="en-US" sz="1200" dirty="0">
                        <a:latin typeface="Mulish" charset="0"/>
                        <a:ea typeface="Mulish" charset="0"/>
                        <a:cs typeface="Mulish" charset="0"/>
                      </a:endParaRPr>
                    </a:p>
                  </a:txBody>
                  <a:tcPr marT="64008" marB="64008">
                    <a:lnL w="0" cap="flat" cmpd="sng" algn="ctr">
                      <a:noFill/>
                    </a:lnL>
                    <a:lnR w="0" cap="flat" cmpd="sng" algn="ctr">
                      <a:noFill/>
                    </a:lnR>
                    <a:lnT w="0" cap="flat" cmpd="sng" algn="ctr">
                      <a:noFill/>
                    </a:lnT>
                    <a:lnB w="19050" cap="flat" cmpd="sng" algn="ctr">
                      <a:solidFill>
                        <a:srgbClr val="1F2328"/>
                      </a:solidFill>
                      <a:prstDash val="solid"/>
                      <a:round/>
                      <a:headEnd type="none" w="med" len="med"/>
                      <a:tailEnd type="none" w="med" len="med"/>
                    </a:lnB>
                    <a:solidFill>
                      <a:srgbClr val="FFFFFF"/>
                    </a:solidFill>
                  </a:tcPr>
                </a:tc>
                <a:tc>
                  <a:txBody>
                    <a:bodyPr/>
                    <a:lstStyle/>
                    <a:p>
                      <a:pPr marL="0" indent="0">
                        <a:buNone/>
                      </a:pPr>
                      <a:r>
                        <a:rPr lang="en-US" sz="1200" b="1" dirty="0">
                          <a:solidFill>
                            <a:srgbClr val="1F2328"/>
                          </a:solidFill>
                          <a:latin typeface="Mulish" pitchFamily="34" charset="0"/>
                          <a:ea typeface="Mulish" pitchFamily="34" charset="-122"/>
                          <a:cs typeface="Mulish" pitchFamily="34" charset="-120"/>
                        </a:rPr>
                        <a:t>Outside of focus (?)</a:t>
                      </a:r>
                      <a:endParaRPr lang="en-US" sz="1200" dirty="0">
                        <a:latin typeface="Mulish" charset="0"/>
                        <a:ea typeface="Mulish" charset="0"/>
                        <a:cs typeface="Mulish" charset="0"/>
                      </a:endParaRPr>
                    </a:p>
                  </a:txBody>
                  <a:tcPr marT="64008" marB="64008">
                    <a:lnL w="0" cap="flat" cmpd="sng" algn="ctr">
                      <a:noFill/>
                    </a:lnL>
                    <a:lnR w="0" cap="flat" cmpd="sng" algn="ctr">
                      <a:noFill/>
                    </a:lnR>
                    <a:lnT w="0" cap="flat" cmpd="sng" algn="ctr">
                      <a:noFill/>
                    </a:lnT>
                    <a:lnB w="19050" cap="flat" cmpd="sng" algn="ctr">
                      <a:solidFill>
                        <a:srgbClr val="1F2328"/>
                      </a:solidFill>
                      <a:prstDash val="solid"/>
                      <a:round/>
                      <a:headEnd type="none" w="med" len="med"/>
                      <a:tailEnd type="none" w="med" len="med"/>
                    </a:lnB>
                    <a:solidFill>
                      <a:srgbClr val="FFFFFF"/>
                    </a:solidFill>
                  </a:tcPr>
                </a:tc>
                <a:tc>
                  <a:txBody>
                    <a:bodyPr/>
                    <a:lstStyle/>
                    <a:p>
                      <a:pPr marL="0" indent="0">
                        <a:buNone/>
                      </a:pPr>
                      <a:r>
                        <a:rPr lang="en-US" sz="1200" b="1" dirty="0">
                          <a:solidFill>
                            <a:srgbClr val="1F2328"/>
                          </a:solidFill>
                          <a:latin typeface="Mulish" pitchFamily="34" charset="0"/>
                          <a:ea typeface="Mulish" pitchFamily="34" charset="-122"/>
                          <a:cs typeface="Mulish" pitchFamily="34" charset="-120"/>
                        </a:rPr>
                        <a:t>Excluded (✗)</a:t>
                      </a:r>
                      <a:endParaRPr lang="en-US" sz="1200" dirty="0">
                        <a:latin typeface="Mulish" charset="0"/>
                        <a:ea typeface="Mulish" charset="0"/>
                        <a:cs typeface="Mulish" charset="0"/>
                      </a:endParaRPr>
                    </a:p>
                  </a:txBody>
                  <a:tcPr marT="64008" marB="64008">
                    <a:lnL w="0" cap="flat" cmpd="sng" algn="ctr">
                      <a:noFill/>
                    </a:lnL>
                    <a:lnR w="0" cap="flat" cmpd="sng" algn="ctr">
                      <a:noFill/>
                    </a:lnR>
                    <a:lnT w="0" cap="flat" cmpd="sng" algn="ctr">
                      <a:noFill/>
                    </a:lnT>
                    <a:lnB w="19050" cap="flat" cmpd="sng" algn="ctr">
                      <a:solidFill>
                        <a:srgbClr val="1F232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1F2328"/>
                          </a:solidFill>
                          <a:latin typeface="Mulish" pitchFamily="34" charset="0"/>
                          <a:ea typeface="Mulish" pitchFamily="34" charset="-122"/>
                          <a:cs typeface="Mulish" pitchFamily="34" charset="-120"/>
                        </a:rPr>
                        <a:t>Arithmetic and geometry</a:t>
                      </a:r>
                      <a:endParaRPr lang="en-US" sz="1200" dirty="0">
                        <a:latin typeface="Mulish" charset="0"/>
                        <a:ea typeface="Mulish" charset="0"/>
                        <a:cs typeface="Mulish" charset="0"/>
                      </a:endParaRPr>
                    </a:p>
                  </a:txBody>
                  <a:tcPr marT="64008" marB="64008">
                    <a:lnL w="0" cap="flat" cmpd="sng" algn="ctr">
                      <a:noFill/>
                    </a:lnL>
                    <a:lnR w="0" cap="flat" cmpd="sng" algn="ctr">
                      <a:noFill/>
                    </a:lnR>
                    <a:lnT w="19050" cap="flat" cmpd="sng" algn="ctr">
                      <a:solidFill>
                        <a:srgbClr val="1F2328"/>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200" dirty="0">
                          <a:solidFill>
                            <a:srgbClr val="1F2328"/>
                          </a:solidFill>
                          <a:latin typeface="Mulish" pitchFamily="34" charset="0"/>
                          <a:ea typeface="Mulish" pitchFamily="34" charset="-122"/>
                          <a:cs typeface="Mulish" pitchFamily="34" charset="-120"/>
                        </a:rPr>
                        <a:t>Integers, parity, divisibility; modular addition, subtraction, multiplication; fractions; points, vectors, polygons in the plane; primes; Euclidean distance; Pythagoras</a:t>
                      </a:r>
                      <a:endParaRPr lang="en-US" sz="1200" dirty="0">
                        <a:latin typeface="Mulish" charset="0"/>
                        <a:ea typeface="Mulish" charset="0"/>
                        <a:cs typeface="Mulish" charset="0"/>
                      </a:endParaRPr>
                    </a:p>
                  </a:txBody>
                  <a:tcPr marT="64008" marB="64008">
                    <a:lnL w="0" cap="flat" cmpd="sng" algn="ctr">
                      <a:noFill/>
                    </a:lnL>
                    <a:lnR w="0" cap="flat" cmpd="sng" algn="ctr">
                      <a:noFill/>
                    </a:lnR>
                    <a:lnT w="19050" cap="flat" cmpd="sng" algn="ctr">
                      <a:solidFill>
                        <a:srgbClr val="1F2328"/>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200" dirty="0">
                          <a:solidFill>
                            <a:srgbClr val="1F2328"/>
                          </a:solidFill>
                          <a:latin typeface="Mulish" pitchFamily="34" charset="0"/>
                          <a:ea typeface="Mulish" pitchFamily="34" charset="-122"/>
                          <a:cs typeface="Mulish" pitchFamily="34" charset="-120"/>
                        </a:rPr>
                        <a:t>—</a:t>
                      </a:r>
                      <a:endParaRPr lang="en-US" sz="1200" dirty="0">
                        <a:latin typeface="Mulish" charset="0"/>
                        <a:ea typeface="Mulish" charset="0"/>
                        <a:cs typeface="Mulish" charset="0"/>
                      </a:endParaRPr>
                    </a:p>
                  </a:txBody>
                  <a:tcPr marT="64008" marB="64008">
                    <a:lnL w="0" cap="flat" cmpd="sng" algn="ctr">
                      <a:noFill/>
                    </a:lnL>
                    <a:lnR w="0" cap="flat" cmpd="sng" algn="ctr">
                      <a:noFill/>
                    </a:lnR>
                    <a:lnT w="19050" cap="flat" cmpd="sng" algn="ctr">
                      <a:solidFill>
                        <a:srgbClr val="1F2328"/>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200" dirty="0">
                          <a:solidFill>
                            <a:srgbClr val="1F2328"/>
                          </a:solidFill>
                          <a:latin typeface="Mulish" pitchFamily="34" charset="0"/>
                          <a:ea typeface="Mulish" pitchFamily="34" charset="-122"/>
                          <a:cs typeface="Mulish" pitchFamily="34" charset="-120"/>
                        </a:rPr>
                        <a:t>3D geometry; floating-point precision work; modular division and inverses; complex numbers; conics; trigonometry</a:t>
                      </a:r>
                      <a:endParaRPr lang="en-US" sz="1200" dirty="0">
                        <a:latin typeface="Mulish" charset="0"/>
                        <a:ea typeface="Mulish" charset="0"/>
                        <a:cs typeface="Mulish" charset="0"/>
                      </a:endParaRPr>
                    </a:p>
                  </a:txBody>
                  <a:tcPr marT="64008" marB="64008">
                    <a:lnL w="0" cap="flat" cmpd="sng" algn="ctr">
                      <a:noFill/>
                    </a:lnL>
                    <a:lnR w="0" cap="flat" cmpd="sng" algn="ctr">
                      <a:noFill/>
                    </a:lnR>
                    <a:lnT w="19050" cap="flat" cmpd="sng" algn="ctr">
                      <a:solidFill>
                        <a:srgbClr val="1F2328"/>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00" dirty="0">
                          <a:solidFill>
                            <a:srgbClr val="1F2328"/>
                          </a:solidFill>
                          <a:latin typeface="Mulish" pitchFamily="34" charset="0"/>
                          <a:ea typeface="Mulish" pitchFamily="34" charset="-122"/>
                          <a:cs typeface="Mulish" pitchFamily="34" charset="-120"/>
                        </a:rPr>
                        <a:t>Discrete maths</a:t>
                      </a:r>
                      <a:endParaRPr lang="en-US" sz="12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200" dirty="0">
                          <a:solidFill>
                            <a:srgbClr val="1F2328"/>
                          </a:solidFill>
                          <a:latin typeface="Mulish" pitchFamily="34" charset="0"/>
                          <a:ea typeface="Mulish" pitchFamily="34" charset="-122"/>
                          <a:cs typeface="Mulish" pitchFamily="34" charset="-120"/>
                        </a:rPr>
                        <a:t>Functions, relations, sets; basic logic; proofs including induction; counting (permutations, combinations, binomial coefficients, inclusion-exclusion, pigeonhole); graph and tree vocabulary; centroids; planar graphs</a:t>
                      </a:r>
                      <a:endParaRPr lang="en-US" sz="12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200" dirty="0">
                          <a:solidFill>
                            <a:srgbClr val="1F2328"/>
                          </a:solidFill>
                          <a:latin typeface="Mulish" pitchFamily="34" charset="0"/>
                          <a:ea typeface="Mulish" pitchFamily="34" charset="-122"/>
                          <a:cs typeface="Mulish" pitchFamily="34" charset="-120"/>
                        </a:rPr>
                        <a:t>Discrete probability (finite cases)</a:t>
                      </a:r>
                      <a:endParaRPr lang="en-US" sz="12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200" dirty="0">
                          <a:solidFill>
                            <a:srgbClr val="1F2328"/>
                          </a:solidFill>
                          <a:latin typeface="Mulish" pitchFamily="34" charset="0"/>
                          <a:ea typeface="Mulish" pitchFamily="34" charset="-122"/>
                          <a:cs typeface="Mulish" pitchFamily="34" charset="-120"/>
                        </a:rPr>
                        <a:t>Solving recurrences; Burnside lemma; hypergraphs; treewidth; linear algebra and FFT; calculus; statistics</a:t>
                      </a:r>
                      <a:endParaRPr lang="en-US" sz="12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1F2328"/>
                          </a:solidFill>
                          <a:latin typeface="Mulish" pitchFamily="34" charset="0"/>
                          <a:ea typeface="Mulish" pitchFamily="34" charset="-122"/>
                          <a:cs typeface="Mulish" pitchFamily="34" charset="-120"/>
                        </a:rPr>
                        <a:t>Programming</a:t>
                      </a:r>
                      <a:endParaRPr lang="en-US" sz="12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200" dirty="0">
                          <a:solidFill>
                            <a:srgbClr val="1F2328"/>
                          </a:solidFill>
                          <a:latin typeface="Mulish" pitchFamily="34" charset="0"/>
                          <a:ea typeface="Mulish" pitchFamily="34" charset="-122"/>
                          <a:cs typeface="Mulish" pitchFamily="34" charset="-120"/>
                        </a:rPr>
                        <a:t>Language basics, arrays, strings, recursion, divide and conquer, backtracking, linked structures, pointers, simple floating point; interactive tasks</a:t>
                      </a:r>
                      <a:endParaRPr lang="en-US" sz="12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200" dirty="0">
                          <a:solidFill>
                            <a:srgbClr val="1F2328"/>
                          </a:solidFill>
                          <a:latin typeface="Mulish" pitchFamily="34" charset="0"/>
                          <a:ea typeface="Mulish" pitchFamily="34" charset="-122"/>
                          <a:cs typeface="Mulish" pitchFamily="34" charset="-120"/>
                        </a:rPr>
                        <a:t>Memory representation; heap allocation; exact fractions</a:t>
                      </a:r>
                      <a:endParaRPr lang="en-US" sz="12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200" dirty="0">
                          <a:solidFill>
                            <a:srgbClr val="1F2328"/>
                          </a:solidFill>
                          <a:latin typeface="Mulish" pitchFamily="34" charset="0"/>
                          <a:ea typeface="Mulish" pitchFamily="34" charset="-122"/>
                          <a:cs typeface="Mulish" pitchFamily="34" charset="-120"/>
                        </a:rPr>
                        <a:t>Non-trivial floating-point calculations</a:t>
                      </a:r>
                      <a:endParaRPr lang="en-US" sz="12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200" dirty="0">
                          <a:solidFill>
                            <a:srgbClr val="1F2328"/>
                          </a:solidFill>
                          <a:latin typeface="Mulish" pitchFamily="34" charset="0"/>
                          <a:ea typeface="Mulish" pitchFamily="34" charset="-122"/>
                          <a:cs typeface="Mulish" pitchFamily="34" charset="-120"/>
                        </a:rPr>
                        <a:t>Analysis and strategies</a:t>
                      </a:r>
                      <a:endParaRPr lang="en-US" sz="12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200" dirty="0">
                          <a:solidFill>
                            <a:srgbClr val="1F2328"/>
                          </a:solidFill>
                          <a:latin typeface="Mulish" pitchFamily="34" charset="0"/>
                          <a:ea typeface="Mulish" pitchFamily="34" charset="-122"/>
                          <a:cs typeface="Mulish" pitchFamily="34" charset="-120"/>
                        </a:rPr>
                        <a:t>Big O; amortized analysis; brute force; greedy; divide and conquer; branch and bound; dynamic programming</a:t>
                      </a:r>
                      <a:endParaRPr lang="en-US" sz="12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200" dirty="0">
                          <a:solidFill>
                            <a:srgbClr val="1F2328"/>
                          </a:solidFill>
                          <a:latin typeface="Mulish" pitchFamily="34" charset="0"/>
                          <a:ea typeface="Mulish" pitchFamily="34" charset="-122"/>
                          <a:cs typeface="Mulish" pitchFamily="34" charset="-120"/>
                        </a:rPr>
                        <a:t>Heuristics; randomized and approximation algorithms</a:t>
                      </a:r>
                      <a:endParaRPr lang="en-US" sz="12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200" dirty="0">
                          <a:solidFill>
                            <a:srgbClr val="1F2328"/>
                          </a:solidFill>
                          <a:latin typeface="Mulish" pitchFamily="34" charset="0"/>
                          <a:ea typeface="Mulish" pitchFamily="34" charset="-122"/>
                          <a:cs typeface="Mulish" pitchFamily="34" charset="-120"/>
                        </a:rPr>
                        <a:t>Average-case analysis; recurrence-based analysis; clustering; numerical optimization</a:t>
                      </a:r>
                      <a:endParaRPr lang="en-US" sz="12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a:spLocks noGrp="1"/>
          </p:cNvSpPr>
          <p:nvPr>
            <p:ph type="body" idx="101" hasCustomPrompt="1"/>
          </p:nvPr>
        </p:nvSpPr>
        <p:spPr>
          <a:xfrm>
            <a:off x="812800" y="609600"/>
            <a:ext cx="10566400" cy="279400"/>
          </a:xfrm>
          <a:prstGeom prst="rect">
            <a:avLst/>
          </a:prstGeom>
          <a:noFill/>
          <a:ln/>
        </p:spPr>
        <p:txBody>
          <a:bodyPr wrap="square" lIns="0" tIns="0" rIns="0" bIns="0" rtlCol="0" anchor="t"/>
          <a:lstStyle/>
          <a:p>
            <a:pPr marL="0" indent="0">
              <a:buNone/>
            </a:pPr>
            <a:r>
              <a:rPr lang="en-US" sz="1200" b="1" kern="0" spc="200" dirty="0">
                <a:solidFill>
                  <a:srgbClr val="287673"/>
                </a:solidFill>
                <a:latin typeface="Mulish" pitchFamily="34" charset="0"/>
                <a:ea typeface="Mulish" pitchFamily="34" charset="-122"/>
                <a:cs typeface="Mulish" pitchFamily="34" charset="-120"/>
              </a:rPr>
              <a:t>ADDENDUM · IOI SYLLABUS 2025 · 3 OF 3</a:t>
            </a:r>
            <a:endParaRPr lang="en-US" sz="1200" dirty="0"/>
          </a:p>
        </p:txBody>
      </p:sp>
      <p:sp>
        <p:nvSpPr>
          <p:cNvPr id="3" name="Text 1"/>
          <p:cNvSpPr>
            <a:spLocks noGrp="1"/>
          </p:cNvSpPr>
          <p:nvPr>
            <p:ph type="title" idx="102" hasCustomPrompt="1"/>
          </p:nvPr>
        </p:nvSpPr>
        <p:spPr>
          <a:xfrm>
            <a:off x="812800" y="952500"/>
            <a:ext cx="10566400" cy="482600"/>
          </a:xfrm>
          <a:prstGeom prst="rect">
            <a:avLst/>
          </a:prstGeom>
          <a:noFill/>
          <a:ln/>
        </p:spPr>
        <p:txBody>
          <a:bodyPr wrap="square" lIns="0" tIns="0" rIns="0" bIns="0" rtlCol="0" anchor="t"/>
          <a:lstStyle/>
          <a:p>
            <a:pPr marL="0" indent="0" algn="l">
              <a:buNone/>
            </a:pPr>
            <a:r>
              <a:rPr lang="en-US" sz="2600" b="1" kern="0" spc="200" dirty="0">
                <a:solidFill>
                  <a:srgbClr val="1F2328"/>
                </a:solidFill>
                <a:latin typeface="Jost" pitchFamily="34" charset="0"/>
                <a:ea typeface="Jost" pitchFamily="34" charset="-122"/>
                <a:cs typeface="Jost" pitchFamily="34" charset="-120"/>
              </a:rPr>
              <a:t>ALGORITHMS AND DATA STRUCTURES</a:t>
            </a:r>
            <a:endParaRPr lang="en-US" sz="2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812800" y="1638300"/>
          <a:ext cx="10566400" cy="3749040"/>
        </p:xfrm>
        <a:graphic>
          <a:graphicData uri="http://schemas.openxmlformats.org/drawingml/2006/table">
            <a:tbl>
              <a:tblPr/>
              <a:tblGrid>
                <a:gridCol w="1584960">
                  <a:extLst>
                    <a:ext uri="{9D8B030D-6E8A-4147-A177-3AD203B41FA5}">
                      <a16:colId xmlns:a16="http://schemas.microsoft.com/office/drawing/2014/main" val="20000"/>
                    </a:ext>
                  </a:extLst>
                </a:gridCol>
                <a:gridCol w="4226560">
                  <a:extLst>
                    <a:ext uri="{9D8B030D-6E8A-4147-A177-3AD203B41FA5}">
                      <a16:colId xmlns:a16="http://schemas.microsoft.com/office/drawing/2014/main" val="20001"/>
                    </a:ext>
                  </a:extLst>
                </a:gridCol>
                <a:gridCol w="1796288">
                  <a:extLst>
                    <a:ext uri="{9D8B030D-6E8A-4147-A177-3AD203B41FA5}">
                      <a16:colId xmlns:a16="http://schemas.microsoft.com/office/drawing/2014/main" val="20002"/>
                    </a:ext>
                  </a:extLst>
                </a:gridCol>
                <a:gridCol w="2958592">
                  <a:extLst>
                    <a:ext uri="{9D8B030D-6E8A-4147-A177-3AD203B41FA5}">
                      <a16:colId xmlns:a16="http://schemas.microsoft.com/office/drawing/2014/main" val="20003"/>
                    </a:ext>
                  </a:extLst>
                </a:gridCol>
              </a:tblGrid>
              <a:tr h="0">
                <a:tc>
                  <a:txBody>
                    <a:bodyPr/>
                    <a:lstStyle/>
                    <a:p>
                      <a:pPr marL="0" indent="0">
                        <a:buNone/>
                      </a:pPr>
                      <a:r>
                        <a:rPr lang="en-US" sz="1200" b="1" dirty="0">
                          <a:solidFill>
                            <a:srgbClr val="1F2328"/>
                          </a:solidFill>
                          <a:latin typeface="Mulish" pitchFamily="34" charset="0"/>
                          <a:ea typeface="Mulish" pitchFamily="34" charset="-122"/>
                          <a:cs typeface="Mulish" pitchFamily="34" charset="-120"/>
                        </a:rPr>
                        <a:t>Area</a:t>
                      </a:r>
                      <a:endParaRPr lang="en-US" sz="1200" dirty="0">
                        <a:latin typeface="Mulish" charset="0"/>
                        <a:ea typeface="Mulish" charset="0"/>
                        <a:cs typeface="Mulish" charset="0"/>
                      </a:endParaRPr>
                    </a:p>
                  </a:txBody>
                  <a:tcPr marT="64008" marB="64008">
                    <a:lnL w="0" cap="flat" cmpd="sng" algn="ctr">
                      <a:noFill/>
                    </a:lnL>
                    <a:lnR w="0" cap="flat" cmpd="sng" algn="ctr">
                      <a:noFill/>
                    </a:lnR>
                    <a:lnT w="0" cap="flat" cmpd="sng" algn="ctr">
                      <a:noFill/>
                    </a:lnT>
                    <a:lnB w="19050" cap="flat" cmpd="sng" algn="ctr">
                      <a:solidFill>
                        <a:srgbClr val="1F2328"/>
                      </a:solidFill>
                      <a:prstDash val="solid"/>
                      <a:round/>
                      <a:headEnd type="none" w="med" len="med"/>
                      <a:tailEnd type="none" w="med" len="med"/>
                    </a:lnB>
                    <a:solidFill>
                      <a:srgbClr val="FFFFFF"/>
                    </a:solidFill>
                  </a:tcPr>
                </a:tc>
                <a:tc>
                  <a:txBody>
                    <a:bodyPr/>
                    <a:lstStyle/>
                    <a:p>
                      <a:pPr marL="0" indent="0">
                        <a:buNone/>
                      </a:pPr>
                      <a:r>
                        <a:rPr lang="en-US" sz="1200" b="1" dirty="0">
                          <a:solidFill>
                            <a:srgbClr val="1F2328"/>
                          </a:solidFill>
                          <a:latin typeface="Mulish" pitchFamily="34" charset="0"/>
                          <a:ea typeface="Mulish" pitchFamily="34" charset="-122"/>
                          <a:cs typeface="Mulish" pitchFamily="34" charset="-120"/>
                        </a:rPr>
                        <a:t>Included (✓, ✓q, ✓p)</a:t>
                      </a:r>
                      <a:endParaRPr lang="en-US" sz="1200" dirty="0">
                        <a:latin typeface="Mulish" charset="0"/>
                        <a:ea typeface="Mulish" charset="0"/>
                        <a:cs typeface="Mulish" charset="0"/>
                      </a:endParaRPr>
                    </a:p>
                  </a:txBody>
                  <a:tcPr marT="64008" marB="64008">
                    <a:lnL w="0" cap="flat" cmpd="sng" algn="ctr">
                      <a:noFill/>
                    </a:lnL>
                    <a:lnR w="0" cap="flat" cmpd="sng" algn="ctr">
                      <a:noFill/>
                    </a:lnR>
                    <a:lnT w="0" cap="flat" cmpd="sng" algn="ctr">
                      <a:noFill/>
                    </a:lnT>
                    <a:lnB w="19050" cap="flat" cmpd="sng" algn="ctr">
                      <a:solidFill>
                        <a:srgbClr val="1F2328"/>
                      </a:solidFill>
                      <a:prstDash val="solid"/>
                      <a:round/>
                      <a:headEnd type="none" w="med" len="med"/>
                      <a:tailEnd type="none" w="med" len="med"/>
                    </a:lnB>
                    <a:solidFill>
                      <a:srgbClr val="FFFFFF"/>
                    </a:solidFill>
                  </a:tcPr>
                </a:tc>
                <a:tc>
                  <a:txBody>
                    <a:bodyPr/>
                    <a:lstStyle/>
                    <a:p>
                      <a:pPr marL="0" indent="0">
                        <a:buNone/>
                      </a:pPr>
                      <a:r>
                        <a:rPr lang="en-US" sz="1200" b="1" dirty="0">
                          <a:solidFill>
                            <a:srgbClr val="1F2328"/>
                          </a:solidFill>
                          <a:latin typeface="Mulish" pitchFamily="34" charset="0"/>
                          <a:ea typeface="Mulish" pitchFamily="34" charset="-122"/>
                          <a:cs typeface="Mulish" pitchFamily="34" charset="-120"/>
                        </a:rPr>
                        <a:t>Outside of focus (?)</a:t>
                      </a:r>
                      <a:endParaRPr lang="en-US" sz="1200" dirty="0">
                        <a:latin typeface="Mulish" charset="0"/>
                        <a:ea typeface="Mulish" charset="0"/>
                        <a:cs typeface="Mulish" charset="0"/>
                      </a:endParaRPr>
                    </a:p>
                  </a:txBody>
                  <a:tcPr marT="64008" marB="64008">
                    <a:lnL w="0" cap="flat" cmpd="sng" algn="ctr">
                      <a:noFill/>
                    </a:lnL>
                    <a:lnR w="0" cap="flat" cmpd="sng" algn="ctr">
                      <a:noFill/>
                    </a:lnR>
                    <a:lnT w="0" cap="flat" cmpd="sng" algn="ctr">
                      <a:noFill/>
                    </a:lnT>
                    <a:lnB w="19050" cap="flat" cmpd="sng" algn="ctr">
                      <a:solidFill>
                        <a:srgbClr val="1F2328"/>
                      </a:solidFill>
                      <a:prstDash val="solid"/>
                      <a:round/>
                      <a:headEnd type="none" w="med" len="med"/>
                      <a:tailEnd type="none" w="med" len="med"/>
                    </a:lnB>
                    <a:solidFill>
                      <a:srgbClr val="FFFFFF"/>
                    </a:solidFill>
                  </a:tcPr>
                </a:tc>
                <a:tc>
                  <a:txBody>
                    <a:bodyPr/>
                    <a:lstStyle/>
                    <a:p>
                      <a:pPr marL="0" indent="0">
                        <a:buNone/>
                      </a:pPr>
                      <a:r>
                        <a:rPr lang="en-US" sz="1200" b="1" dirty="0">
                          <a:solidFill>
                            <a:srgbClr val="1F2328"/>
                          </a:solidFill>
                          <a:latin typeface="Mulish" pitchFamily="34" charset="0"/>
                          <a:ea typeface="Mulish" pitchFamily="34" charset="-122"/>
                          <a:cs typeface="Mulish" pitchFamily="34" charset="-120"/>
                        </a:rPr>
                        <a:t>Excluded (✗)</a:t>
                      </a:r>
                      <a:endParaRPr lang="en-US" sz="1200" dirty="0">
                        <a:latin typeface="Mulish" charset="0"/>
                        <a:ea typeface="Mulish" charset="0"/>
                        <a:cs typeface="Mulish" charset="0"/>
                      </a:endParaRPr>
                    </a:p>
                  </a:txBody>
                  <a:tcPr marT="64008" marB="64008">
                    <a:lnL w="0" cap="flat" cmpd="sng" algn="ctr">
                      <a:noFill/>
                    </a:lnL>
                    <a:lnR w="0" cap="flat" cmpd="sng" algn="ctr">
                      <a:noFill/>
                    </a:lnR>
                    <a:lnT w="0" cap="flat" cmpd="sng" algn="ctr">
                      <a:noFill/>
                    </a:lnT>
                    <a:lnB w="19050" cap="flat" cmpd="sng" algn="ctr">
                      <a:solidFill>
                        <a:srgbClr val="1F232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1F2328"/>
                          </a:solidFill>
                          <a:latin typeface="Mulish" pitchFamily="34" charset="0"/>
                          <a:ea typeface="Mulish" pitchFamily="34" charset="-122"/>
                          <a:cs typeface="Mulish" pitchFamily="34" charset="-120"/>
                        </a:rPr>
                        <a:t>Algorithms</a:t>
                      </a:r>
                      <a:endParaRPr lang="en-US" sz="1200" dirty="0">
                        <a:latin typeface="Mulish" charset="0"/>
                        <a:ea typeface="Mulish" charset="0"/>
                        <a:cs typeface="Mulish" charset="0"/>
                      </a:endParaRPr>
                    </a:p>
                  </a:txBody>
                  <a:tcPr marT="64008" marB="64008">
                    <a:lnL w="0" cap="flat" cmpd="sng" algn="ctr">
                      <a:noFill/>
                    </a:lnL>
                    <a:lnR w="0" cap="flat" cmpd="sng" algn="ctr">
                      <a:noFill/>
                    </a:lnR>
                    <a:lnT w="19050" cap="flat" cmpd="sng" algn="ctr">
                      <a:solidFill>
                        <a:srgbClr val="1F2328"/>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200" dirty="0">
                          <a:solidFill>
                            <a:srgbClr val="1F2328"/>
                          </a:solidFill>
                          <a:latin typeface="Mulish" pitchFamily="34" charset="0"/>
                          <a:ea typeface="Mulish" pitchFamily="34" charset="-122"/>
                          <a:cs typeface="Mulish" pitchFamily="34" charset="-120"/>
                        </a:rPr>
                        <a:t>Binary search; quickselect; O(n log n) sorting; simple string algorithms; big integers; DFS and BFS; connected components; transitive closure; shortest paths; minimum spanning trees; bipartite matching; maximum flow; biconnectivity; strongly connected components; basic game analysis</a:t>
                      </a:r>
                      <a:endParaRPr lang="en-US" sz="1200" dirty="0">
                        <a:latin typeface="Mulish" charset="0"/>
                        <a:ea typeface="Mulish" charset="0"/>
                        <a:cs typeface="Mulish" charset="0"/>
                      </a:endParaRPr>
                    </a:p>
                  </a:txBody>
                  <a:tcPr marT="64008" marB="64008">
                    <a:lnL w="0" cap="flat" cmpd="sng" algn="ctr">
                      <a:noFill/>
                    </a:lnL>
                    <a:lnR w="0" cap="flat" cmpd="sng" algn="ctr">
                      <a:noFill/>
                    </a:lnR>
                    <a:lnT w="19050" cap="flat" cmpd="sng" algn="ctr">
                      <a:solidFill>
                        <a:srgbClr val="1F2328"/>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200" dirty="0">
                          <a:solidFill>
                            <a:srgbClr val="1F2328"/>
                          </a:solidFill>
                          <a:latin typeface="Mulish" pitchFamily="34" charset="0"/>
                          <a:ea typeface="Mulish" pitchFamily="34" charset="-122"/>
                          <a:cs typeface="Mulish" pitchFamily="34" charset="-120"/>
                        </a:rPr>
                        <a:t>—</a:t>
                      </a:r>
                      <a:endParaRPr lang="en-US" sz="1200" dirty="0">
                        <a:latin typeface="Mulish" charset="0"/>
                        <a:ea typeface="Mulish" charset="0"/>
                        <a:cs typeface="Mulish" charset="0"/>
                      </a:endParaRPr>
                    </a:p>
                  </a:txBody>
                  <a:tcPr marT="64008" marB="64008">
                    <a:lnL w="0" cap="flat" cmpd="sng" algn="ctr">
                      <a:noFill/>
                    </a:lnL>
                    <a:lnR w="0" cap="flat" cmpd="sng" algn="ctr">
                      <a:noFill/>
                    </a:lnR>
                    <a:lnT w="19050" cap="flat" cmpd="sng" algn="ctr">
                      <a:solidFill>
                        <a:srgbClr val="1F2328"/>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200" dirty="0">
                          <a:solidFill>
                            <a:srgbClr val="1F2328"/>
                          </a:solidFill>
                          <a:latin typeface="Mulish" pitchFamily="34" charset="0"/>
                          <a:ea typeface="Mulish" pitchFamily="34" charset="-122"/>
                          <a:cs typeface="Mulish" pitchFamily="34" charset="-120"/>
                        </a:rPr>
                        <a:t>Faster matching and flow implementations; general-graph matching; min-cost flow; matroids; alpha-beta pruning; Nim and Sprague-Grundy theory</a:t>
                      </a:r>
                      <a:endParaRPr lang="en-US" sz="1200" dirty="0">
                        <a:latin typeface="Mulish" charset="0"/>
                        <a:ea typeface="Mulish" charset="0"/>
                        <a:cs typeface="Mulish" charset="0"/>
                      </a:endParaRPr>
                    </a:p>
                  </a:txBody>
                  <a:tcPr marT="64008" marB="64008">
                    <a:lnL w="0" cap="flat" cmpd="sng" algn="ctr">
                      <a:noFill/>
                    </a:lnL>
                    <a:lnR w="0" cap="flat" cmpd="sng" algn="ctr">
                      <a:noFill/>
                    </a:lnR>
                    <a:lnT w="19050" cap="flat" cmpd="sng" algn="ctr">
                      <a:solidFill>
                        <a:srgbClr val="1F2328"/>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00" dirty="0">
                          <a:solidFill>
                            <a:srgbClr val="1F2328"/>
                          </a:solidFill>
                          <a:latin typeface="Mulish" pitchFamily="34" charset="0"/>
                          <a:ea typeface="Mulish" pitchFamily="34" charset="-122"/>
                          <a:cs typeface="Mulish" pitchFamily="34" charset="-120"/>
                        </a:rPr>
                        <a:t>Data structures</a:t>
                      </a:r>
                      <a:endParaRPr lang="en-US" sz="12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200" dirty="0">
                          <a:solidFill>
                            <a:srgbClr val="1F2328"/>
                          </a:solidFill>
                          <a:latin typeface="Mulish" pitchFamily="34" charset="0"/>
                          <a:ea typeface="Mulish" pitchFamily="34" charset="-122"/>
                          <a:cs typeface="Mulish" pitchFamily="34" charset="-120"/>
                        </a:rPr>
                        <a:t>Stacks, queues; binary heaps; union-find; balanced, statically balanced and augmented binary search trees (covers segment trees and Fenwick trees); LCA in O(log n); tree decomposition; persistent structures; tries</a:t>
                      </a:r>
                      <a:endParaRPr lang="en-US" sz="12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200" dirty="0">
                          <a:solidFill>
                            <a:srgbClr val="1F2328"/>
                          </a:solidFill>
                          <a:latin typeface="Mulish" pitchFamily="34" charset="0"/>
                          <a:ea typeface="Mulish" pitchFamily="34" charset="-122"/>
                          <a:cs typeface="Mulish" pitchFamily="34" charset="-120"/>
                        </a:rPr>
                        <a:t>—</a:t>
                      </a:r>
                      <a:endParaRPr lang="en-US" sz="12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200" dirty="0">
                          <a:solidFill>
                            <a:srgbClr val="1F2328"/>
                          </a:solidFill>
                          <a:latin typeface="Mulish" pitchFamily="34" charset="0"/>
                          <a:ea typeface="Mulish" pitchFamily="34" charset="-122"/>
                          <a:cs typeface="Mulish" pitchFamily="34" charset="-120"/>
                        </a:rPr>
                        <a:t>KMP, Rabin-Karp, suffix arrays and trees, Aho-Corasick; hash tables; complex heap variants; 2D tree structures; structures for changing trees</a:t>
                      </a:r>
                      <a:endParaRPr lang="en-US" sz="12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1F2328"/>
                          </a:solidFill>
                          <a:latin typeface="Mulish" pitchFamily="34" charset="0"/>
                          <a:ea typeface="Mulish" pitchFamily="34" charset="-122"/>
                          <a:cs typeface="Mulish" pitchFamily="34" charset="-120"/>
                        </a:rPr>
                        <a:t>Geometry</a:t>
                      </a:r>
                      <a:endParaRPr lang="en-US" sz="12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200" dirty="0">
                          <a:solidFill>
                            <a:srgbClr val="1F2328"/>
                          </a:solidFill>
                          <a:latin typeface="Mulish" pitchFamily="34" charset="0"/>
                          <a:ea typeface="Mulish" pitchFamily="34" charset="-122"/>
                          <a:cs typeface="Mulish" pitchFamily="34" charset="-120"/>
                        </a:rPr>
                        <a:t>Points, vectors, lines; collinearity and clockwise turns; line intersection; polygon area; point in polygon; coordinate compression; convex hull; sweep line</a:t>
                      </a:r>
                      <a:endParaRPr lang="en-US" sz="12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200" dirty="0">
                          <a:solidFill>
                            <a:srgbClr val="1F2328"/>
                          </a:solidFill>
                          <a:latin typeface="Mulish" pitchFamily="34" charset="0"/>
                          <a:ea typeface="Mulish" pitchFamily="34" charset="-122"/>
                          <a:cs typeface="Mulish" pitchFamily="34" charset="-120"/>
                        </a:rPr>
                        <a:t>—</a:t>
                      </a:r>
                      <a:endParaRPr lang="en-US" sz="12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200" dirty="0">
                          <a:solidFill>
                            <a:srgbClr val="1F2328"/>
                          </a:solidFill>
                          <a:latin typeface="Mulish" pitchFamily="34" charset="0"/>
                          <a:ea typeface="Mulish" pitchFamily="34" charset="-122"/>
                          <a:cs typeface="Mulish" pitchFamily="34" charset="-120"/>
                        </a:rPr>
                        <a:t>Point-line duality; Voronoi and Delaunay; circle intersections; 3D linear programming</a:t>
                      </a:r>
                      <a:endParaRPr lang="en-US" sz="12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200" dirty="0">
                          <a:solidFill>
                            <a:srgbClr val="1F2328"/>
                          </a:solidFill>
                          <a:latin typeface="Mulish" pitchFamily="34" charset="0"/>
                          <a:ea typeface="Mulish" pitchFamily="34" charset="-122"/>
                          <a:cs typeface="Mulish" pitchFamily="34" charset="-120"/>
                        </a:rPr>
                        <a:t>Other</a:t>
                      </a:r>
                      <a:endParaRPr lang="en-US" sz="12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200" dirty="0">
                          <a:solidFill>
                            <a:srgbClr val="1F2328"/>
                          </a:solidFill>
                          <a:latin typeface="Mulish" pitchFamily="34" charset="0"/>
                          <a:ea typeface="Mulish" pitchFamily="34" charset="-122"/>
                          <a:cs typeface="Mulish" pitchFamily="34" charset="-120"/>
                        </a:rPr>
                        <a:t>Software engineering basics: APIs, testing, debugging, using an IDE</a:t>
                      </a:r>
                      <a:endParaRPr lang="en-US" sz="12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200" dirty="0">
                          <a:solidFill>
                            <a:srgbClr val="1F2328"/>
                          </a:solidFill>
                          <a:latin typeface="Mulish" pitchFamily="34" charset="0"/>
                          <a:ea typeface="Mulish" pitchFamily="34" charset="-122"/>
                          <a:cs typeface="Mulish" pitchFamily="34" charset="-120"/>
                        </a:rPr>
                        <a:t>Distributed, parallel and cryptographic algorithms; automata and regular expressions</a:t>
                      </a:r>
                      <a:endParaRPr lang="en-US" sz="12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tc>
                  <a:txBody>
                    <a:bodyPr/>
                    <a:lstStyle/>
                    <a:p>
                      <a:pPr marL="0" indent="0">
                        <a:buNone/>
                      </a:pPr>
                      <a:r>
                        <a:rPr lang="en-US" sz="1200" dirty="0">
                          <a:solidFill>
                            <a:srgbClr val="1F2328"/>
                          </a:solidFill>
                          <a:latin typeface="Mulish" pitchFamily="34" charset="0"/>
                          <a:ea typeface="Mulish" pitchFamily="34" charset="-122"/>
                          <a:cs typeface="Mulish" pitchFamily="34" charset="-120"/>
                        </a:rPr>
                        <a:t>Computability; NP-hardness proofs</a:t>
                      </a:r>
                      <a:endParaRPr lang="en-US" sz="1200" dirty="0">
                        <a:latin typeface="Mulish" charset="0"/>
                        <a:ea typeface="Mulish" charset="0"/>
                        <a:cs typeface="Mulish" charset="0"/>
                      </a:endParaRPr>
                    </a:p>
                  </a:txBody>
                  <a:tcPr marT="64008" marB="64008">
                    <a:lnL w="0" cap="flat" cmpd="sng" algn="ctr">
                      <a:noFill/>
                    </a:lnL>
                    <a:lnR w="0" cap="flat" cmpd="sng" algn="ctr">
                      <a:noFill/>
                    </a:lnR>
                    <a:lnT w="9525" cap="flat" cmpd="sng" algn="ctr">
                      <a:solidFill>
                        <a:srgbClr val="DADDE0"/>
                      </a:solidFill>
                      <a:prstDash val="solid"/>
                      <a:round/>
                      <a:headEnd type="none" w="med" len="med"/>
                      <a:tailEnd type="none" w="med" len="med"/>
                    </a:lnT>
                    <a:lnB w="9525" cap="flat" cmpd="sng" algn="ctr">
                      <a:solidFill>
                        <a:srgbClr val="DADD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theme/theme1.xml><?xml version="1.0" encoding="utf-8"?>
<a:theme xmlns:a="http://schemas.openxmlformats.org/drawingml/2006/main" name="AIO Lessons">
  <a:themeElements>
    <a:clrScheme name="AIO Lessons">
      <a:dk1>
        <a:srgbClr val="1F2328"/>
      </a:dk1>
      <a:lt1>
        <a:srgbClr val="FFFFFF"/>
      </a:lt1>
      <a:dk2>
        <a:srgbClr val="0A4054"/>
      </a:dk2>
      <a:lt2>
        <a:srgbClr val="E6F3F2"/>
      </a:lt2>
      <a:accent1>
        <a:srgbClr val="3E9A97"/>
      </a:accent1>
      <a:accent2>
        <a:srgbClr val="E0960F"/>
      </a:accent2>
      <a:accent3>
        <a:srgbClr val="E46F69"/>
      </a:accent3>
      <a:accent4>
        <a:srgbClr val="0A4054"/>
      </a:accent4>
      <a:accent5>
        <a:srgbClr val="F9AA19"/>
      </a:accent5>
      <a:accent6>
        <a:srgbClr val="287673"/>
      </a:accent6>
      <a:hlink>
        <a:srgbClr val="287673"/>
      </a:hlink>
      <a:folHlink>
        <a:srgbClr val="4D5560"/>
      </a:folHlink>
    </a:clrScheme>
    <a:fontScheme name="AIO Lessons">
      <a:majorFont>
        <a:latin typeface="Jo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ulish"/>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2949</Words>
  <Application>Microsoft Office PowerPoint</Application>
  <PresentationFormat>Widescreen</PresentationFormat>
  <Paragraphs>337</Paragraphs>
  <Slides>21</Slides>
  <Notes>21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AIO Lessons</vt:lpstr>
      <vt:lpstr>PowerPoint Presentation</vt:lpstr>
      <vt:lpstr>FOUR STAGES TO THE IOI TEAM</vt:lpstr>
      <vt:lpstr>THE YEAR AT A GLANCE</vt:lpstr>
      <vt:lpstr>PowerPoint Presentation</vt:lpstr>
      <vt:lpstr>AIO</vt:lpstr>
      <vt:lpstr>FORMAT AND SKILLS</vt:lpstr>
      <vt:lpstr>SCHOOL OF EXCELLENCE</vt:lpstr>
      <vt:lpstr>FORMAT AND WHAT YOU WILL LEARN</vt:lpstr>
      <vt:lpstr>AIIO AND FARIO</vt:lpstr>
      <vt:lpstr>AIIO AND FARIO SIDE BY SIDE</vt:lpstr>
      <vt:lpstr>TOPICS IN RECENT PAPERS</vt:lpstr>
      <vt:lpstr>WHAT THE AIIO REWARDS</vt:lpstr>
      <vt:lpstr>SELECTION SCHOOL</vt:lpstr>
      <vt:lpstr>FORMAT AND SKILLS</vt:lpstr>
      <vt:lpstr>IOI</vt:lpstr>
      <vt:lpstr>THE CONTEST AND THE SYLLABUS</vt:lpstr>
      <vt:lpstr>YOUR TOOLKIT AND WHAT COMES NEXT</vt:lpstr>
      <vt:lpstr>THREE THINGS TO REMEMBER</vt:lpstr>
      <vt:lpstr>HOW THE SYLLABUS LABELS TOPICS</vt:lpstr>
      <vt:lpstr>MATHS, PROGRAMMING AND STRATEGIES</vt:lpstr>
      <vt:lpstr>ALGORITHMS AND DATA STRUCTURES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Selection Journey: AIO to IOI</dc:title>
  <dc:subject>PptxGenJS Presentation</dc:subject>
  <dc:creator>PptxGenJS</dc:creator>
  <cp:lastModifiedBy>Bryan Sun</cp:lastModifiedBy>
  <cp:revision>3</cp:revision>
  <dcterms:created xsi:type="dcterms:W3CDTF">2026-10-02T09:51:43Z</dcterms:created>
  <dcterms:modified xsi:type="dcterms:W3CDTF">2026-10-09T23:19:56Z</dcterms:modified>
</cp:coreProperties>
</file>